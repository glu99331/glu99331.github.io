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66" r:id="rId5"/>
    <p:sldId id="269" r:id="rId6"/>
    <p:sldId id="270" r:id="rId7"/>
    <p:sldId id="271" r:id="rId8"/>
    <p:sldId id="272" r:id="rId9"/>
    <p:sldId id="273" r:id="rId10"/>
    <p:sldId id="275" r:id="rId11"/>
    <p:sldId id="276" r:id="rId12"/>
    <p:sldId id="277" r:id="rId13"/>
    <p:sldId id="310" r:id="rId14"/>
    <p:sldId id="311" r:id="rId15"/>
    <p:sldId id="312" r:id="rId16"/>
    <p:sldId id="274" r:id="rId17"/>
    <p:sldId id="313" r:id="rId18"/>
    <p:sldId id="31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18:56.9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3880 224 0 0,'0'0'279'0'0,"0"0"15"0"0,0 0 4 0 0,0 0-8 0 0,0 0 38 0 0,0 0-11 0 0,0 0-2 0 0,0 0 3 0 0,0 0-5 0 0,0 0-2 0 0,0 0-5 0 0,0 0 1 0 0,0 0 1 0 0,0 0-2 0 0,0 0-7 0 0,0 0 3 0 0,0 0 11 0 0,0 0 0 0 0,0 0 4 0 0,0 0 6 0 0,0 0 7 0 0,0 0 14 0 0,0 0 9 0 0,0 0 0 0 0,0 0 0 0 0,0 0-12 0 0,0 0-11 0 0,0 0-6 0 0,0 0-18 0 0,0 0-15 0 0,0 0-15 0 0,16 18 1182 0 0,-13-15-1375 0 0,0 0-1 0 0,0 0 1 0 0,0 0 0 0 0,1 0 0 0 0,-1-1 0 0 0,1 1 0 0 0,0-1 0 0 0,0 0 0 0 0,0 0-1 0 0,0-1 1 0 0,0 1 0 0 0,0-1 0 0 0,1 0 0 0 0,-1 0 0 0 0,0 0 0 0 0,1 0 0 0 0,-1-1 0 0 0,1 0-1 0 0,-1 0 1 0 0,0 0 0 0 0,1-1 0 0 0,5 0 0 0 0,14-2 125 0 0,1 1 1 0 0,27 1-1 0 0,34-3 207 0 0,-41-4-91 0 0,52-16 0 0 0,-31 6-99 0 0,9 2-120 0 0,-31 7 7 0 0,62-21 0 0 0,-20 2 157 0 0,-52 18-122 0 0,0-1-1 0 0,45-23 1 0 0,-60 24-139 0 0,107-61 359 0 0,-109 59-248 0 0,0 0 0 0 0,-1-1-1 0 0,0-1 1 0 0,26-31 0 0 0,101-133 381 0 0,-29 24 310 0 0,-70 91-486 0 0,-17 22-91 0 0,34-73 0 0 0,-18 32-127 0 0,-22 38-81 0 0,-1-2-1 0 0,-2-1 0 0 0,13-57 0 0 0,-24 74-17 0 0,-1 0-1 0 0,-2 0 1 0 0,-1-1-1 0 0,-1-50 1 0 0,-12-43 39 0 0,-4 47-61 0 0,6 11 48 0 0,7 51-33 0 0,0 0-1 0 0,-1 1 1 0 0,-8-28-1 0 0,-13-48 70 0 0,-12-2-40 0 0,24 67-39 0 0,1 0 1 0 0,1 0-1 0 0,-8-41 1 0 0,6-16 18 0 0,-1-14 20 0 0,7 81-20 0 0,0 1-1 0 0,-1-1 1 0 0,-1 1-1 0 0,0 0 1 0 0,-1 1-1 0 0,-12-17 0 0 0,5 8 10 0 0,7 9-20 0 0,-67-114 35 0 0,-25-55-83 0 0,63 128 23 0 0,-38-66 395 0 0,61 92-308 0 0,-2 1 1 0 0,0 0 0 0 0,-2 2 0 0 0,-2 0 0 0 0,-21-23 0 0 0,-40-31 63 0 0,30 38-79 0 0,17 15-69 0 0,-15-14 67 0 0,-103-65-1 0 0,14 26 34 0 0,125 71-50 0 0,0-1 0 0 0,1 0 1 0 0,-14-14-1 0 0,-4-3-34 0 0,19 18 21 0 0,0 1 0 0 0,0 0 0 0 0,-1 1 0 0 0,0 0 0 0 0,0 1 0 0 0,-24-7 0 0 0,-80-11 106 0 0,36 8 5 0 0,26 1 131 0 0,17-1 244 0 0,36 14-476 0 0,1 1-10 0 0,0 0-3 0 0,0 0 4 0 0,-4-1 34 0 0,2 1-90 0 0,4 0-199 0 0,2 2 236 0 0,0-1 1 0 0,0 0-1 0 0,0 1 0 0 0,0 0 0 0 0,0 0 1 0 0,-1 0-1 0 0,1 0 0 0 0,-1 1 0 0 0,1 0 1 0 0,-1-1-1 0 0,0 1 0 0 0,0 0 0 0 0,0 0 1 0 0,-1 1-1 0 0,1-1 0 0 0,-1 1 0 0 0,1-1 1 0 0,1 5-1 0 0,2 7 12 0 0,0-1-1 0 0,0 1 1 0 0,-1 1 0 0 0,-1-1-1 0 0,4 31 1 0 0,-4 78 22 0 0,-4-93 33 0 0,6 42 444 0 0,-1-58-315 0 0,-16-53-311 0 0,2-1 1 0 0,1 1-1 0 0,-4-66 1 0 0,2 17-189 0 0,5 32-69 0 0,1-62 1 0 0,12 60 86 0 0,-3 31 245 0 0,-5 23 34 0 0,0 1-1 0 0,1-1 1 0 0,-1 1-1 0 0,0-1 1 0 0,-1 0 0 0 0,1 1-1 0 0,0-1 1 0 0,-1 0-1 0 0,1 1 1 0 0,-2-4 0 0 0,-1-7-33 0 0,3-32-132 0 0,0 44 152 0 0,1-7-42 0 0,-1 8 69 0 0,0-1 0 0 0,0 1 0 0 0,0 0 0 0 0,0 0 0 0 0,0 0-1 0 0,0 0 1 0 0,0 0 0 0 0,0-1 0 0 0,0 1 0 0 0,0 0 0 0 0,0 0 0 0 0,0 0 0 0 0,0 0-1 0 0,0 0 1 0 0,0-1 0 0 0,0 1 0 0 0,0 0 0 0 0,0 0 0 0 0,0 0 0 0 0,0 0-1 0 0,0 0 1 0 0,0 0 0 0 0,0-1 0 0 0,1 1 0 0 0,-1 0 0 0 0,0 0 0 0 0,0 0-1 0 0,0 0 1 0 0,0 0 0 0 0,0 0 0 0 0,0 0 0 0 0,0 0 0 0 0,0-1 0 0 0,1 1 0 0 0,-1 0-1 0 0,0 0 1 0 0,0 0 0 0 0,0 0 0 0 0,0 0 0 0 0,0 0 0 0 0,0 0 0 0 0,1 0-1 0 0,-1 0 1 0 0,0 0 0 0 0,0 0 0 0 0,0 0 0 0 0,0 0 0 0 0,0 0 0 0 0,1 0-1 0 0,-1 0 1 0 0,0 0 0 0 0,0 0 0 0 0,0 0 0 0 0,0 0 0 0 0,0 0 0 0 0,1 0 0 0 0,3 6 1 0 0,0 0 1 0 0,1-1 0 0 0,0 0-1 0 0,0 0 1 0 0,1 0 0 0 0,-1 0 0 0 0,1-1-1 0 0,0 0 1 0 0,0 0 0 0 0,8 3 0 0 0,15 7 39 0 0,32 9-1 0 0,-22-9 81 0 0,1-1-74 0 0,1-1 0 0 0,0-3 0 0 0,0-1 0 0 0,69 3 1 0 0,60-4 21 0 0,-154-9 142 0 0,-25-6-136 0 0,9 8-91 0 0,-10-11-1520 0 0,6 6-1530 0 0,-6 4-4965 0 0,10 1 3148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18:56.9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3880 224 0 0,'0'0'279'0'0,"0"0"15"0"0,0 0 4 0 0,0 0-8 0 0,0 0 38 0 0,0 0-11 0 0,0 0-2 0 0,0 0 3 0 0,0 0-5 0 0,0 0-2 0 0,0 0-5 0 0,0 0 1 0 0,0 0 1 0 0,0 0-2 0 0,0 0-7 0 0,0 0 3 0 0,0 0 11 0 0,0 0 0 0 0,0 0 4 0 0,0 0 6 0 0,0 0 7 0 0,0 0 14 0 0,0 0 9 0 0,0 0 0 0 0,0 0 0 0 0,0 0-12 0 0,0 0-11 0 0,0 0-6 0 0,0 0-18 0 0,0 0-15 0 0,0 0-15 0 0,16 18 1182 0 0,-13-15-1375 0 0,0 0-1 0 0,0 0 1 0 0,0 0 0 0 0,1 0 0 0 0,-1-1 0 0 0,1 1 0 0 0,0-1 0 0 0,0 0 0 0 0,0 0-1 0 0,0-1 1 0 0,0 1 0 0 0,0-1 0 0 0,1 0 0 0 0,-1 0 0 0 0,0 0 0 0 0,1 0 0 0 0,-1-1 0 0 0,1 0-1 0 0,-1 0 1 0 0,0 0 0 0 0,1-1 0 0 0,5 0 0 0 0,14-2 125 0 0,1 1 1 0 0,27 1-1 0 0,34-3 207 0 0,-41-4-91 0 0,52-16 0 0 0,-31 6-99 0 0,9 2-120 0 0,-31 7 7 0 0,62-21 0 0 0,-20 2 157 0 0,-52 18-122 0 0,0-1-1 0 0,45-23 1 0 0,-60 24-139 0 0,107-61 359 0 0,-109 59-248 0 0,0 0 0 0 0,-1-1-1 0 0,0-1 1 0 0,26-31 0 0 0,101-133 381 0 0,-29 24 310 0 0,-70 91-486 0 0,-17 22-91 0 0,34-73 0 0 0,-18 32-127 0 0,-22 38-81 0 0,-1-2-1 0 0,-2-1 0 0 0,13-57 0 0 0,-24 74-17 0 0,-1 0-1 0 0,-2 0 1 0 0,-1-1-1 0 0,-1-50 1 0 0,-12-43 39 0 0,-4 47-61 0 0,6 11 48 0 0,7 51-33 0 0,0 0-1 0 0,-1 1 1 0 0,-8-28-1 0 0,-13-48 70 0 0,-12-2-40 0 0,24 67-39 0 0,1 0 1 0 0,1 0-1 0 0,-8-41 1 0 0,6-16 18 0 0,-1-14 20 0 0,7 81-20 0 0,0 1-1 0 0,-1-1 1 0 0,-1 1-1 0 0,0 0 1 0 0,-1 1-1 0 0,-12-17 0 0 0,5 8 10 0 0,7 9-20 0 0,-67-114 35 0 0,-25-55-83 0 0,63 128 23 0 0,-38-66 395 0 0,61 92-308 0 0,-2 1 1 0 0,0 0 0 0 0,-2 2 0 0 0,-2 0 0 0 0,-21-23 0 0 0,-40-31 63 0 0,30 38-79 0 0,17 15-69 0 0,-15-14 67 0 0,-103-65-1 0 0,14 26 34 0 0,125 71-50 0 0,0-1 0 0 0,1 0 1 0 0,-14-14-1 0 0,-4-3-34 0 0,19 18 21 0 0,0 1 0 0 0,0 0 0 0 0,-1 1 0 0 0,0 0 0 0 0,0 1 0 0 0,-24-7 0 0 0,-80-11 106 0 0,36 8 5 0 0,26 1 131 0 0,17-1 244 0 0,36 14-476 0 0,1 1-10 0 0,0 0-3 0 0,0 0 4 0 0,-4-1 34 0 0,2 1-90 0 0,4 0-199 0 0,2 2 236 0 0,0-1 1 0 0,0 0-1 0 0,0 1 0 0 0,0 0 0 0 0,0 0 1 0 0,-1 0-1 0 0,1 0 0 0 0,-1 1 0 0 0,1 0 1 0 0,-1-1-1 0 0,0 1 0 0 0,0 0 0 0 0,0 0 1 0 0,-1 1-1 0 0,1-1 0 0 0,-1 1 0 0 0,1-1 1 0 0,1 5-1 0 0,2 7 12 0 0,0-1-1 0 0,0 1 1 0 0,-1 1 0 0 0,-1-1-1 0 0,4 31 1 0 0,-4 78 22 0 0,-4-93 33 0 0,6 42 444 0 0,-1-58-315 0 0,-16-53-311 0 0,2-1 1 0 0,1 1-1 0 0,-4-66 1 0 0,2 17-189 0 0,5 32-69 0 0,1-62 1 0 0,12 60 86 0 0,-3 31 245 0 0,-5 23 34 0 0,0 1-1 0 0,1-1 1 0 0,-1 1-1 0 0,0-1 1 0 0,-1 0 0 0 0,1 1-1 0 0,0-1 1 0 0,-1 0-1 0 0,1 1 1 0 0,-2-4 0 0 0,-1-7-33 0 0,3-32-132 0 0,0 44 152 0 0,1-7-42 0 0,-1 8 69 0 0,0-1 0 0 0,0 1 0 0 0,0 0 0 0 0,0 0 0 0 0,0 0-1 0 0,0 0 1 0 0,0 0 0 0 0,0-1 0 0 0,0 1 0 0 0,0 0 0 0 0,0 0 0 0 0,0 0 0 0 0,0 0-1 0 0,0 0 1 0 0,0-1 0 0 0,0 1 0 0 0,0 0 0 0 0,0 0 0 0 0,0 0 0 0 0,0 0-1 0 0,0 0 1 0 0,0 0 0 0 0,0-1 0 0 0,1 1 0 0 0,-1 0 0 0 0,0 0 0 0 0,0 0-1 0 0,0 0 1 0 0,0 0 0 0 0,0 0 0 0 0,0 0 0 0 0,0 0 0 0 0,0-1 0 0 0,1 1 0 0 0,-1 0-1 0 0,0 0 1 0 0,0 0 0 0 0,0 0 0 0 0,0 0 0 0 0,0 0 0 0 0,0 0 0 0 0,1 0-1 0 0,-1 0 1 0 0,0 0 0 0 0,0 0 0 0 0,0 0 0 0 0,0 0 0 0 0,0 0 0 0 0,1 0-1 0 0,-1 0 1 0 0,0 0 0 0 0,0 0 0 0 0,0 0 0 0 0,0 0 0 0 0,0 0 0 0 0,1 0 0 0 0,3 6 1 0 0,0 0 1 0 0,1-1 0 0 0,0 0-1 0 0,0 0 1 0 0,1 0 0 0 0,-1 0 0 0 0,1-1-1 0 0,0 0 1 0 0,0 0 0 0 0,8 3 0 0 0,15 7 39 0 0,32 9-1 0 0,-22-9 81 0 0,1-1-74 0 0,1-1 0 0 0,0-3 0 0 0,0-1 0 0 0,69 3 1 0 0,60-4 21 0 0,-154-9 142 0 0,-25-6-136 0 0,9 8-91 0 0,-10-11-1520 0 0,6 6-1530 0 0,-6 4-4965 0 0,10 1 3148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21:12.9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2114 156 0 0,'0'0'457'0'0,"0"0"-15"0"0,0 0-30 0 0,0 0-33 0 0,0 0-30 0 0,0 0-21 0 0,0 0-37 0 0,0 0-9 0 0,0 0-12 0 0,0 0-2 0 0,0 0-6 0 0,0 0-6 0 0,0 0-13 0 0,0 0 18 0 0,0 0-12 0 0,0 0-2 0 0,0 0-5 0 0,0 0-8 0 0,0 0-7 0 0,0 0 0 0 0,0 0 15 0 0,0 0-17 0 0,0 0-24 0 0,0 0-14 0 0,0 0-5 0 0,0 0-5 0 0,0 0-7 0 0,0 0-15 0 0,0 0-17 0 0,0 0-10 0 0,0 0-12 0 0,0 0-13 0 0,0 0-12 0 0,0 0-3 0 0,27 14 2255 0 0,-24-13-2266 0 0,0-1 0 0 0,-1 0 0 0 0,1 0 0 0 0,0 0 0 0 0,-1 0 0 0 0,1 0 0 0 0,0 0 0 0 0,-1-1 0 0 0,1 0 0 0 0,-1 1 0 0 0,4-2 0 0 0,-4 1-2 0 0,-2 1-10 0 0,34-4 370 0 0,33-12-16 0 0,-45 12-173 0 0,1-1 0 0 0,29-11 0 0 0,-17 4-15 0 0,0 1-1 0 0,1 2 1 0 0,0 1 0 0 0,45-3-1 0 0,-12-5-43 0 0,-28 6-94 0 0,-19 5 3 0 0,0-2-1 0 0,-1 0 1 0 0,1-1 0 0 0,-1-1 0 0 0,-1-1 0 0 0,0 0 0 0 0,0-2 0 0 0,-1 0 0 0 0,-1-2 0 0 0,20-17-1 0 0,4-1 66 0 0,-34 26-139 0 0,1 0 0 0 0,0-1-1 0 0,-1 0 1 0 0,0-1-1 0 0,-1 1 1 0 0,11-15-1 0 0,36-55 116 0 0,-32 50-111 0 0,17-26 27 0 0,-29 37-26 0 0,10-24 9 0 0,-15 25-23 0 0,1 0-1 0 0,14-24 1 0 0,-14 29-13 0 0,0 0 0 0 0,-1-1 0 0 0,-1 0 0 0 0,1 0 0 0 0,4-23-1 0 0,-4 6 22 0 0,-1 7-15 0 0,-1 0 1 0 0,-1-1-1 0 0,-1-36 1 0 0,-1-100 79 0 0,-3 120-92 0 0,-5-75-26 0 0,7 87 32 0 0,-7-46 0 0 0,-6 8 3 0 0,11 52 5 0 0,-42-129-3 0 0,40 131 7 0 0,-1-1 0 0 0,0 1 1 0 0,0 1-1 0 0,-1-1 1 0 0,0 1-1 0 0,-12-12 1 0 0,-16-19-9 0 0,-104-140 15 0 0,131 171-16 0 0,0 0 0 0 0,-1 0 0 0 0,0 1 0 0 0,-1 0 0 0 0,0 0 0 0 0,0 2 0 0 0,0-1 0 0 0,-1 1 0 0 0,-17-7 0 0 0,15 7-2 0 0,-114-48-52 0 0,-4-3 69 0 0,114 51 30 0 0,12 5-54 0 0,0 0 1 0 0,0-1-1 0 0,0 0 1 0 0,0 0-1 0 0,1 0 0 0 0,-6-5 1 0 0,9 7 12 0 0,-11-3-31 0 0,2-1 29 0 0,0 0 1 0 0,0 1 0 0 0,-14-3 0 0 0,-1-1 28 0 0,-17-12-49 0 0,41 19 11 0 0,-3-1-2 0 0,-27-4 13 0 0,29 5-32 0 0,2 0 16 0 0,-29-8 22 0 0,-25-8 10 0 0,52 15-28 0 0,2 1 4 0 0,-18-9 13 0 0,21 16 5 0 0,0 0 1 0 0,0 0 0 0 0,-1 0-1 0 0,0 1 1 0 0,0-1-1 0 0,-1 0 1 0 0,0 1 0 0 0,0 11-1 0 0,-4 68 63 0 0,0-26-16 0 0,-1-20-33 0 0,3-35-25 0 0,0 1-1 0 0,0 0 1 0 0,1 0-1 0 0,0-1 1 0 0,0 1-1 0 0,0 0 1 0 0,1 0-1 0 0,0 0 1 0 0,0-1-1 0 0,1 1 1 0 0,4 11-1 0 0,-4-13 20 0 0,8 13 23 0 0,-7-17-36 0 0,-4-14-12 0 0,-11-80-285 0 0,-6 4-9 0 0,-11-71-143 0 0,25 140 362 0 0,1-6-64 0 0,3 25 136 0 0,1 1 1 0 0,-1-1 0 0 0,0 0-1 0 0,1 1 1 0 0,-1-1 0 0 0,1 1-1 0 0,-1-1 1 0 0,1 1 0 0 0,-1-1 0 0 0,1 1-1 0 0,-1-1 1 0 0,1 1 0 0 0,-1-1-1 0 0,1 1 1 0 0,-1 0 0 0 0,1-1 0 0 0,0 1-1 0 0,-1 0 1 0 0,1 0 0 0 0,0-1-1 0 0,-1 1 1 0 0,1 0 0 0 0,0 0-1 0 0,-1 0 1 0 0,1 0 0 0 0,0 0 0 0 0,0 0-1 0 0,-1 0 1 0 0,1 0 0 0 0,0 0-1 0 0,-1 0 1 0 0,1 0 0 0 0,0 1-1 0 0,1-1 1 0 0,0 1 6 0 0,-2-1 7 0 0,0 0 2 0 0,3 0-1 0 0,-1 1 0 0 0,1-1 0 0 0,-1 1 0 0 0,1 0 0 0 0,-1 0 0 0 0,1 0 0 0 0,-1 0-1 0 0,0 1 1 0 0,1-1 0 0 0,1 2 0 0 0,2 1-19 0 0,-5-3 16 0 0,-1-1 10 0 0,0 0-10 0 0,0 0 2 0 0,0 0 3 0 0,2 0-5 0 0,3 1 0 0 0,-3 0 2 0 0,-2-1-3 0 0,26-5 40 0 0,-10 1-32 0 0,-1 1-1 0 0,1 1 0 0 0,0 0 0 0 0,-1 1 1 0 0,1 1-1 0 0,0 0 0 0 0,0 1 0 0 0,-1 1 0 0 0,19 4 1 0 0,26 2 79 0 0,-28-5-7 0 0,0-1 0 0 0,0-2 0 0 0,1-2 0 0 0,35-5 1 0 0,-47 6 8 0 0,2-3 147 0 0,-22 3-161 0 0,-1 1-9 0 0,0 0 19 0 0,7 0 81 0 0,-4 0-235 0 0,-6 0-359 0 0,-19 0 30 0 0,16 0-112 0 0,6 0-161 0 0,-8 1-1089 0 0,-6-5-5232 0 0,12 3 3153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23:14.1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1727 68 0 0,'0'0'482'0'0,"0"0"-11"0"0,0 0-18 0 0,0 0-14 0 0,0 0-19 0 0,0 0-16 0 0,0 0-4 0 0,0 0-17 0 0,0 0-21 0 0,0 0-11 0 0,0 0-2 0 0,0 0-10 0 0,0 0 0 0 0,0 0 1 0 0,0 0-2 0 0,0 0 1 0 0,0 0-11 0 0,28 25 3234 0 0,4-25-2863 0 0,-1-2 0 0 0,52-9 0 0 0,-28 1-216 0 0,-39 7-336 0 0,-1-2 0 0 0,0 0 0 0 0,0-1 0 0 0,0 0 0 0 0,25-16 0 0 0,157-111 464 0 0,-192 129-603 0 0,113-96 138 0 0,-91 76-113 0 0,0-4 13 0 0,44-58-1 0 0,-55 65-23 0 0,7-13 4 0 0,-1 0 0 0 0,20-44-1 0 0,-33 60-23 0 0,4-9 4 0 0,-2-1 1 0 0,-1 0-1 0 0,-1-1 0 0 0,-2 0 0 0 0,7-47 0 0 0,-14 32-5 0 0,1-5 7 0 0,0 33 11 0 0,0 0-1 0 0,0 0 0 0 0,-1 0 0 0 0,-4-24 0 0 0,0 0 25 0 0,0 17-16 0 0,-1 0 0 0 0,0 0 0 0 0,-2 0 0 0 0,-1 1 0 0 0,-21-42 1 0 0,16 36 15 0 0,8 17-30 0 0,-1 0 0 0 0,-1 0 0 0 0,0 1-1 0 0,-1 0 1 0 0,1 0 0 0 0,-2 1-1 0 0,1 0 1 0 0,-2 0 0 0 0,1 1-1 0 0,-1 0 1 0 0,0 1 0 0 0,0 0 0 0 0,-1 1-1 0 0,-23-11 1 0 0,-10-3 0 0 0,0-3-1 0 0,-53-35 0 0 0,64 24-16 0 0,-6 7 18 0 0,5 11-42 0 0,27 13 33 0 0,1 0 1 0 0,-1 0-1 0 0,1 0 0 0 0,0-1 1 0 0,-10-7-1 0 0,13 8-1 0 0,-24-7 9 0 0,25 10-18 0 0,2 0-5 0 0,0 0 7 0 0,0 0-10 0 0,0 0 1 0 0,0 0 12 0 0,0 0 3 0 0,0 0-4 0 0,0 0 0 0 0,0 0 1 0 0,0 0-1 0 0,0-1 1 0 0,0 1-1 0 0,0 0 1 0 0,0 0-1 0 0,0 0 1 0 0,0 0-1 0 0,0 0 1 0 0,0-1-1 0 0,0 1 1 0 0,0 0 0 0 0,0 0-1 0 0,0 0 1 0 0,0 0-1 0 0,0 0 1 0 0,0-1-1 0 0,-1 1 1 0 0,1 0-1 0 0,0 0 1 0 0,0 0-1 0 0,0 0 1 0 0,0 0-1 0 0,0 0 1 0 0,0 0-1 0 0,-1 0 1 0 0,1 0-1 0 0,0-1 1 0 0,0 1-1 0 0,0 0 1 0 0,0 0-1 0 0,0 0 1 0 0,-1 0-1 0 0,1 0 1 0 0,0 0 0 0 0,0 0-1 0 0,0 0 1 0 0,0 0-1 0 0,-1 0 1 0 0,1 0-1 0 0,0 0 1 0 0,0 0-1 0 0,0 0 1 0 0,0 0-1 0 0,-1 1 1 0 0,-10 30 68 0 0,-1 0 1 0 0,-1 0-1 0 0,-31 48 1 0 0,19-35 24 0 0,10-11 35 0 0,12-26-100 0 0,0 0 0 0 0,0 0 0 0 0,0-1 0 0 0,-1 1 0 0 0,0-1 0 0 0,0 1 0 0 0,-6 5-1 0 0,8-10-16 0 0,1 1-1 0 0,-1-1 0 0 0,1 1 1 0 0,-1-1-1 0 0,1 1 0 0 0,0 0 1 0 0,0 0-1 0 0,0 0 0 0 0,0 4 1 0 0,1-7-13 0 0,0 0-11 0 0,0 0 8 0 0,1-6 0 0 0,0-1 0 0 0,1 1 0 0 0,0 0 0 0 0,1-1 0 0 0,0 1 0 0 0,-1 0 0 0 0,6-7 0 0 0,-3 4-27 0 0,-4 7 31 0 0,11-20-130 0 0,0-1 1 0 0,-2 0 0 0 0,-1 0 0 0 0,-1-1-1 0 0,7-30 1 0 0,-12 35 2 0 0,0 0 0 0 0,11-33 0 0 0,-13 51 118 0 0,-1 1 1 0 0,-1-1 8 0 0,1 1 0 0 0,0-1 0 0 0,0 1 0 0 0,0-1 0 0 0,-1 1 0 0 0,1-1 0 0 0,0 1 0 0 0,0-1 0 0 0,0 1 0 0 0,0-1 0 0 0,0 0 0 0 0,0 1 0 0 0,0-1 0 0 0,0 1 0 0 0,0-1-1 0 0,0 1 1 0 0,0-1 0 0 0,1 1 0 0 0,-1-1 0 0 0,0 1 0 0 0,0-1 0 0 0,0 1 0 0 0,1-1 0 0 0,-1 1 0 0 0,0-1 0 0 0,1 1 0 0 0,-1-1 0 0 0,0 1 0 0 0,1 0 0 0 0,-1-1 0 0 0,0 1 0 0 0,1-1 0 0 0,0 1-1 0 0,18-24 38 0 0,-19 22-32 0 0,1 1 9 0 0,0 1-4 0 0,0-1 0 0 0,0 1-1 0 0,0-1 1 0 0,0 1 0 0 0,0-1 0 0 0,0 0 0 0 0,-1 1 0 0 0,1-1-1 0 0,0 0 1 0 0,0 0 0 0 0,-1 0 0 0 0,1 0 0 0 0,-1 0 0 0 0,1 1-1 0 0,-1-1 1 0 0,1 0 0 0 0,-1 0 0 0 0,0 0 0 0 0,1 0 0 0 0,-1-2-1 0 0,44-2 250 0 0,-5 0-12 0 0,66 2 0 0 0,2-1-45 0 0,108-9 76 0 0,-81 6-114 0 0,-50 0-98 0 0,-82 7-51 0 0,-2 0-4 0 0,14-1 107 0 0,-7 0-284 0 0,-8 1-971 0 0,-50 5-647 0 0,13 4-5643 0 0,24-6 4038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35:28.8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2031 84 0 0,'-3'-1'7233'0'0,"8"1"-5479"0"0,9 0-2994 0 0,-12 1 1927 0 0,3-1-379 0 0,27 16 1537 0 0,-17-9-1525 0 0,0 0 1 0 0,0-1-1 0 0,1-1 1 0 0,0 0-1 0 0,26 3 0 0 0,87 5 423 0 0,-63-9-310 0 0,-22 3-94 0 0,-32-5-199 0 0,-1 0 0 0 0,1-1 0 0 0,0 0 0 0 0,-1-1-1 0 0,22-1 1 0 0,-21-1-59 0 0,0 2 0 0 0,1-1 0 0 0,13 2 0 0 0,2 0-1 0 0,8-3-14 0 0,1-1 0 0 0,-1-3-1 0 0,40-10 1 0 0,-28 5-22 0 0,-28 6-24 0 0,-1-2-1 0 0,0 0 1 0 0,0-1 0 0 0,20-13-1 0 0,-20 9 8 0 0,-1-2 1 0 0,-1 1-1 0 0,25-25 0 0 0,21-18-10 0 0,98-80 39 0 0,-117 96-29 0 0,-23 18-27 0 0,-1-2-1 0 0,-1 0 1 0 0,0-1 0 0 0,14-28 0 0 0,-12 13 11 0 0,-10 15-2 0 0,-2 0 0 0 0,0-1-1 0 0,-2 0 1 0 0,-1-1 0 0 0,0 0-1 0 0,1-38 1 0 0,4-107-2 0 0,-11 149-7 0 0,-1 0-1 0 0,-2 0 0 0 0,0 0 0 0 0,-1 1 1 0 0,-11-33-1 0 0,7 30 12 0 0,2-1 0 0 0,-4-39 0 0 0,1 6 4 0 0,2 18-20 0 0,-1 0 0 0 0,-2 1 0 0 0,-2 0 0 0 0,-2 1-1 0 0,-2 0 1 0 0,-22-41 0 0 0,31 69 4 0 0,-1 0-1 0 0,-1 0 1 0 0,0 0 0 0 0,0 1 0 0 0,-1 1 0 0 0,0-1-1 0 0,0 2 1 0 0,-1-1 0 0 0,-23-12 0 0 0,16 12 22 0 0,0 0 1 0 0,-1 2 0 0 0,0 0-1 0 0,0 1 1 0 0,-1 1 0 0 0,-20-3-1 0 0,-13-5 127 0 0,38 9-93 0 0,-1 0 0 0 0,-26-3 0 0 0,22 5-40 0 0,1-1 0 0 0,-24-7 0 0 0,-29-5-15 0 0,-170-3-8 0 0,212 18-7 0 0,-12-7 24 0 0,41 7-17 0 0,1 0 15 0 0,-11 7-183 0 0,11-6 166 0 0,0-1-8 0 0,0 0 0 0 0,0 0 9 0 0,0 0 2 0 0,0 0-7 0 0,0 0-4 0 0,0 0 8 0 0,0 0 1 0 0,0 0-4 0 0,0 0 3 0 0,0 0 0 0 0,0 0 2 0 0,0 0-8 0 0,0 0-2 0 0,0 0-15 0 0,0 0 3 0 0,0 0-10 0 0,0 0-1 0 0,0 0-4 0 0,0 0-6 0 0,0 0-7 0 0,0 0-12 0 0,0 0-5 0 0,0 0 2 0 0,0 0 3 0 0,0 0 2 0 0,0 0-11 0 0,0 0-7 0 0,0 0 2 0 0,0 0 3 0 0,0 0 1 0 0,2-1 65 0 0,-1 1 0 0 0,1 0-1 0 0,0-1 1 0 0,-1 0-1 0 0,1 1 1 0 0,-1-1 0 0 0,1 0-1 0 0,-1 0 1 0 0,1 0 0 0 0,-1 0-1 0 0,0 0 1 0 0,3-2-1 0 0,19-11-382 0 0,0 5 16 0 0,34-19 0 0 0,10-6-31 0 0,-57 30 347 0 0,-1-1-1 0 0,-1 0 1 0 0,1 0 0 0 0,-1-1 0 0 0,1 0 0 0 0,-2-1-1 0 0,1 0 1 0 0,-1 0 0 0 0,0 0 0 0 0,0-1-1 0 0,6-10 1 0 0,4-22-224 0 0,-17 39 271 0 0,2-2-32 0 0,-2 1 170 0 0,0 1 108 0 0,0 1-220 0 0,0 0 1 0 0,0-1-1 0 0,0 1 0 0 0,0 0 1 0 0,0-1-1 0 0,0 1 0 0 0,0 0 0 0 0,-1-1 1 0 0,1 1-1 0 0,0 0 0 0 0,0 0 1 0 0,0-1-1 0 0,-1 1 0 0 0,1 0 0 0 0,0 0 1 0 0,0-1-1 0 0,-1 1 0 0 0,1 0 0 0 0,0 0 1 0 0,0 0-1 0 0,-1-1 0 0 0,1 1 1 0 0,0 0-1 0 0,-1 0 0 0 0,1 0 0 0 0,0 0 1 0 0,-1 0-1 0 0,1 0 0 0 0,0 0 1 0 0,-1 0-1 0 0,1 0 0 0 0,0 0 0 0 0,-1 0 1 0 0,1 0-1 0 0,0 0 0 0 0,-1 0 0 0 0,1 0 1 0 0,0 0-1 0 0,-1 0 0 0 0,1 0 1 0 0,0 0-1 0 0,-1 0 0 0 0,1 1 0 0 0,0-1 1 0 0,-1 0-1 0 0,1 0 0 0 0,0 0 1 0 0,0 0-1 0 0,-1 1 0 0 0,1-1 0 0 0,0 1 1 0 0,-16 5 111 0 0,-42 25-13 0 0,18-9-43 0 0,-231 109 239 0 0,267-129-303 0 0,-10 5-6 0 0,12-7 12 0 0,2 0 5 0 0,0 0-2 0 0,0 0 0 0 0,0 0 13 0 0,54 25 171 0 0,-34-12-146 0 0,0 2-1 0 0,-1 0 1 0 0,-1 1-1 0 0,27 30 1 0 0,24 21 57 0 0,-26-29 198 0 0,83 53 0 0 0,-118-87-369 0 0,-5-2-173 0 0,1 0 0 0 0,-1 0-1 0 0,1 0 1 0 0,-1 0 0 0 0,0 0 0 0 0,5 6 0 0 0,-31 19-4063 0 0,12-16 1049 0 0,-1 0 251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38:28.1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2450 9 256 0 0,'0'0'490'0'0,"0"0"-21"0"0,3-6 440 0 0,-1 4 483 0 0,-2 4 2756 0 0,-29 187-1827 0 0,15-127-1696 0 0,-29 115 689 0 0,26-138-1034 0 0,3-9-81 0 0,8-9-102 0 0,1-4-14 0 0,0-1 0 0 0,-1 1 0 0 0,-1-1 0 0 0,0-1 0 0 0,-1 1 0 0 0,-1-1 0 0 0,-12 16 0 0 0,12-21 48 0 0,-1 0 0 0 0,0 0 0 0 0,-1-2 0 0 0,1 1 0 0 0,-2-1 0 0 0,1 0 0 0 0,-21 8 0 0 0,28-13-100 0 0,-2 0 7 0 0,0-1 1 0 0,0 1-1 0 0,-1-1 1 0 0,1-1 0 0 0,-1 1-1 0 0,0-1 1 0 0,1 0-1 0 0,-1-1 1 0 0,-11 0 0 0 0,-69-8-149 0 0,49 3 3 0 0,7 2 66 0 0,-3-2 25 0 0,1 2 1 0 0,-1 2-1 0 0,-35 3 0 0 0,49-1 38 0 0,1-1 0 0 0,-35-3 1 0 0,36 1 16 0 0,0 1 1 0 0,-34 2 0 0 0,29 0 8 0 0,1 0 0 0 0,-29-3 1 0 0,-19 0 10 0 0,-128 5 113 0 0,34-1-109 0 0,74 0 120 0 0,35-1-36 0 0,-95 13 0 0 0,120-9-117 0 0,-107 24 168 0 0,115-22-191 0 0,0 0 1 0 0,0 2-1 0 0,1 0 0 0 0,-22 13 0 0 0,14-5 10 0 0,12-6-11 0 0,4-3 6 0 0,0 0 0 0 0,1 1 0 0 0,-16 15 0 0 0,1 1 93 0 0,-38 49 0 0 0,57-62-76 0 0,0 0 0 0 0,1 0 0 0 0,0 0 0 0 0,1 1 0 0 0,0 0 0 0 0,1 0 0 0 0,-6 22 0 0 0,4 0 2 0 0,1 0 6 0 0,1 1 0 0 0,0 37 0 0 0,5-27 11 0 0,3-12-12 0 0,0 0 0 0 0,14 55-1 0 0,-12-69-41 0 0,0-1 1 0 0,-2 1-1 0 0,0 0 0 0 0,-1 1 0 0 0,-1-1 1 0 0,-1 0-1 0 0,-3 27 0 0 0,2-34-1 0 0,-3 7 8 0 0,4-19-22 0 0,0-1-9 0 0,0 0 12 0 0,0 0 4 0 0,-1 20-414 0 0,-25 9 254 0 0,25-28 150 0 0,1-1 0 0 0,0 0 8 0 0,0 0 0 0 0,0 0-1 0 0,0 0 1 0 0,0 0-1 0 0,0 0 1 0 0,0 1-1 0 0,0-1 1 0 0,0 0-1 0 0,0 0 1 0 0,-1 0 0 0 0,1 0-1 0 0,0 0 1 0 0,0 0-1 0 0,0 0 1 0 0,0 1-1 0 0,0-1 1 0 0,0 0 0 0 0,-1 0-1 0 0,1 0 1 0 0,0 0-1 0 0,0 0 1 0 0,0 0-1 0 0,0 0 1 0 0,-1 0-1 0 0,1 0 1 0 0,0 0 0 0 0,0 0-1 0 0,0 0 1 0 0,0 0-1 0 0,-1 0 1 0 0,1 0-1 0 0,0 0 1 0 0,0 0-1 0 0,0 0 1 0 0,0 0 0 0 0,-1 0-1 0 0,1 0 1 0 0,0 0-1 0 0,0 0 1 0 0,0 0-1 0 0,0 0 1 0 0,0-1-1 0 0,-1 1 1 0 0,1 0 0 0 0,0 0-1 0 0,0 0 1 0 0,-1-5-130 0 0,1-1 0 0 0,-1 1 1 0 0,-1 0-1 0 0,1 0 1 0 0,-1 0-1 0 0,0 0 0 0 0,0 0 1 0 0,0 0-1 0 0,-1 0 0 0 0,1 1 1 0 0,-7-9-1 0 0,5 10 36 0 0,-1 0-1 0 0,1 0 0 0 0,-1 0 0 0 0,1 1 1 0 0,-1 0-1 0 0,0-1 0 0 0,0 2 1 0 0,0-1-1 0 0,0 1 0 0 0,0-1 1 0 0,-7 1-1 0 0,8-1 54 0 0,2 2 35 0 0,0 0 0 0 0,0 0 0 0 0,1-1 0 0 0,-1 1 0 0 0,0-1 1 0 0,0 1-1 0 0,1-1 0 0 0,-1 0 0 0 0,1 1 0 0 0,-1-1 0 0 0,0 0 0 0 0,1 0 1 0 0,0 0-1 0 0,-1-1 0 0 0,1 1 0 0 0,0 0 0 0 0,-1 0 0 0 0,1-1 0 0 0,0 1 1 0 0,0-1-1 0 0,0 1 0 0 0,0-1 0 0 0,0 1 0 0 0,1-1 0 0 0,-1 0 0 0 0,0 1 1 0 0,0-3-1 0 0,1 0-4 0 0,0 0 0 0 0,0-1 1 0 0,0 1-1 0 0,1 0 0 0 0,0 0 1 0 0,0-1-1 0 0,0 1 0 0 0,0 0 1 0 0,3-6-1 0 0,-2-13 15 0 0,-2 22 24 0 0,0 1-2 0 0,-13-19 100 0 0,11 19-100 0 0,-28-13 681 0 0,30 16-645 0 0,0 0 0 0 0,1 0 0 0 0,-1 1-1 0 0,0-1 1 0 0,1 0 0 0 0,0 0 0 0 0,0 0 0 0 0,0 0 0 0 0,0 0 0 0 0,0 0 0 0 0,1 0 0 0 0,2 4 0 0 0,7 23 220 0 0,3 6-14 0 0,14 11 23 0 0,-22-36-237 0 0,-1 0 1 0 0,2-1-1 0 0,-1 0 1 0 0,1-1-1 0 0,1 1 1 0 0,-1-1-1 0 0,2-1 1 0 0,16 15-1 0 0,-9-14 6 0 0,0-1 1 0 0,0-1-1 0 0,1 0 0 0 0,0-1 0 0 0,0-1 0 0 0,33 6 0 0 0,-28-6-15 0 0,-21-5-52 0 0,10 5 27 0 0,-5-6 12 0 0,-5 1-11 0 0,0 0 0 0 0,0 0-1 0 0,0 0 1 0 0,0-1-1 0 0,1 1 1 0 0,-1 0 0 0 0,0-1-1 0 0,0 1 1 0 0,0-1-1 0 0,0 1 1 0 0,0-1-1 0 0,0 1 1 0 0,0-1 0 0 0,0 1-1 0 0,0-1 1 0 0,-1 0-1 0 0,2-1 1 0 0,-1 1 7 0 0,-1 1 3 0 0,0 0 14 0 0,0 0-7 0 0,0 0 1 0 0,0 0 2 0 0,0 0-2 0 0,0 0 6 0 0,0 0-9 0 0,0 0 4 0 0,0 0-8 0 0,0 0-14 0 0,0 0 8 0 0,0 0 7 0 0,0 0-2 0 0,0 0-1 0 0,0 0-4 0 0,0 0 3 0 0,0 0-12 0 0,0 0 4 0 0,0 0 3 0 0,0 0 3 0 0,0 0 1 0 0,-9-17-38 0 0,10 10 18 0 0,0 0 0 0 0,0 0 0 0 0,1 0 1 0 0,0 0-1 0 0,0 0 0 0 0,1 0 0 0 0,0 1 0 0 0,0-1 0 0 0,0 1 1 0 0,1 0-1 0 0,7-10 0 0 0,10-11-224 0 0,28-28 0 0 0,-27 32-158 0 0,22-38-1125 0 0,-20 26-2912 0 0,-24 34 1609 0 0,0 1 217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2.3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3 200 0 0,'0'0'602'0'0,"0"0"-31"0"0,0 0-40 0 0,0 0-43 0 0,0 0-30 0 0,0 0-36 0 0,0 0-30 0 0,0 0-28 0 0,17-1 1408 0 0,-14 1-1607 0 0,0-1 1 0 0,0 1 0 0 0,0 0-1 0 0,0 0 1 0 0,0 0-1 0 0,1 0 1 0 0,-1 1 0 0 0,0-1-1 0 0,0 1 1 0 0,0 0-1 0 0,0 0 1 0 0,-1 0-1 0 0,1 0 1 0 0,0 0 0 0 0,0 1-1 0 0,3 1 1 0 0,-5-2 21 0 0,8 4 499 0 0,-8-4-635 0 0,0-1-1 0 0,0 1 0 0 0,0 0 0 0 0,0-1 0 0 0,-1 1 0 0 0,1-1 1 0 0,0 1-1 0 0,0-1 0 0 0,0 0 0 0 0,1 1 0 0 0,-1-1 0 0 0,0 0 0 0 0,0 0 1 0 0,0 1-1 0 0,1-1 0 0 0,31-6 299 0 0,-32 6-304 0 0,36 9 1172 0 0,-37-9-1209 0 0,0 0 1 0 0,-1 0 0 0 0,1 1-1 0 0,0-1 1 0 0,0 0 0 0 0,0 0-1 0 0,0 1 1 0 0,1-1 0 0 0,-1 0-1 0 0,0 0 1 0 0,0 1 0 0 0,0-1-1 0 0,0 0 1 0 0,0 0 0 0 0,0 1-1 0 0,0-1 1 0 0,0 0 0 0 0,1 0-1 0 0,-1 1 1 0 0,0-1 0 0 0,0 0-1 0 0,0 0 1 0 0,0 0 0 0 0,1 1-1 0 0,-1-1 1 0 0,0 0-1 0 0,0 0 1 0 0,0 0 0 0 0,1 0-1 0 0,-1 0 1 0 0,0 1 0 0 0,0-1-1 0 0,1 0 1 0 0,-1 0 0 0 0,0 0-1 0 0,0 0 1 0 0,1 0 0 0 0,-1 0-1 0 0,0 0 1 0 0,1 0 0 0 0,-1 0-1 0 0,0 0 1 0 0,0 0 0 0 0,1 0-1 0 0,-1 0 1 0 0,0 0 0 0 0,0 0-1 0 0,1 0 1 0 0,-1 0 0 0 0,0-1-1 0 0,0 1 1 0 0,1 0 0 0 0,-1 0-1 0 0,0 0 1 0 0,0 0 0 0 0,1-1-1 0 0,25-6-57 0 0,41 5 19 0 0,32-2-10 0 0,59-5-16 0 0,-119 6-7 0 0,23-3-120 0 0,-29 3 143 0 0,-33 3 42 0 0,1 0 0 0 0,0 0 0 0 0,-1 0-1 0 0,1 0 1 0 0,0 0 0 0 0,0 0 0 0 0,-1 0-1 0 0,1 0 1 0 0,0 1 0 0 0,-1-1-1 0 0,1 0 1 0 0,-1 0 0 0 0,1 0 0 0 0,0 1-1 0 0,-1-1 1 0 0,1 0 0 0 0,-1 1 0 0 0,1-1-1 0 0,0 1 1 0 0,-1-1 0 0 0,1 0-1 0 0,-1 1 1 0 0,0-1 0 0 0,1 1 0 0 0,-1 0-1 0 0,1-1 1 0 0,-1 1 0 0 0,0-1 0 0 0,1 1-1 0 0,-1-1 1 0 0,0 1 0 0 0,0 0-1 0 0,1-1 1 0 0,-1 1 0 0 0,0 0 0 0 0,0-1-1 0 0,0 1 1 0 0,0 0 0 0 0,0-1 0 0 0,0 1-1 0 0,0 0 1 0 0,0-1 0 0 0,0 1-1 0 0,0 0 1 0 0,0-1 0 0 0,0 1 0 0 0,-1 1-1 0 0,-9 45 12 0 0,5-29-7 0 0,-6 41-1 0 0,-16 99 53 0 0,-15 453 862 0 0,58-405-738 0 0,-3-89-40 0 0,-8-24 90 0 0,-4-17-158 0 0,0-74-84 0 0,4 7 5 0 0,-6 1-3 0 0,-1 9-15 0 0,1-8 16 0 0,1 0 0 0 0,0 0 0 0 0,0 0 0 0 0,1 0 1 0 0,5 20-1 0 0,-3-17 6 0 0,0 1 4 0 0,1 0 0 0 0,8 23-1 0 0,-10-33-7 0 0,-1 1 0 0 0,1 0 0 0 0,-1-1 0 0 0,0 1 0 0 0,-1 0 0 0 0,1-1-1 0 0,-1 1 1 0 0,0 0 0 0 0,-2 8 0 0 0,2-10 1 0 0,-1-1 1 0 0,1 1-1 0 0,0 0 0 0 0,0 0 0 0 0,1 0 1 0 0,1 7-1 0 0,-2 29-29 0 0,0-37 33 0 0,0-1 1 0 0,0 0-1 0 0,0 0 1 0 0,0 0 0 0 0,0 0-1 0 0,0 0 1 0 0,-1 0 0 0 0,1 0-1 0 0,-1 0 1 0 0,1 0 0 0 0,-1 0-1 0 0,0 0 1 0 0,1-1 0 0 0,-1 1 0 0 0,-2 2-1 0 0,2-2-12 0 0,1-2-4 0 0,0 0 0 0 0,0 0 0 0 0,0 0 0 0 0,0 0-1 0 0,0 0-6 0 0,0 0-2 0 0,0 0 6 0 0,0 0-13 0 0,0 0 10 0 0,0 0 4 0 0,0 0-14 0 0,-1-3 4 0 0,-2 1 9 0 0,1 0 0 0 0,0 0 0 0 0,-1 0 0 0 0,1 1 0 0 0,-1-1 0 0 0,0 1 0 0 0,0-1 0 0 0,1 1 0 0 0,-1 0 0 0 0,0 0 0 0 0,0 0 1 0 0,0 0-1 0 0,0 1 0 0 0,0-1 0 0 0,0 1 0 0 0,0 0 0 0 0,-1 0 0 0 0,1 0 0 0 0,0 0 0 0 0,0 0 0 0 0,-4 1 0 0 0,-15 2-99 0 0,-41 11-1 0 0,43-9 78 0 0,-54 12-142 0 0,16-5-224 0 0,-80 28-1 0 0,132-38-152 0 0,-17 6 751 0 0,15-3-6637 0 0,8-5 3821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3.5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508 60 312 0 0,'-3'-5'215'0'0,"-1"0"0"0"0,0 1 0 0 0,1 0 0 0 0,-1 0 0 0 0,-1 0 0 0 0,1 0 0 0 0,-1 1 0 0 0,1-1 0 0 0,-1 1 0 0 0,0 0 0 0 0,0 1 0 0 0,0-1 0 0 0,-1 1 0 0 0,1 0 0 0 0,0 0 0 0 0,-1 1 0 0 0,1 0 0 0 0,-1 0 0 0 0,0 0 0 0 0,1 0 0 0 0,-7 1 0 0 0,0 0 26 0 0,0 0 0 0 0,0 0 0 0 0,0 2 0 0 0,0-1 0 0 0,0 1 0 0 0,0 1 0 0 0,1 0 0 0 0,-1 1-1 0 0,-13 6 1 0 0,11-2-113 0 0,1 0 1 0 0,0 1-1 0 0,0 1 0 0 0,1 0 0 0 0,0 0 0 0 0,0 1 0 0 0,2 1 1 0 0,-1 0-1 0 0,2 0 0 0 0,-1 1 0 0 0,-10 21 0 0 0,-3 9 176 0 0,3 1 0 0 0,-22 67 0 0 0,34-80-189 0 0,1 1 0 0 0,1 0 1 0 0,2 0-1 0 0,1 0 0 0 0,1 0 0 0 0,2 1 0 0 0,2-1 1 0 0,0 0-1 0 0,3 0 0 0 0,11 47 0 0 0,-11-59-58 0 0,1-1-1 0 0,1 0 0 0 0,0-1 1 0 0,2 1-1 0 0,0-1 0 0 0,1-1 1 0 0,1 0-1 0 0,16 21 1 0 0,-19-29-48 0 0,0-1 0 0 0,0 1 1 0 0,1-2-1 0 0,0 1 0 0 0,0-1 1 0 0,0 0-1 0 0,1-1 0 0 0,0 0 1 0 0,1-1-1 0 0,-1 0 0 0 0,1-1 1 0 0,0 0-1 0 0,0 0 0 0 0,0-1 1 0 0,1-1-1 0 0,12 2 0 0 0,-9-2-156 0 0,1-1-1 0 0,0 0 0 0 0,0-1 0 0 0,0-1 0 0 0,-1 0 0 0 0,1-1 0 0 0,0-1 1 0 0,-1 0-1 0 0,1-1 0 0 0,-1-1 0 0 0,27-13 0 0 0,-29 12-756 0 0,-1-2-1 0 0,0 0 0 0 0,0 0 0 0 0,-1-1 1 0 0,13-14-1 0 0,-4 2-1703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4.1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137 0 348 0 0,'-36'8'2378'0'0,"29"-7"-1958"0"0,0 1 0 0 0,0-1 0 0 0,0 1-1 0 0,1 0 1 0 0,-10 5 0 0 0,14-6-311 0 0,-1 1 0 0 0,0 0 0 0 0,0 0 0 0 0,1 0-1 0 0,-1 1 1 0 0,1-1 0 0 0,0 1 0 0 0,0-1-1 0 0,0 1 1 0 0,0 0 0 0 0,0 0 0 0 0,0 0 0 0 0,1 0-1 0 0,0 0 1 0 0,-2 4 0 0 0,-1 8 103 0 0,0 1-1 0 0,1 0 1 0 0,1 0 0 0 0,0 0-1 0 0,2 0 1 0 0,-1 0 0 0 0,2 0 0 0 0,0 1-1 0 0,1-1 1 0 0,1 0 0 0 0,0-1-1 0 0,1 1 1 0 0,1-1 0 0 0,0 1 0 0 0,2-1-1 0 0,-1-1 1 0 0,2 1 0 0 0,16 24-1 0 0,-22-36-187 0 0,0 0 0 0 0,0 0-1 0 0,0 0 1 0 0,1-1 0 0 0,-1 1-1 0 0,1-1 1 0 0,0 1 0 0 0,0-1-1 0 0,-1 0 1 0 0,2 0 0 0 0,-1 0-1 0 0,0 0 1 0 0,0-1 0 0 0,0 1-1 0 0,1-1 1 0 0,-1 0 0 0 0,1 0 0 0 0,-1 0-1 0 0,1-1 1 0 0,-1 1 0 0 0,1-1-1 0 0,0 0 1 0 0,-1 1 0 0 0,1-2-1 0 0,-1 1 1 0 0,1 0 0 0 0,5-2-1 0 0,-3 0-53 0 0,0-1 0 0 0,0 0 0 0 0,0 0 0 0 0,-1 0 0 0 0,1 0 0 0 0,-1-1 0 0 0,0 0 1 0 0,0 0-1 0 0,-1-1 0 0 0,1 1 0 0 0,-1-1 0 0 0,0 0 0 0 0,0 0 0 0 0,5-10 0 0 0,-3 7-75 0 0,-1 0 0 0 0,0-1 0 0 0,0 0 0 0 0,-1 0 0 0 0,0 0 0 0 0,-1 0 0 0 0,0-1 1 0 0,0 1-1 0 0,-1-1 0 0 0,-1 0 0 0 0,1 0 0 0 0,-2 1 0 0 0,1-1 0 0 0,-1 0 0 0 0,-1 0 1 0 0,0 0-1 0 0,0 0 0 0 0,-4-14 0 0 0,-1 7-116 0 0,-1 0 0 0 0,0 1 0 0 0,-1 0 0 0 0,-1 0 0 0 0,-20-28 0 0 0,7 27-375 0 0,18 17-316 0 0,12 9 407 0 0,24 6-2697 0 0,-17-11 1686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4.8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1 684 0 0,'0'0'653'0'0,"0"0"-29"0"0,0 0-26 0 0,0 0-27 0 0,0 0-21 0 0,0 4-40 0 0,9 59 1879 0 0,0 83 0 0 0,-2-12-439 0 0,-3-57-730 0 0,-2-99-1449 0 0,1 0 1 0 0,0 0-1 0 0,11-34 0 0 0,-6 23-14 0 0,-5 21 149 0 0,1 0 0 0 0,0 0 0 0 0,0 1-1 0 0,1 0 1 0 0,1 0 0 0 0,0 0 0 0 0,0 1-1 0 0,1 0 1 0 0,0 0 0 0 0,1 0 0 0 0,14-13 0 0 0,-18 19 79 0 0,1 0 1 0 0,0 0-1 0 0,1 1 1 0 0,-1-1-1 0 0,0 1 1 0 0,1 0 0 0 0,0 0-1 0 0,0 1 1 0 0,-1 0-1 0 0,2 0 1 0 0,-1 0 0 0 0,0 1-1 0 0,0 0 1 0 0,0 0-1 0 0,1 1 1 0 0,-1-1-1 0 0,0 1 1 0 0,1 1 0 0 0,-1-1-1 0 0,0 1 1 0 0,0 0-1 0 0,0 1 1 0 0,12 3 0 0 0,-10-2 41 0 0,-1 0 0 0 0,1 1 0 0 0,-1 0 0 0 0,0 0 0 0 0,-1 1 0 0 0,1-1 0 0 0,-1 2 0 0 0,1-1 1 0 0,-2 1-1 0 0,1 0 0 0 0,-1 0 0 0 0,0 0 0 0 0,0 1 0 0 0,6 11 0 0 0,-3-2 170 0 0,0 0 0 0 0,-2 1-1 0 0,0 0 1 0 0,-1 0 0 0 0,4 28-1 0 0,1-3 237 0 0,-9-56-560 0 0,1 0 0 0 0,0-1 0 0 0,0 1 0 0 0,6-16 0 0 0,-4 17 3 0 0,3-8-101 0 0,0 0 0 0 0,2 1 0 0 0,17-31 0 0 0,-24 46 191 0 0,1 1-1 0 0,1-1 0 0 0,-1 1 1 0 0,1-1-1 0 0,0 1 1 0 0,0 0-1 0 0,0 0 0 0 0,0 1 1 0 0,1-1-1 0 0,0 1 0 0 0,-1 0 1 0 0,1 1-1 0 0,0-1 0 0 0,0 1 1 0 0,1 0-1 0 0,-1 0 0 0 0,0 0 1 0 0,1 1-1 0 0,6-2 1 0 0,-7 3 43 0 0,-1 1 0 0 0,0-1 1 0 0,0 0-1 0 0,0 1 0 0 0,0 0 1 0 0,0 0-1 0 0,0 1 1 0 0,0-1-1 0 0,0 1 0 0 0,0-1 1 0 0,0 1-1 0 0,0 0 0 0 0,-1 1 1 0 0,0-1-1 0 0,1 1 1 0 0,-1 0-1 0 0,0-1 0 0 0,0 1 1 0 0,0 0-1 0 0,0 1 0 0 0,-1-1 1 0 0,1 1-1 0 0,1 3 1 0 0,7 11 121 0 0,-1 0 0 0 0,-1 0 0 0 0,10 26 0 0 0,-14-28 39 0 0,1 0 0 0 0,-2 0 0 0 0,-1 0 0 0 0,0 0-1 0 0,2 28 1 0 0,-6-36-815 0 0,1-10-2103 0 0,0-11-398 0 0,1 2 669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7.5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1 236 0 0,'1'17'4941'0'0,"13"75"-4243"0"0,15 118 143 0 0,-20-50-55 0 0,-15-30 1473 0 0,6-129-2074 0 0,0-1-57 0 0,-16-75-8 0 0,16 38-282 0 0,3-1 1 0 0,1 1-1 0 0,1 0 0 0 0,3 0 0 0 0,20-64 1 0 0,-24 86 69 0 0,1-1 1 0 0,1 1 0 0 0,0 0-1 0 0,1 1 1 0 0,0 0 0 0 0,2 0 0 0 0,15-22-1 0 0,-22 34 99 0 0,0 1-1 0 0,0-1 0 0 0,0 1 0 0 0,0-1 0 0 0,0 1 0 0 0,0 0 0 0 0,1 0 1 0 0,-1 0-1 0 0,0 0 0 0 0,1 0 0 0 0,-1 0 0 0 0,1 1 0 0 0,-1-1 0 0 0,1 1 1 0 0,-1-1-1 0 0,1 1 0 0 0,-1 0 0 0 0,1 0 0 0 0,-1 1 0 0 0,1-1 0 0 0,-1 0 0 0 0,1 1 1 0 0,-1-1-1 0 0,0 1 0 0 0,1 0 0 0 0,-1 0 0 0 0,0 0 0 0 0,1 0 0 0 0,-1 0 1 0 0,0 0-1 0 0,0 1 0 0 0,0-1 0 0 0,2 3 0 0 0,4 2 69 0 0,-1 0 0 0 0,1 0 0 0 0,-1 1 0 0 0,-1 1 0 0 0,1-1 0 0 0,-1 1 0 0 0,6 11 0 0 0,1 3 143 0 0,-1 1 0 0 0,-1 1 0 0 0,-2 0 0 0 0,10 35 0 0 0,-16-45-61 0 0,2 6 23 0 0,-2-12-87 0 0,1-5-59 0 0,4 5 113 0 0,-14 9 133 0 0,-2-1-286 0 0,8-15 23 0 0,0-1-5 0 0,0 0-2 0 0,0 0 0 0 0,0 0-2 0 0,-4-21-24 0 0,2 5-101 0 0,1-1 0 0 0,1 0 0 0 0,0 0 0 0 0,4-23 0 0 0,-3 32 63 0 0,0 0-1 0 0,1 1 1 0 0,0-1 0 0 0,1 0 0 0 0,0 1 0 0 0,0 0-1 0 0,1-1 1 0 0,0 1 0 0 0,0 1 0 0 0,0-1-1 0 0,7-7 1 0 0,-9 11 42 0 0,5-4-45 0 0,-1 0 1 0 0,1 1-1 0 0,0 0 0 0 0,9-7 1 0 0,-13 11 45 0 0,1 0 1 0 0,-1 0 0 0 0,1 1-1 0 0,-1 0 1 0 0,1-1 0 0 0,-1 1 0 0 0,1 1-1 0 0,0-1 1 0 0,0 0 0 0 0,-1 1-1 0 0,1 0 1 0 0,0 0 0 0 0,7 1-1 0 0,-5-1 13 0 0,0 1-1 0 0,0 0 1 0 0,-1 1 0 0 0,1 0-1 0 0,-1-1 1 0 0,1 2 0 0 0,-1-1-1 0 0,10 7 1 0 0,-8-5 21 0 0,-1 1 0 0 0,0 1 0 0 0,0-1 0 0 0,-1 1 0 0 0,1 0 0 0 0,-1 1 0 0 0,0-1 0 0 0,-1 1 0 0 0,7 11 0 0 0,-3-1 86 0 0,-1 1-1 0 0,-1-1 1 0 0,-1 1-1 0 0,0 0 1 0 0,-1 1-1 0 0,3 28 1 0 0,-7-38-141 0 0,4 23 358 0 0,0-22-964 0 0,0-4-314 0 0,-3-6 372 0 0,2 5-1081 0 0,-2-4-1421 0 0,-1-1 818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8.1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4 252 0 0,'0'0'271'0'0,"0"0"-24"0"0,0 0-30 0 0,0 0-17 0 0,0 0-22 0 0,0 0-20 0 0,0 0-10 0 0,0 0-20 0 0,0 0-7 0 0,0 0-7 0 0,0 0-8 0 0,0 0 3 0 0,-7-3 34 0 0,5 4 3467 0 0,0 17-3304 0 0,1-1 0 0 0,1 0 0 0 0,1 0 0 0 0,0 1-1 0 0,7 31 1 0 0,30 85 901 0 0,-27-104-751 0 0,19 34 1 0 0,-22-48-286 0 0,-7-15-173 0 0,-1 0-1 0 0,1 1 1 0 0,-1-1-1 0 0,1 0 1 0 0,0 0-1 0 0,-1 0 1 0 0,1 0-1 0 0,0 0 1 0 0,0 0-1 0 0,0 0 1 0 0,0 0-1 0 0,0 0 1 0 0,0 0-1 0 0,0-1 1 0 0,0 1-1 0 0,0 0 1 0 0,1-1-1 0 0,-1 1 1 0 0,0 0-1 0 0,0-1 1 0 0,0 0-1 0 0,1 1 1 0 0,-1-1-1 0 0,0 0 1 0 0,1 0-1 0 0,-1 1 1 0 0,0-1-1 0 0,1 0 1 0 0,-1 0-1 0 0,0-1 1 0 0,1 1-1 0 0,-1 0 1 0 0,0 0-1 0 0,1-1 1 0 0,-1 1-1 0 0,0 0 1 0 0,0-1-1 0 0,0 0 1 0 0,1 1-1 0 0,-1-1 1 0 0,0 0-1 0 0,0 1 1 0 0,0-1-1 0 0,0 0 1 0 0,0 0-1 0 0,2-2 1 0 0,3-2-97 0 0,-1 0 0 0 0,1-1 1 0 0,-1 0-1 0 0,0 0 0 0 0,-1 0 0 0 0,7-11 1 0 0,5-16-688 0 0,22-72 0 0 0,-3 8-199 0 0,-34 94 964 0 0,0 0 1 0 0,0 1 0 0 0,1-1 0 0 0,-1 0 0 0 0,1 1-1 0 0,-1 0 1 0 0,1-1 0 0 0,0 1 0 0 0,0 0-1 0 0,0 0 1 0 0,0 0 0 0 0,1 0 0 0 0,-1 0-1 0 0,0 0 1 0 0,1 1 0 0 0,0-1 0 0 0,4-1 0 0 0,-6 3 50 0 0,1 2 14 0 0,7 15 97 0 0,0 0 0 0 0,-1 1 0 0 0,0 0 0 0 0,-2 1 0 0 0,7 27 0 0 0,-5-16 157 0 0,14 34 1 0 0,19 45-63 0 0,-30-97-1199 0 0,-10-12 926 0 0,-1 0 0 0 0,1 0 1 0 0,0 0-1 0 0,-1 0 0 0 0,1 0 1 0 0,0 0-1 0 0,-1-1 0 0 0,1 1 0 0 0,0 0 1 0 0,-1 0-1 0 0,1-1 0 0 0,-1 1 1 0 0,1 0-1 0 0,0-1 0 0 0,-1 1 1 0 0,1-1-1 0 0,-1 1 0 0 0,1-1 0 0 0,-1 1 1 0 0,1-1-1 0 0,-1 1 0 0 0,0-1 1 0 0,1 1-1 0 0,-1-1 0 0 0,0 0 1 0 0,1 0-1 0 0,17-43-2333 0 0,-15 37 1239 0 0,3-12-386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8.5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1 224 0 0,'3'1'363'0'0,"0"0"-276"0"0,-1 1 0 0 0,1-1 0 0 0,0 1-1 0 0,-1 0 1 0 0,1 0 0 0 0,-1 0 0 0 0,0 0-1 0 0,1 0 1 0 0,-1 0 0 0 0,0 1 0 0 0,0-1-1 0 0,0 1 1 0 0,-1-1 0 0 0,1 1 0 0 0,-1 0-1 0 0,1-1 1 0 0,-1 1 0 0 0,0 0 0 0 0,0 0-1 0 0,0 0 1 0 0,-1 0 0 0 0,1 4-1 0 0,2 11 400 0 0,-1 0-1 0 0,0 32 1 0 0,-1-21 139 0 0,0 57 735 0 0,-2-49-748 0 0,2-1 1 0 0,9 59-1 0 0,2-42-362 0 0,-1-20-3676 0 0,-11-32 1651 0 0,0-1 137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9.0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81 168 0 0,'0'0'662'0'0,"0"0"-43"0"0,2 2-34 0 0,7 4-330 0 0,-1-2 0 0 0,1 1 0 0 0,0-1 0 0 0,1 0 0 0 0,-1-1 0 0 0,1 0 0 0 0,-1-1 0 0 0,1 0 0 0 0,0 0 0 0 0,16 0 0 0 0,12 0-66 0 0,54-5 0 0 0,-41 1-702 0 0,-1-3 0 0 0,0-2 1 0 0,86-23-1 0 0,-133 29 547 0 0,1 0 0 0 0,-1 0-1 0 0,0-1 1 0 0,1 1 0 0 0,-1-1 0 0 0,0 0 0 0 0,0 0 0 0 0,0 0 0 0 0,-1 0 0 0 0,1-1 0 0 0,0 1 0 0 0,-1-1 0 0 0,1 0 0 0 0,-1 1 0 0 0,0-1 0 0 0,0 0 0 0 0,0 0 0 0 0,-1-1 0 0 0,1 1 0 0 0,-1 0 0 0 0,1 0-1 0 0,-1-1 1 0 0,1-5 0 0 0,-2 8 162 0 0,0 1 26 0 0,-4-3 240 0 0,4 3-440 0 0,0-1 0 0 0,0 1 0 0 0,-1 0 1 0 0,1-1-1 0 0,0 1 0 0 0,-1-1 0 0 0,1 1 1 0 0,0 0-1 0 0,-1-1 0 0 0,1 1 0 0 0,-1 0 1 0 0,1-1-1 0 0,-1 1 0 0 0,1 0 0 0 0,0 0 1 0 0,-1 0-1 0 0,1-1 0 0 0,-1 1 0 0 0,1 0 1 0 0,-1 0-1 0 0,1 0 0 0 0,-1 0 0 0 0,1 0 1 0 0,-1 0-1 0 0,0 0 0 0 0,1 0 0 0 0,-1 0 1 0 0,1 0-1 0 0,-1 0 0 0 0,1 0 0 0 0,-1 0 1 0 0,0 1-1 0 0,-4 0 69 0 0,-1 1 0 0 0,1 0-1 0 0,0 0 1 0 0,0 1 0 0 0,0 0 0 0 0,0-1 0 0 0,1 2 0 0 0,-1-1 0 0 0,1 0-1 0 0,0 1 1 0 0,0 0 0 0 0,0 0 0 0 0,0 0 0 0 0,-4 6 0 0 0,3-2 40 0 0,0 0 0 0 0,1 0 0 0 0,0 1 0 0 0,0-1 1 0 0,0 1-1 0 0,1 0 0 0 0,1 0 0 0 0,-3 14 0 0 0,3-14-6 0 0,1 1 1 0 0,1 0-1 0 0,-1 0 0 0 0,2 0 0 0 0,-1 0 1 0 0,1 0-1 0 0,1 0 0 0 0,3 10 0 0 0,-4-14-32 0 0,1 0 0 0 0,1 0-1 0 0,-1 0 1 0 0,1 0-1 0 0,0-1 1 0 0,0 1 0 0 0,1-1-1 0 0,-1 0 1 0 0,1 0-1 0 0,0 0 1 0 0,1-1 0 0 0,8 9-1 0 0,-9-11-89 0 0,-1 0-1 0 0,0 0 1 0 0,0 0-1 0 0,1-1 0 0 0,-1 1 1 0 0,1-1-1 0 0,0 1 1 0 0,-1-1-1 0 0,1-1 0 0 0,0 1 1 0 0,0 0-1 0 0,0-1 1 0 0,-1 0-1 0 0,1 0 1 0 0,0 0-1 0 0,0 0 0 0 0,0 0 1 0 0,-1-1-1 0 0,1 0 1 0 0,0 0-1 0 0,0 0 0 0 0,-1 0 1 0 0,1-1-1 0 0,-1 1 1 0 0,1-1-1 0 0,-1 0 1 0 0,0 0-1 0 0,1 0 0 0 0,-1 0 1 0 0,0-1-1 0 0,3-3 1 0 0,4-3-198 0 0,0-1 0 0 0,-1 0 0 0 0,0-1 1 0 0,-1 0-1 0 0,0 0 0 0 0,0-1 0 0 0,7-16 0 0 0,-11 16-71 0 0,-1 0-1 0 0,1-1 1 0 0,-2 1-1 0 0,0-1 1 0 0,0 0-1 0 0,-1 1 1 0 0,-1-24-1 0 0,0 35 182 0 0,0 1 33 0 0,0 0 31 0 0,5 17 32 0 0,6 32 309 0 0,-7-26-78 0 0,1-1 0 0 0,1 1-1 0 0,0-1 1 0 0,2 0 0 0 0,15 29 0 0 0,-21-47-260 0 0,1-1-1 0 0,-1 1 1 0 0,1-1 0 0 0,-1 1 0 0 0,1-1 0 0 0,0 0 0 0 0,0 0-1 0 0,1 0 1 0 0,5 3 0 0 0,-8-5-46 0 0,1 0-1 0 0,-1-1 0 0 0,1 1 1 0 0,-1-1-1 0 0,1 1 1 0 0,-1-1-1 0 0,1 0 1 0 0,0 1-1 0 0,-1-1 1 0 0,1 0-1 0 0,-1 0 0 0 0,1 0 1 0 0,0-1-1 0 0,-1 1 1 0 0,1 0-1 0 0,-1 0 1 0 0,1-1-1 0 0,-1 1 1 0 0,1-1-1 0 0,-1 0 0 0 0,1 1 1 0 0,-1-1-1 0 0,0 0 1 0 0,1 0-1 0 0,-1 0 1 0 0,0 0-1 0 0,1 0 1 0 0,-1 0-1 0 0,0 0 0 0 0,1-1 1 0 0,48-46-3380 0 0,-33 30 1836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9.3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3 572 0 0,'0'0'57'0'0,"0"0"0"0"0,-1 0-1 0 0,1-1 1 0 0,0 1 0 0 0,0 0 0 0 0,0 0 0 0 0,-1 0-1 0 0,1 0 1 0 0,0-1 0 0 0,0 1 0 0 0,-1 0-1 0 0,1 0 1 0 0,0 0 0 0 0,0 0 0 0 0,-1 0 0 0 0,1 0-1 0 0,0 0 1 0 0,-1 0 0 0 0,1 0 0 0 0,0 0 0 0 0,0 0-1 0 0,-1 0 1 0 0,1 0 0 0 0,0 0 0 0 0,-1 0-1 0 0,1 0 1 0 0,0 0 0 0 0,0 0 0 0 0,-1 0 0 0 0,1 0-1 0 0,0 0 1 0 0,0 0 0 0 0,-1 1 0 0 0,1-1 0 0 0,-8 35 1384 0 0,-5 68 1 0 0,-2 6-10 0 0,13-86-1164 0 0,0-1 1 0 0,1 1-1 0 0,2 0 0 0 0,3 26 1 0 0,-1-7 104 0 0,4 13 65 0 0,-7-51-539 0 0,1 1 1 0 0,0-1 0 0 0,0-1 0 0 0,1 1-1 0 0,-1 0 1 0 0,1 0 0 0 0,0 0-1 0 0,0-1 1 0 0,0 1 0 0 0,5 5 0 0 0,-2-7-742 0 0,-5-5-3175 0 0,-4-18 2291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9.6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1 144 460 0 0,'0'0'75'0'0,"0"1"0"0"0,0 0-1 0 0,0-1 1 0 0,0 1 0 0 0,1 0 0 0 0,-1 0 0 0 0,0-1-1 0 0,0 1 1 0 0,1 0 0 0 0,-1-1 0 0 0,0 1 0 0 0,1 0-1 0 0,-1-1 1 0 0,1 1 0 0 0,-1-1 0 0 0,1 1 0 0 0,-1-1-1 0 0,1 1 1 0 0,-1-1 0 0 0,1 1 0 0 0,0-1 0 0 0,-1 1-1 0 0,1-1 1 0 0,0 0 0 0 0,0 1 0 0 0,25 5 1094 0 0,25-9-52 0 0,-5-7-1055 0 0,0-3 1 0 0,-1-1-1 0 0,70-33 0 0 0,-58 23-735 0 0,-30 12 261 0 0,79-28-725 0 0,-105 39 1211 0 0,2 1-3 0 0,-1 0 1 0 0,0 0-1 0 0,1 0 1 0 0,-1 0-1 0 0,1 0 1 0 0,-1 0 0 0 0,0 1-1 0 0,1-1 1 0 0,-1 1-1 0 0,0-1 1 0 0,1 1-1 0 0,-1 0 1 0 0,0 0-1 0 0,0 0 1 0 0,0 0 0 0 0,1 1-1 0 0,-1-1 1 0 0,-1 0-1 0 0,1 1 1 0 0,0 0-1 0 0,0-1 1 0 0,0 1 0 0 0,-1 0-1 0 0,1 0 1 0 0,-1 0-1 0 0,0 0 1 0 0,1 0-1 0 0,-1 0 1 0 0,0 0-1 0 0,0 0 1 0 0,0 1 0 0 0,-1-1-1 0 0,1 0 1 0 0,0 1-1 0 0,-1 2 1 0 0,11 100 2299 0 0,-1 49-276 0 0,-10-152-2353 0 0,0-2-117 0 0,1-5-155 0 0,5-53-4143 0 0,-4 34 2423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0.0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66 296 0 0,'0'0'635'0'0,"0"0"-37"0"0,0 0-21 0 0,0 0-8 0 0,0 0-35 0 0,0 0-10 0 0,0 0-11 0 0,5-1-3 0 0,13 0-32 0 0,-17 2-405 0 0,-1-1 1 0 0,1 1-1 0 0,-1-1 1 0 0,1 1-1 0 0,-1-1 1 0 0,1 1-1 0 0,-1-1 1 0 0,1 1-1 0 0,-1 0 0 0 0,0-1 1 0 0,1 1-1 0 0,-1 0 1 0 0,0-1-1 0 0,0 1 1 0 0,1 0-1 0 0,-1-1 1 0 0,0 1-1 0 0,0 0 1 0 0,0 0-1 0 0,0-1 1 0 0,0 1-1 0 0,0 0 1 0 0,0 1-1 0 0,0-2-67 0 0,9 57 1132 0 0,2 0 0 0 0,3 0 0 0 0,31 80 1 0 0,-42-128-999 0 0,2 1 1 0 0,-1-1 0 0 0,1 0 0 0 0,1-1 0 0 0,0 0-1 0 0,0 1 1 0 0,9 8 0 0 0,-14-16-68 0 0,2-5-39 0 0,4-7-118 0 0,0 0 1 0 0,-1 0 0 0 0,0-1 0 0 0,-1 0-1 0 0,-1 0 1 0 0,5-18 0 0 0,15-86-1181 0 0,-10 36 24 0 0,-13 79 1227 0 0,24-133-5262 0 0,-21 99 2789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0.3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1 356 0 0,'13'29'2653'0'0,"-21"69"784"0"0,5-71-2618 0 0,0 1-1 0 0,3 53 1 0 0,1-56-499 0 0,2 25 213 0 0,-3-48-581 0 0,0 0 0 0 0,0 0-1 0 0,0-1 1 0 0,1 1-1 0 0,-1 0 1 0 0,1 0 0 0 0,-1-1-1 0 0,1 1 1 0 0,0 0-1 0 0,0-1 1 0 0,0 1 0 0 0,0 0-1 0 0,0-1 1 0 0,0 1-1 0 0,0-1 1 0 0,0 0 0 0 0,0 1-1 0 0,1-1 1 0 0,2 2-1 0 0,-4-3-381 0 0,4-1-92 0 0,0-2-6 0 0,0 1 0 0 0,0-1 0 0 0,-1 0 1 0 0,1 0-1 0 0,-1 0 0 0 0,1 0 0 0 0,3-7 0 0 0,6-3-1508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0.6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 0 556 0 0,'0'0'645'0'0,"0"0"-36"0"0,0 4-38 0 0,-19 73 1985 0 0,10-43-1944 0 0,1 0 0 0 0,2 0 0 0 0,-3 40 0 0 0,3 152 1415 0 0,6-158-1885 0 0,0-53-497 0 0,2-13-5268 0 0,11-15 3611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1.1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26 280 0 0,'2'-9'1627'0'0,"3"6"-1419"0"0,1 0 1 0 0,0 1-1 0 0,0 0 0 0 0,0 0 1 0 0,1 1-1 0 0,-1-1 1 0 0,0 1-1 0 0,1 1 0 0 0,-1-1 1 0 0,8 1-1 0 0,73 8 622 0 0,-36-2-463 0 0,9 0-124 0 0,-24-2 76 0 0,71-2 0 0 0,-84-6 25 0 0,-20 3-272 0 0,-1 1-1 0 0,1-1 1 0 0,-1 1 0 0 0,1-1-1 0 0,-1 1 1 0 0,1 0-1 0 0,-1 0 1 0 0,1 0-1 0 0,3 1 1 0 0,-5 0-46 0 0,0-1 0 0 0,0 1 0 0 0,-1-1 0 0 0,1 1 0 0 0,0 0 0 0 0,0 0 0 0 0,0-1 0 0 0,-1 1 0 0 0,1 0-1 0 0,-1 0 1 0 0,1 0 0 0 0,-1 0 0 0 0,1 0 0 0 0,-1 0 0 0 0,1 0 0 0 0,-1 0 0 0 0,0 0 0 0 0,1 0 0 0 0,-1 0 0 0 0,0 0 0 0 0,0 0 0 0 0,0 0 0 0 0,0 0 0 0 0,0 0 0 0 0,0 0 0 0 0,0 0-1 0 0,0 2 1 0 0,0 8 355 0 0,0 1-1 0 0,1-1 1 0 0,4 19-1 0 0,-4-27-331 0 0,-1 0 0 0 0,1 0 0 0 0,1 1 0 0 0,-1-1 0 0 0,0 0 0 0 0,1 0 0 0 0,-1 0 0 0 0,1 0 0 0 0,0-1 0 0 0,0 1 0 0 0,0 0 0 0 0,0-1 0 0 0,1 1 0 0 0,-1-1 0 0 0,1 0 0 0 0,4 4 0 0 0,-3-4-8 0 0,2 2 3 0 0,1-1 1 0 0,-1 1 0 0 0,1-1 0 0 0,0 0 0 0 0,0-1 0 0 0,9 2 0 0 0,-14-3-54 0 0,1-1 0 0 0,-1 0 0 0 0,1 0 0 0 0,-1 0 0 0 0,1 0-1 0 0,-1-1 1 0 0,1 1 0 0 0,-1-1 0 0 0,1 1 0 0 0,-1-1 0 0 0,1 0 0 0 0,-1 0 0 0 0,0 0 0 0 0,0 0-1 0 0,1-1 1 0 0,-1 1 0 0 0,0 0 0 0 0,0-1 0 0 0,0 0 0 0 0,0 1 0 0 0,-1-1 0 0 0,1 0-1 0 0,2-3 1 0 0,5-7-82 0 0,-1-1 0 0 0,14-26-1 0 0,-15 26-7 0 0,0-1 0 0 0,18-23 1 0 0,-24 36 91 0 0,1-1 0 0 0,-1 1 0 0 0,0 0 0 0 0,1 0 0 0 0,-1-1 0 0 0,0 1 0 0 0,1 0 0 0 0,0 0 0 0 0,-1 0 0 0 0,1 0 0 0 0,3-1 0 0 0,-4 2-13 0 0,0 2-5 0 0,2 2 18 0 0,-1 0 0 0 0,0 0-1 0 0,0 1 1 0 0,0-1 0 0 0,-1 0 0 0 0,0 1 0 0 0,0-1-1 0 0,0 1 1 0 0,0-1 0 0 0,0 1 0 0 0,-1 7 0 0 0,-3 61-17 0 0,1-41 7 0 0,-8 139-99 0 0,0 155-66 0 0,13-277 306 0 0,-2-1-1 0 0,-2 0 1 0 0,-2 1-1 0 0,-14 75 1 0 0,14-115-42 0 0,0 0 0 0 0,0 0 1 0 0,0 0-1 0 0,-1-1 0 0 0,0 0 1 0 0,-1 0-1 0 0,0 0 0 0 0,0 0 1 0 0,-1-1-1 0 0,0 1 0 0 0,-9 8 0 0 0,11-13-43 0 0,-1 1 0 0 0,1-1 0 0 0,-1 0 0 0 0,0 0-1 0 0,1 0 1 0 0,-1-1 0 0 0,0 0 0 0 0,-1 0-1 0 0,1 0 1 0 0,0 0 0 0 0,-1-1 0 0 0,1 0 0 0 0,0 0-1 0 0,-1 0 1 0 0,0-1 0 0 0,1 0 0 0 0,-1 0-1 0 0,1 0 1 0 0,-1-1 0 0 0,-7-1 0 0 0,-1-2-84 0 0,1 1 0 0 0,-1-2 0 0 0,1 0 0 0 0,0 0 0 0 0,1-1 0 0 0,-1-1 0 0 0,1 0 0 0 0,0-1 0 0 0,1 0 0 0 0,0-1 1 0 0,-16-15-1 0 0,21 17-62 0 0,0 0 1 0 0,1 0-1 0 0,0 0 1 0 0,0-1-1 0 0,1 1 1 0 0,-1-1 0 0 0,2 0-1 0 0,-1 0 1 0 0,1-1-1 0 0,1 1 1 0 0,-1-1 0 0 0,1 1-1 0 0,1-1 1 0 0,0 0-1 0 0,0 0 1 0 0,0 0-1 0 0,1 1 1 0 0,1-1 0 0 0,1-12-1 0 0,0 13-297 0 0,0 0 1 0 0,0 0-1 0 0,1 1 0 0 0,0-1 1 0 0,1 0-1 0 0,-1 1 0 0 0,2 0 1 0 0,-1 0-1 0 0,1 0 0 0 0,0 0 1 0 0,0 1-1 0 0,11-10 0 0 0,7-5-1810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1.6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18 416 0 0,'9'-17'3854'0'0,"-6"28"-2427"0"0,-6 39-1186 0 0,3-39 312 0 0,-5 97 495 0 0,11 109 0 0 0,1-118-876 0 0,-2-25-1663 0 0,-1-25-2333 0 0,-3-37 1884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1.9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0 852 0 0,'-5'6'1056'0'0,"1"-2"-104"0"0,4-4-96 0 0,-2 9-96 0 0,2-9-68 0 0,-4 6-91 0 0,4-6-113 0 0,-4 4-128 0 0,4-4-164 0 0,0 0-180 0 0,0 0-248 0 0,0 0-260 0 0,0 0-529 0 0,0 0-1103 0 0,0 0 496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9.6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227 9 44 0 0,'0'0'431'0'0,"-1"3"-44"0"0,-5 7 18 0 0,-1 0 0 0 0,0 0 1 0 0,-1-1-1 0 0,0 0 0 0 0,0 0 0 0 0,-1-1 0 0 0,0 0 0 0 0,-14 10 1 0 0,-23 22 761 0 0,-41 52 492 0 0,87-92-1657 0 0,0 0 0 0 0,0-1-1 0 0,0 1 1 0 0,1 0 0 0 0,-1 0-1 0 0,0 0 1 0 0,0-1 0 0 0,0 1-1 0 0,0 0 1 0 0,0 0 0 0 0,0 0-1 0 0,0-1 1 0 0,0 1 0 0 0,0 0-1 0 0,0 0 1 0 0,0 0 0 0 0,0-1-1 0 0,0 1 1 0 0,0 0 0 0 0,0 0-1 0 0,0 0 1 0 0,0-1 0 0 0,0 1-1 0 0,0 0 1 0 0,-1 0 0 0 0,1 0-1 0 0,0 0 1 0 0,0-1 0 0 0,0 1-1 0 0,0 0 1 0 0,0 0 0 0 0,0 0-1 0 0,-1 0 1 0 0,1-1 0 0 0,0 1-1 0 0,0 0 1 0 0,0 0 0 0 0,0 0-1 0 0,-1 0 1 0 0,1 0 0 0 0,0 0-1 0 0,0 0 1 0 0,0 0 0 0 0,-1 0-1 0 0,1-1 1 0 0,0 1 0 0 0,0 0-1 0 0,0 0 1 0 0,-1 0 0 0 0,1 0-1 0 0,0 0 1 0 0,0 0 0 0 0,0 0-1 0 0,-1 0 1 0 0,1 0 0 0 0,0 1-1 0 0,0-1 1 0 0,0 0 0 0 0,-1 0-1 0 0,1 0 1 0 0,0 0 0 0 0,0 0-1 0 0,0 0 1 0 0,0 0 0 0 0,-1 0-1 0 0,1 0 1 0 0,0 1 0 0 0,0-1-1 0 0,2-21-82 0 0,8-1-62 0 0,1-1-1 0 0,14-22 0 0 0,10-19 5 0 0,-32 60 148 0 0,-1-1-1 0 0,0 1 1 0 0,1-1-1 0 0,0 1 0 0 0,0 0 1 0 0,0 0-1 0 0,7-7 1 0 0,-9 11 16 0 0,-1 0-6 0 0,39-12 372 0 0,-35 11-370 0 0,-1 1 0 0 0,1 0 0 0 0,0 0 0 0 0,-1 1 0 0 0,1-1-1 0 0,-1 1 1 0 0,1 0 0 0 0,-1 0 0 0 0,0 0 0 0 0,1 0 0 0 0,-1 0 0 0 0,6 4 0 0 0,39 24 150 0 0,149 111 295 0 0,-134-86-177 0 0,-62-54-265 0 0,-19-3-2197 0 0,-5-1-1268 0 0,21 4 1803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9.9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0 180 0 0,'44'153'2903'0'0,"6"25"-1811"0"0,-49-171-1060 0 0,25 128 832 0 0,9 152 0 0 0,-35-270-808 0 0,2-1 0 0 0,0 1 0 0 0,0-1 0 0 0,8 23 0 0 0,-10-38-258 0 0,0-1-78 0 0,0 0-161 0 0,0 0-532 0 0,0 0-662 0 0,0 0 123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2.1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131 16 584 0 0,'-26'-4'2989'0'0,"20"4"-2427"0"0,-1-1 1 0 0,1 0-1 0 0,0 0 0 0 0,-11-4 1 0 0,16 4-489 0 0,0 1 1 0 0,0-1 0 0 0,0 1 0 0 0,0-1-1 0 0,-1 1 1 0 0,1 0 0 0 0,0 0-1 0 0,0 0 1 0 0,0 0 0 0 0,0-1 0 0 0,0 1-1 0 0,-1 1 1 0 0,1-1 0 0 0,0 0 0 0 0,0 0-1 0 0,0 0 1 0 0,0 1 0 0 0,0-1 0 0 0,0 0-1 0 0,0 1 1 0 0,0-1 0 0 0,0 1 0 0 0,0-1-1 0 0,-1 2 1 0 0,0-1-3 0 0,0 1 0 0 0,0 0-1 0 0,0 0 1 0 0,1 0 0 0 0,-1 0 0 0 0,1 1-1 0 0,-1-1 1 0 0,1 0 0 0 0,0 1 0 0 0,-1 2-1 0 0,-2 6 80 0 0,1 0 0 0 0,1 0 0 0 0,-3 19 0 0 0,4-16-15 0 0,0 1 0 0 0,1 0 0 0 0,0 0 0 0 0,1-1 0 0 0,6 29 0 0 0,-5-36-96 0 0,0 1-1 0 0,0-1 0 0 0,1 0 0 0 0,0 0 0 0 0,0 0 0 0 0,1 0 0 0 0,0 0 0 0 0,0-1 0 0 0,0 0 0 0 0,1 1 0 0 0,0-2 0 0 0,0 1 0 0 0,7 6 0 0 0,-10-11-33 0 0,0 1 0 0 0,0-1 0 0 0,0 0 1 0 0,1 1-1 0 0,-1-1 0 0 0,0 0 0 0 0,1 0 0 0 0,-1-1 0 0 0,0 1 1 0 0,1 0-1 0 0,-1-1 0 0 0,1 1 0 0 0,-1-1 0 0 0,1 0 0 0 0,0 0 1 0 0,-1 0-1 0 0,1 0 0 0 0,-1 0 0 0 0,5-2 0 0 0,-2 1-28 0 0,-1-1 0 0 0,0 0-1 0 0,0 0 1 0 0,1 0 0 0 0,-1 0-1 0 0,0-1 1 0 0,-1 1 0 0 0,1-1-1 0 0,-1 0 1 0 0,6-6 0 0 0,-5 5-32 0 0,1-1-1 0 0,-1 0 1 0 0,0 0 0 0 0,0 0-1 0 0,-1-1 1 0 0,0 0 0 0 0,0 1 0 0 0,0-1-1 0 0,-1 0 1 0 0,0 0 0 0 0,0-1 0 0 0,0 1-1 0 0,-1 0 1 0 0,0-1 0 0 0,0 1 0 0 0,0-8-1 0 0,-3 5-24 0 0,0 0 0 0 0,-1 0 0 0 0,1 0 0 0 0,-2 0 0 0 0,1 1 0 0 0,-1-1 0 0 0,-1 1 0 0 0,0 0 0 0 0,0 0 0 0 0,0 1-1 0 0,-1-1 1 0 0,0 1 0 0 0,-1 0 0 0 0,1 1 0 0 0,-1 0 0 0 0,0 0 0 0 0,-1 0 0 0 0,0 1 0 0 0,-10-6 0 0 0,18 11-30 0 0,-9-4 51 0 0,6 4-5058 0 0,3 0 3368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2.4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112 8 228 0 0,'-2'-1'128'0'0,"0"0"-1"0"0,0 0 0 0 0,0 0 1 0 0,-1 0-1 0 0,1 0 1 0 0,0 1-1 0 0,-1-1 1 0 0,1 1-1 0 0,0 0 1 0 0,-1 0-1 0 0,1 0 1 0 0,0 0-1 0 0,-1 0 1 0 0,1 0-1 0 0,0 0 1 0 0,-1 1-1 0 0,1-1 1 0 0,0 1-1 0 0,-1 0 1 0 0,1 0-1 0 0,0 0 1 0 0,0 0-1 0 0,0 0 1 0 0,0 0-1 0 0,0 0 1 0 0,0 1-1 0 0,-3 2 1 0 0,1 0-47 0 0,0-1 1 0 0,0 0-1 0 0,1 1 1 0 0,-1 0 0 0 0,1 0-1 0 0,0 0 1 0 0,0 0 0 0 0,1 1-1 0 0,-1-1 1 0 0,1 1 0 0 0,0-1-1 0 0,-2 9 1 0 0,2 0 35 0 0,0-1-1 0 0,1 1 1 0 0,0 0 0 0 0,1 0-1 0 0,1-1 1 0 0,2 19-1 0 0,22 77 400 0 0,-14-67-296 0 0,70 240 895 0 0,-77-268-1114 0 0,-1-6-189 0 0,-1 1 1 0 0,0-1-1 0 0,-1 1 0 0 0,2 13 0 0 0,-15-18-3322 0 0,-6-6 1776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2.7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69 452 0 0,'7'-4'580'0'0,"-1"0"-60"0"0,-2 1-76 0 0,3-1-72 0 0,-1-4-56 0 0,3 4-64 0 0,1-3-76 0 0,1-1-128 0 0,2 2-104 0 0,-5 0-112 0 0,5 1-324 0 0,-4-1-532 0 0,3 2 240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3.1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102 9 144 0 0,'-3'-1'421'0'0,"-1"-1"-294"0"0,0 1-1 0 0,0 0 1 0 0,0 0-1 0 0,-1 0 0 0 0,1 0 1 0 0,0 1-1 0 0,0 0 0 0 0,-1 0 1 0 0,1 0-1 0 0,0 0 1 0 0,0 1-1 0 0,0 0 0 0 0,-1 0 1 0 0,1 0-1 0 0,0 0 0 0 0,0 0 1 0 0,0 1-1 0 0,0 0 1 0 0,-5 3-1 0 0,8-2-60 0 0,-1 0 1 0 0,0 1-1 0 0,1-1 1 0 0,0 1-1 0 0,0-1 0 0 0,0 1 1 0 0,-1 6-1 0 0,3 7 130 0 0,1 1 0 0 0,1-1 0 0 0,6 23-1 0 0,2 11 136 0 0,-2-10 170 0 0,26 71 0 0 0,-15-55-184 0 0,-8-20-85 0 0,-1 0 1 0 0,-1 1 0 0 0,-2 1-1 0 0,4 65 1 0 0,-12-104-362 0 0,-2 13 299 0 0,2-12-285 0 0,0-1 0 0 0,0 0-1 0 0,0 1 1 0 0,0-1 0 0 0,0 0-1 0 0,-1 1 1 0 0,1-1 0 0 0,0 0-1 0 0,0 1 1 0 0,0-1 0 0 0,0 0-1 0 0,0 1 1 0 0,0-1-1 0 0,-1 0 1 0 0,1 1 0 0 0,0-1-1 0 0,0 0 1 0 0,0 0 0 0 0,-1 1-1 0 0,1-1 1 0 0,0 0 0 0 0,0 0-1 0 0,-1 1 1 0 0,1-1 0 0 0,0 0-1 0 0,0 0 1 0 0,-1 0 0 0 0,1 0-1 0 0,0 1 1 0 0,-1-1 0 0 0,1 0-1 0 0,0 0 1 0 0,-1 0 0 0 0,1 0-1 0 0,0 0 1 0 0,-1 0 0 0 0,1 0-1 0 0,0 0 1 0 0,-1 0 0 0 0,-23-13-1377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3.4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81 120 0 0,'0'0'744'0'0,"0"0"-88"0"0,4-4-88 0 0,-4 4-44 0 0,13-2-60 0 0,-7-2-84 0 0,5 2-72 0 0,-1-3-80 0 0,1-1-88 0 0,4-2-128 0 0,4-3-104 0 0,-4 1-100 0 0,6 2-116 0 0,-6 3-284 0 0,5-3-644 0 0,-5 0 284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3.7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127 5 316 0 0,'0'0'519'0'0,"0"0"-45"0"0,0 0-62 0 0,0 0-45 0 0,0 0-28 0 0,0 0-28 0 0,0 0-29 0 0,-4-1-54 0 0,-13-1-17 0 0,13 1-5 0 0,0 1-143 0 0,0 1 1 0 0,0 0-1 0 0,0 0 0 0 0,1 0 0 0 0,-1 0 1 0 0,0 1-1 0 0,1-1 0 0 0,-1 1 1 0 0,1 0-1 0 0,0 0 0 0 0,-1 0 0 0 0,-4 5 1 0 0,-32 34 512 0 0,39-40-561 0 0,0 1 0 0 0,0-1 0 0 0,0 1 0 0 0,0 0 0 0 0,0-1 0 0 0,1 1 0 0 0,-1 0 0 0 0,0 0 0 0 0,1 0 0 0 0,-1-1 0 0 0,1 1 0 0 0,0 0 0 0 0,-1 0 0 0 0,1 0 0 0 0,0 0 0 0 0,0 0 0 0 0,0 0 0 0 0,1 0 0 0 0,-1 0 0 0 0,0-1 0 0 0,1 1 0 0 0,-1 0 0 0 0,1 0 0 0 0,0 0 0 0 0,0 0 0 0 0,-1-1 0 0 0,1 1 0 0 0,0 0 0 0 0,0-1 0 0 0,1 1 0 0 0,-1-1 0 0 0,0 1 0 0 0,0-1 0 0 0,1 0 0 0 0,-1 1 0 0 0,1-1 1 0 0,1 1-1 0 0,9 7 18 0 0,0 0 1 0 0,0-1 0 0 0,27 12-1 0 0,-18-9 12 0 0,-10-4-24 0 0,0 0-1 0 0,0 0 1 0 0,-1 1-1 0 0,0 1 1 0 0,-1 0 0 0 0,13 14-1 0 0,-20-21 4 0 0,-1-1 0 0 0,1 1 0 0 0,-1 0 0 0 0,1 0 0 0 0,-1 0-1 0 0,0 0 1 0 0,0 0 0 0 0,0 0 0 0 0,0 1 0 0 0,0-1-1 0 0,-1 0 1 0 0,1 1 0 0 0,0-1 0 0 0,-1 0 0 0 0,0 1 0 0 0,0-1-1 0 0,1 0 1 0 0,-1 1 0 0 0,-1-1 0 0 0,1 0 0 0 0,0 1-1 0 0,-1-1 1 0 0,1 0 0 0 0,-1 1 0 0 0,1-1 0 0 0,-1 0 0 0 0,0 0-1 0 0,0 1 1 0 0,0-1 0 0 0,-1 0 0 0 0,1 0 0 0 0,0 0-1 0 0,-1 0 1 0 0,1-1 0 0 0,-1 1 0 0 0,0 0 0 0 0,1-1 0 0 0,-1 1-1 0 0,0-1 1 0 0,0 1 0 0 0,0-1 0 0 0,-4 2 0 0 0,1 0 10 0 0,-1 0 0 0 0,0-1 1 0 0,0 0-1 0 0,0 0 0 0 0,0 0 1 0 0,-9 1-1 0 0,5-1-52 0 0,8-2-6 0 0,1 1 0 0 0,0-1 1 0 0,-1 0-1 0 0,1-1 0 0 0,0 1 1 0 0,-1 0-1 0 0,1 0 0 0 0,0 0 1 0 0,-1-1-1 0 0,1 1 0 0 0,0-1 1 0 0,0 1-1 0 0,-1-1 0 0 0,1 1 1 0 0,0-1-1 0 0,0 0 0 0 0,0 0 1 0 0,0 0-1 0 0,0 1 0 0 0,0-1 1 0 0,0 0-1 0 0,0 0 0 0 0,0 0 1 0 0,1 0-1 0 0,-1-1 0 0 0,0 1 1 0 0,0 0-1 0 0,1 0 0 0 0,-1 0 1 0 0,1 0-1 0 0,-1-1 0 0 0,1 1 1 0 0,0 0-1 0 0,-1-1 0 0 0,1 1 1 0 0,0-2-1 0 0,-1-2-423 0 0,0 0 0 0 0,0 0 0 0 0,1 0 1 0 0,-1-1-1 0 0,1 1 0 0 0,0 0 0 0 0,2-10 0 0 0,5-2-1103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4.0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55 190 212 0 0,'10'-2'1159'0'0,"-7"-1"-1124"0"0,0 0 0 0 0,0 0 0 0 0,0-1 0 0 0,-1 1 0 0 0,1-1 0 0 0,-1 1 0 0 0,0-1 0 0 0,-1 0 0 0 0,1 0 0 0 0,0 0 0 0 0,-1 0 0 0 0,0 0 0 0 0,0 0 0 0 0,0 0 0 0 0,-1-1 0 0 0,1 1 0 0 0,-1 0 0 0 0,0 0 0 0 0,0-1 0 0 0,-1 1 0 0 0,0-5 0 0 0,0 3-70 0 0,1 1 1 0 0,-1 0 0 0 0,0-1-1 0 0,-1 1 1 0 0,1 0 0 0 0,-1 0-1 0 0,0 0 1 0 0,0 0 0 0 0,-1 0-1 0 0,1 1 1 0 0,-1-1-1 0 0,0 1 1 0 0,0 0 0 0 0,-1-1-1 0 0,1 1 1 0 0,-9-7 0 0 0,11 10 70 0 0,0 1 0 0 0,0-1 0 0 0,-1 0 1 0 0,1 0-1 0 0,0 0 0 0 0,0 1 0 0 0,-1-1 0 0 0,1 1 0 0 0,0-1 1 0 0,-1 1-1 0 0,1 0 0 0 0,-1-1 0 0 0,1 1 0 0 0,-1 0 1 0 0,1 0-1 0 0,0 0 0 0 0,-1 0 0 0 0,1 0 0 0 0,-1 0 0 0 0,1 0 1 0 0,-1 1-1 0 0,0-1 0 0 0,0 1 9 0 0,1 0 1 0 0,0 0-1 0 0,0 0 0 0 0,0 0 1 0 0,0 0-1 0 0,0 0 1 0 0,0 0-1 0 0,1 1 0 0 0,-1-1 1 0 0,0 0-1 0 0,0 0 0 0 0,1 1 1 0 0,-1-1-1 0 0,1 0 1 0 0,-1 1-1 0 0,1-1 0 0 0,-1 3 1 0 0,0 5 164 0 0,0-1 0 0 0,1 1-1 0 0,0 0 1 0 0,0-1 0 0 0,4 17 0 0 0,2-3 186 0 0,0 0 0 0 0,2-1-1 0 0,1 1 1 0 0,1-2 0 0 0,17 30-1 0 0,-19-37-234 0 0,-5-8-127 0 0,-1-1 1 0 0,1 0-1 0 0,1 0 0 0 0,-1 0 0 0 0,0 0 1 0 0,1-1-1 0 0,0 1 0 0 0,0-1 0 0 0,0 0 1 0 0,0 0-1 0 0,1 0 0 0 0,-1-1 0 0 0,6 3 1 0 0,-8-4-226 0 0,1 0 0 0 0,0 0 0 0 0,0 0 0 0 0,0-1 0 0 0,0 1 0 0 0,0-1 0 0 0,0 1 1 0 0,0-1-1 0 0,0 0 0 0 0,0 0 0 0 0,0 0 0 0 0,0-1 0 0 0,0 1 0 0 0,0-1 0 0 0,0 0 0 0 0,0 1 1 0 0,0-1-1 0 0,0-1 0 0 0,0 1 0 0 0,-1 0 0 0 0,1-1 0 0 0,0 1 0 0 0,2-3 0 0 0,7-7-1439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4.3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169 0 452 0 0,'-5'25'1410'0'0,"5"148"2004"0"0,4-128-2758 0 0,2-1 0 0 0,22 83 0 0 0,-16-76-461 0 0,-11-46-364 0 0,0-1-1 0 0,1 1 0 0 0,-1 0 0 0 0,1 0 0 0 0,0-1 1 0 0,0 1-1 0 0,1-1 0 0 0,3 6 0 0 0,-5-9-409 0 0,-1-1-423 0 0,0 0-640 0 0,0 0 126 0 0</inkml:trace>
  <inkml:trace contextRef="#ctx0" brushRef="#br0" timeOffset="1">0 184 376 0 0,'0'0'736'0'0,"0"0"-44"0"0,11-7-64 0 0,-3 5-20 0 0,5-2-24 0 0,-2 2-64 0 0,8-4-48 0 0,-4-3-68 0 0,2 3-20 0 0,4-2-75 0 0,1 3-97 0 0,5-9-112 0 0,3 3-76 0 0,0-7-184 0 0,0 7-232 0 0,-5-1-525 0 0,1 3-995 0 0,-7-3 440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5.3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94 117 144 0 0,'-6'-7'1137'0'0,"1"0"0"0"0,1-1 0 0 0,-1 0 0 0 0,-5-13 0 0 0,10 21-894 0 0,0 0-4 0 0,-1-1 79 0 0,1 1-303 0 0,0 0 1 0 0,0-1-1 0 0,0 1 0 0 0,-1 0 0 0 0,1 0 0 0 0,0 0 1 0 0,0 0-1 0 0,0 0 0 0 0,0 0 0 0 0,0-1 0 0 0,0 1 0 0 0,0 0 1 0 0,-1 0-1 0 0,1 0 0 0 0,0 0 0 0 0,0 0 0 0 0,0 0 1 0 0,0 0-1 0 0,0 0 0 0 0,-1 0 0 0 0,1 0 0 0 0,0 0 1 0 0,0 0-1 0 0,0 0 0 0 0,0 0 0 0 0,0 0 0 0 0,-1 0 0 0 0,1 0 1 0 0,0 0-1 0 0,0 0 0 0 0,0 0 0 0 0,0 0 0 0 0,0 0 1 0 0,-1 0-1 0 0,1 0 0 0 0,0 0 0 0 0,0 0 0 0 0,0 0 1 0 0,0 0-1 0 0,0 0 0 0 0,0 1 0 0 0,-1-1 0 0 0,1 0 1 0 0,0 0-1 0 0,0 0 0 0 0,0 0 0 0 0,0 0 0 0 0,0 0 0 0 0,0 1 1 0 0,-10 23 521 0 0,2 0 0 0 0,0 1 0 0 0,2 0 0 0 0,0 0 0 0 0,-2 45 0 0 0,9-69-1288 0 0,3-7 480 0 0,1-11 22 0 0,-6 1-76 0 0,0 1-1 0 0,-8-30 1 0 0,7 36 255 0 0,-1-1 0 0 0,1 1 1 0 0,1 0-1 0 0,0-1 1 0 0,0 0-1 0 0,1 1 1 0 0,0-1-1 0 0,1 1 1 0 0,3-19-1 0 0,-2 24 95 0 0,0 0 0 0 0,1 0 0 0 0,-1 0 0 0 0,1 0 0 0 0,0 1 0 0 0,0-1 1 0 0,0 1-1 0 0,0 0 0 0 0,6-5 0 0 0,-3 3 118 0 0,-5 4-120 0 0,-1 1-1 0 0,0 0-8 0 0,0 0 3 0 0,27 1 122 0 0,-8 3-98 0 0,0 2 0 0 0,-1 1 0 0 0,32 15 0 0 0,-27-11 36 0 0,41 13-1 0 0,-37-17-28 0 0,-8-2-25 0 0,1 0 1 0 0,-1 2 0 0 0,0 0-1 0 0,21 11 1 0 0,-40-14-2089 0 0,-9-1 1610 0 0,-16-4-2953 0 0,13-4 1812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5.7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72 0 0,'0'0'633'0'0,"4"2"-15"0"0,23 17 391 0 0,-1 1-1 0 0,-1 1 1 0 0,40 42-1 0 0,61 86 524 0 0,-105-124-1240 0 0,30 44 311 0 0,50 90 0 0 0,-86-126-1408 0 0,-13-19-3308 0 0,-2-12 2160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6.4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1 160 0 0,'0'0'579'0'0,"0"0"-5"0"0,0 0-9 0 0,0 0 0 0 0,0 0-10 0 0,1 4-33 0 0,5 18 22 0 0,1 1 0 0 0,1-1 0 0 0,1-1 0 0 0,1 0 0 0 0,1 0 0 0 0,15 21 0 0 0,29 59 682 0 0,-21-34-516 0 0,-25-52-467 0 0,0 1 0 0 0,-1 0 0 0 0,-1 1 0 0 0,0 0 0 0 0,6 28 0 0 0,-8-22-14 0 0,-2-7 50 0 0,0 0 0 0 0,1 28 0 0 0,-4-43-247 0 0,0-1-46 0 0,0 0-38 0 0,-5-13-56 0 0,1 0 1 0 0,1 0-1 0 0,0-1 0 0 0,1 1 0 0 0,1-1 0 0 0,0 1 0 0 0,0-1 0 0 0,3-22 0 0 0,-1 4-154 0 0,-1 25 148 0 0,1-1 0 0 0,0 1 0 0 0,0-1 0 0 0,1 1 0 0 0,-1-1 1 0 0,2 1-1 0 0,-1 0 0 0 0,1 0 0 0 0,4-8 0 0 0,-6 14 86 0 0,0-1 1 0 0,0 0-1 0 0,0 1 1 0 0,0-1-1 0 0,0 1 1 0 0,0-1-1 0 0,1 1 1 0 0,-1-1-1 0 0,0 1 1 0 0,1 0-1 0 0,-1 0 1 0 0,1 0-1 0 0,-1 0 0 0 0,1 0 1 0 0,0 0-1 0 0,-1 0 1 0 0,1 0-1 0 0,0 1 1 0 0,0-1-1 0 0,0 0 1 0 0,-1 1-1 0 0,1 0 1 0 0,0-1-1 0 0,0 1 1 0 0,0 0-1 0 0,0 0 1 0 0,0 0-1 0 0,0 0 1 0 0,-1 1-1 0 0,1-1 0 0 0,0 0 1 0 0,0 1-1 0 0,0-1 1 0 0,0 1-1 0 0,-1 0 1 0 0,1-1-1 0 0,0 1 1 0 0,-1 0-1 0 0,1 0 1 0 0,0 0-1 0 0,-1 0 1 0 0,2 2-1 0 0,7 5-34 0 0,-2-1 0 0 0,1 1 0 0 0,-1 0 0 0 0,0 1 0 0 0,-1 0 0 0 0,0 0 0 0 0,0 1-1 0 0,-1 0 1 0 0,0 0 0 0 0,-1 1 0 0 0,5 13 0 0 0,-8-18 65 0 0,1 0-1 0 0,-2 0 1 0 0,1 0-1 0 0,-1 1 1 0 0,0-1-1 0 0,0 0 1 0 0,0 1-1 0 0,-1-1 1 0 0,0 1-1 0 0,0-1 1 0 0,-1 1-1 0 0,0-1 1 0 0,0 0-1 0 0,-1 1 1 0 0,1-1-1 0 0,-1 0 1 0 0,-1 0-1 0 0,1 0 1 0 0,-1 0-1 0 0,0-1 1 0 0,-7 10-1 0 0,5-9-11 0 0,0-1-1 0 0,-1 0 1 0 0,0 0 0 0 0,0-1-1 0 0,0 0 1 0 0,0 0 0 0 0,-1 0-1 0 0,0-1 1 0 0,1 0 0 0 0,-1 0-1 0 0,-1-1 1 0 0,1 0 0 0 0,0 0-1 0 0,0-1 1 0 0,-15 2 0 0 0,21-3-20 0 0,0 0 0 0 0,0 0 0 0 0,0 0 0 0 0,0-1-1 0 0,0 1 1 0 0,0 0 0 0 0,0 0 0 0 0,0 0 0 0 0,0-1 0 0 0,0 1 0 0 0,0 0 0 0 0,0-1 0 0 0,1 1 0 0 0,-1-1 0 0 0,0 1 0 0 0,0-1 0 0 0,0 0 0 0 0,1 1 0 0 0,-1-1 0 0 0,0 0 0 0 0,1 1 0 0 0,-1-1 0 0 0,1 0 0 0 0,-1 0 0 0 0,1 1 0 0 0,-1-1 0 0 0,1 0 0 0 0,-1 0 0 0 0,1 0 0 0 0,0 0 0 0 0,-1 0 0 0 0,1 0 0 0 0,0-1-1 0 0,-1 0-296 0 0,1-1 0 0 0,0 1 0 0 0,0-1-1 0 0,0 1 1 0 0,0-1 0 0 0,1 1-1 0 0,-1-1 1 0 0,1 1 0 0 0,-1-1 0 0 0,3-3-1 0 0,0-5-1239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6.9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125 36 324 0 0,'-4'-6'751'0'0,"2"4"-524"0"0,1 0-1 0 0,-1 0 0 0 0,0 0 0 0 0,1 0 1 0 0,-1 0-1 0 0,0 0 0 0 0,0 0 1 0 0,0 1-1 0 0,0-1 0 0 0,0 1 1 0 0,-1-1-1 0 0,1 1 0 0 0,0 0 1 0 0,-1 0-1 0 0,1 0 0 0 0,-1 0 1 0 0,1 0-1 0 0,-4 0 0 0 0,4 1 84 0 0,-17 9 280 0 0,16-6-500 0 0,0-1 0 0 0,0 1 0 0 0,0-1 0 0 0,1 1 0 0 0,-1 0 0 0 0,1 0 0 0 0,-1 0 1 0 0,1 1-1 0 0,0-1 0 0 0,0 0 0 0 0,-2 7 0 0 0,-12 42 816 0 0,14-45-779 0 0,0 5 55 0 0,0 0 0 0 0,0 1-1 0 0,1-1 1 0 0,1 1 0 0 0,0-1 0 0 0,1 1-1 0 0,0-1 1 0 0,1 0 0 0 0,0 0-1 0 0,5 13 1 0 0,-5-16-118 0 0,1-1 0 0 0,0 0 0 0 0,0 0 1 0 0,1-1-1 0 0,0 1 0 0 0,1-1 0 0 0,-1 1 0 0 0,2-1 0 0 0,-1-1 0 0 0,1 1 1 0 0,-1-1-1 0 0,2 0 0 0 0,-1 0 0 0 0,1-1 0 0 0,9 7 0 0 0,-14-11-90 0 0,-1-1 0 0 0,1 1-1 0 0,-1 0 1 0 0,1-1 0 0 0,-1 1-1 0 0,1-1 1 0 0,-1 0-1 0 0,1 1 1 0 0,-1-1 0 0 0,1 0-1 0 0,0 0 1 0 0,-1 0 0 0 0,1 0-1 0 0,-1 0 1 0 0,1-1 0 0 0,-1 1-1 0 0,1 0 1 0 0,-1-1-1 0 0,1 1 1 0 0,-1-1 0 0 0,1 1-1 0 0,-1-1 1 0 0,1 0 0 0 0,-1 0-1 0 0,0 1 1 0 0,1-1 0 0 0,-1 0-1 0 0,0 0 1 0 0,0-1-1 0 0,0 1 1 0 0,0 0 0 0 0,0 0-1 0 0,0 0 1 0 0,0-1 0 0 0,0 1-1 0 0,0 0 1 0 0,0-1 0 0 0,-1 1-1 0 0,1-1 1 0 0,0-2-1 0 0,2-3-133 0 0,0 0 0 0 0,-1 0 0 0 0,0-1-1 0 0,0 1 1 0 0,0-1 0 0 0,-1 1 0 0 0,0-11-1 0 0,-3-8-388 0 0,-1 1 0 0 0,-1-1-1 0 0,-1 0 1 0 0,-14-42 0 0 0,19 62 122 0 0,8 17 361 0 0,9 23 139 0 0,53 157 191 0 0,-63-174-411 0 0,8 16-3290 0 0,-15-32 1992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7.3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151 0 120 0 0,'-6'3'291'0'0,"0"0"-1"0"0,0 0 1 0 0,1 1 0 0 0,-1-1-1 0 0,1 1 1 0 0,-1 0-1 0 0,1 1 1 0 0,0-1 0 0 0,1 1-1 0 0,-1 0 1 0 0,1 0 0 0 0,-6 9-1 0 0,9-10-214 0 0,-1-1 1 0 0,1 1-1 0 0,-1-1 0 0 0,1 1 0 0 0,0 0 1 0 0,0-1-1 0 0,1 1 0 0 0,-1 0 1 0 0,1 0-1 0 0,0 0 0 0 0,0 0 0 0 0,0-1 1 0 0,0 1-1 0 0,1 0 0 0 0,-1 0 0 0 0,1-1 1 0 0,0 1-1 0 0,0 0 0 0 0,1-1 0 0 0,-1 1 1 0 0,1-1-1 0 0,0 1 0 0 0,2 3 1 0 0,6 7 46 0 0,0-1 0 0 0,1 1 0 0 0,0-2 0 0 0,17 15 1 0 0,-11-11-63 0 0,-13-11-44 0 0,0-1 1 0 0,-1 1-1 0 0,1 0 1 0 0,-1 1-1 0 0,0-1 1 0 0,0 0-1 0 0,-1 1 0 0 0,1 0 1 0 0,-1-1-1 0 0,0 1 1 0 0,-1 0-1 0 0,0 0 1 0 0,0 0-1 0 0,0 1 1 0 0,0-1-1 0 0,-1 0 1 0 0,-1 12-1 0 0,-1-13 33 0 0,-1 1-1 0 0,0 0 1 0 0,0-1 0 0 0,0 1 0 0 0,-1-1-1 0 0,1 0 1 0 0,-1 0 0 0 0,0-1 0 0 0,-1 1-1 0 0,1-1 1 0 0,-1 0 0 0 0,0 0 0 0 0,0 0-1 0 0,0-1 1 0 0,-1 0 0 0 0,-8 5 0 0 0,10-6-41 0 0,0 0 1 0 0,-1-1 0 0 0,0 1 0 0 0,1-1-1 0 0,-1 0 1 0 0,0 0 0 0 0,1 0-1 0 0,-1 0 1 0 0,0-1 0 0 0,0 0 0 0 0,0 0-1 0 0,1 0 1 0 0,-1-1 0 0 0,0 0-1 0 0,0 0 1 0 0,1 0 0 0 0,-1 0 0 0 0,0-1-1 0 0,1 1 1 0 0,-1-1 0 0 0,-7-5-1 0 0,10 5-50 0 0,1 1-1 0 0,-1 0 0 0 0,1-1 0 0 0,-1 0 0 0 0,1 1 0 0 0,0-1 0 0 0,0 0 0 0 0,0 1 1 0 0,0-1-1 0 0,0 0 0 0 0,0 0 0 0 0,0 0 0 0 0,0 0 0 0 0,1 0 0 0 0,-1 0 0 0 0,1 0 1 0 0,0 0-1 0 0,-1 0 0 0 0,1 0 0 0 0,0-1 0 0 0,0 1 0 0 0,1 0 0 0 0,-1 0 0 0 0,0 0 1 0 0,1 0-1 0 0,-1 0 0 0 0,1 0 0 0 0,-1 0 0 0 0,1 0 0 0 0,0 0 0 0 0,0 0 0 0 0,0 0 1 0 0,0 1-1 0 0,2-4 0 0 0,2-3-477 0 0,0 1 1 0 0,1 0-1 0 0,-1 0 1 0 0,1 0-1 0 0,0 0 1 0 0,13-9-1 0 0,-1 2-993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7.6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26 174 256 0 0,'9'-11'152'0'0,"-1"1"0"0"0,-1-1 0 0 0,0-1-1 0 0,0 1 1 0 0,-1-1 0 0 0,-1 0 0 0 0,0-1 0 0 0,5-17 0 0 0,-7 1 128 0 0,-3 28-249 0 0,0 0-1 0 0,0 0 1 0 0,0 0 0 0 0,0 0-1 0 0,-1 0 1 0 0,1 0-1 0 0,0 0 1 0 0,0 0-1 0 0,-1 0 1 0 0,1 0 0 0 0,-1 0-1 0 0,1 0 1 0 0,-1 0-1 0 0,0 0 1 0 0,1 0-1 0 0,-1 0 1 0 0,0 1-1 0 0,1-1 1 0 0,-1 0 0 0 0,0 0-1 0 0,0 1 1 0 0,-1-2-1 0 0,1 2 200 0 0,-25 16 584 0 0,21-11-615 0 0,0 1-1 0 0,0 0 0 0 0,0 1 1 0 0,1-1-1 0 0,0 1 1 0 0,0 0-1 0 0,1 0 0 0 0,0 0 1 0 0,0 1-1 0 0,0-1 0 0 0,1 1 1 0 0,0-1-1 0 0,-1 15 1 0 0,2-9 70 0 0,0-1 0 0 0,0 0 0 0 0,2 0 0 0 0,-1 0 0 0 0,2 0 0 0 0,-1 0 0 0 0,2 0 0 0 0,4 16 0 0 0,-5-24-231 0 0,-1 1 0 0 0,1-1 0 0 0,0 0 0 0 0,0 0 0 0 0,0 0 0 0 0,1 0 0 0 0,-1-1 0 0 0,1 1 0 0 0,0-1 0 0 0,0 0 0 0 0,1 1 0 0 0,-1-1 0 0 0,0 0 0 0 0,1-1 1 0 0,0 1-1 0 0,0-1 0 0 0,0 0 0 0 0,0 0 0 0 0,0 0 0 0 0,0 0 0 0 0,0 0 0 0 0,1-1 0 0 0,-1 0 0 0 0,0 0 0 0 0,1 0 0 0 0,-1-1 0 0 0,1 1 0 0 0,-1-1 0 0 0,1 0 0 0 0,-1-1 0 0 0,6 0 0 0 0,9-2-1030 0 0,1 0 1 0 0,0-2-1 0 0,-1-1 0 0 0,0 0 0 0 0,30-15 0 0 0,-25 11-1323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7.9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1 148 0 0,'0'0'1072'0'0,"0"0"-120"0"0,0 0-108 0 0,0 0-124 0 0,0 0-132 0 0,-17 13-92 0 0,17-13-80 0 0,0 0-103 0 0,0 0-121 0 0,0 0-88 0 0,0 0-160 0 0,0 0-152 0 0,0 0-229 0 0,0 0-423 0 0,0 0-928 0 0,0 0 412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9/9/2020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.xml"/><Relationship Id="rId21" Type="http://schemas.openxmlformats.org/officeDocument/2006/relationships/image" Target="../media/image24.png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47" Type="http://schemas.openxmlformats.org/officeDocument/2006/relationships/image" Target="../media/image37.png"/><Relationship Id="rId50" Type="http://schemas.openxmlformats.org/officeDocument/2006/relationships/customXml" Target="../ink/ink31.xml"/><Relationship Id="rId55" Type="http://schemas.openxmlformats.org/officeDocument/2006/relationships/image" Target="../media/image41.png"/><Relationship Id="rId63" Type="http://schemas.openxmlformats.org/officeDocument/2006/relationships/image" Target="../media/image45.png"/><Relationship Id="rId7" Type="http://schemas.openxmlformats.org/officeDocument/2006/relationships/image" Target="../media/image17.png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29" Type="http://schemas.openxmlformats.org/officeDocument/2006/relationships/image" Target="../media/image28.png"/><Relationship Id="rId11" Type="http://schemas.openxmlformats.org/officeDocument/2006/relationships/image" Target="../media/image19.png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32.png"/><Relationship Id="rId40" Type="http://schemas.openxmlformats.org/officeDocument/2006/relationships/customXml" Target="../ink/ink26.xml"/><Relationship Id="rId45" Type="http://schemas.openxmlformats.org/officeDocument/2006/relationships/image" Target="../media/image36.png"/><Relationship Id="rId53" Type="http://schemas.openxmlformats.org/officeDocument/2006/relationships/image" Target="../media/image40.png"/><Relationship Id="rId58" Type="http://schemas.openxmlformats.org/officeDocument/2006/relationships/customXml" Target="../ink/ink35.xml"/><Relationship Id="rId66" Type="http://schemas.openxmlformats.org/officeDocument/2006/relationships/customXml" Target="../ink/ink39.xml"/><Relationship Id="rId5" Type="http://schemas.openxmlformats.org/officeDocument/2006/relationships/image" Target="../media/image16.png"/><Relationship Id="rId61" Type="http://schemas.openxmlformats.org/officeDocument/2006/relationships/image" Target="../media/image44.png"/><Relationship Id="rId19" Type="http://schemas.openxmlformats.org/officeDocument/2006/relationships/image" Target="../media/image23.png"/><Relationship Id="rId14" Type="http://schemas.openxmlformats.org/officeDocument/2006/relationships/customXml" Target="../ink/ink13.xml"/><Relationship Id="rId22" Type="http://schemas.openxmlformats.org/officeDocument/2006/relationships/customXml" Target="../ink/ink17.xml"/><Relationship Id="rId27" Type="http://schemas.openxmlformats.org/officeDocument/2006/relationships/image" Target="../media/image27.png"/><Relationship Id="rId30" Type="http://schemas.openxmlformats.org/officeDocument/2006/relationships/customXml" Target="../ink/ink21.xml"/><Relationship Id="rId35" Type="http://schemas.openxmlformats.org/officeDocument/2006/relationships/image" Target="../media/image31.png"/><Relationship Id="rId43" Type="http://schemas.openxmlformats.org/officeDocument/2006/relationships/image" Target="../media/image35.png"/><Relationship Id="rId48" Type="http://schemas.openxmlformats.org/officeDocument/2006/relationships/customXml" Target="../ink/ink30.xml"/><Relationship Id="rId56" Type="http://schemas.openxmlformats.org/officeDocument/2006/relationships/customXml" Target="../ink/ink34.xml"/><Relationship Id="rId64" Type="http://schemas.openxmlformats.org/officeDocument/2006/relationships/customXml" Target="../ink/ink38.xml"/><Relationship Id="rId8" Type="http://schemas.openxmlformats.org/officeDocument/2006/relationships/customXml" Target="../ink/ink10.xml"/><Relationship Id="rId51" Type="http://schemas.openxmlformats.org/officeDocument/2006/relationships/image" Target="../media/image39.png"/><Relationship Id="rId3" Type="http://schemas.openxmlformats.org/officeDocument/2006/relationships/image" Target="../media/image15.png"/><Relationship Id="rId12" Type="http://schemas.openxmlformats.org/officeDocument/2006/relationships/customXml" Target="../ink/ink12.xml"/><Relationship Id="rId17" Type="http://schemas.openxmlformats.org/officeDocument/2006/relationships/image" Target="../media/image22.png"/><Relationship Id="rId25" Type="http://schemas.openxmlformats.org/officeDocument/2006/relationships/image" Target="../media/image26.png"/><Relationship Id="rId33" Type="http://schemas.openxmlformats.org/officeDocument/2006/relationships/image" Target="../media/image30.png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59" Type="http://schemas.openxmlformats.org/officeDocument/2006/relationships/image" Target="../media/image43.png"/><Relationship Id="rId67" Type="http://schemas.openxmlformats.org/officeDocument/2006/relationships/image" Target="../media/image47.png"/><Relationship Id="rId20" Type="http://schemas.openxmlformats.org/officeDocument/2006/relationships/customXml" Target="../ink/ink16.xml"/><Relationship Id="rId41" Type="http://schemas.openxmlformats.org/officeDocument/2006/relationships/image" Target="../media/image34.png"/><Relationship Id="rId54" Type="http://schemas.openxmlformats.org/officeDocument/2006/relationships/customXml" Target="../ink/ink33.xml"/><Relationship Id="rId6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38.png"/><Relationship Id="rId57" Type="http://schemas.openxmlformats.org/officeDocument/2006/relationships/image" Target="../media/image42.png"/><Relationship Id="rId10" Type="http://schemas.openxmlformats.org/officeDocument/2006/relationships/customXml" Target="../ink/ink11.xml"/><Relationship Id="rId31" Type="http://schemas.openxmlformats.org/officeDocument/2006/relationships/image" Target="../media/image29.png"/><Relationship Id="rId44" Type="http://schemas.openxmlformats.org/officeDocument/2006/relationships/customXml" Target="../ink/ink28.xml"/><Relationship Id="rId52" Type="http://schemas.openxmlformats.org/officeDocument/2006/relationships/customXml" Target="../ink/ink32.xml"/><Relationship Id="rId60" Type="http://schemas.openxmlformats.org/officeDocument/2006/relationships/customXml" Target="../ink/ink36.xml"/><Relationship Id="rId65" Type="http://schemas.openxmlformats.org/officeDocument/2006/relationships/image" Target="../media/image46.png"/><Relationship Id="rId4" Type="http://schemas.openxmlformats.org/officeDocument/2006/relationships/customXml" Target="../ink/ink8.xml"/><Relationship Id="rId9" Type="http://schemas.openxmlformats.org/officeDocument/2006/relationships/image" Target="../media/image18.png"/><Relationship Id="rId13" Type="http://schemas.openxmlformats.org/officeDocument/2006/relationships/image" Target="../media/image20.png"/><Relationship Id="rId18" Type="http://schemas.openxmlformats.org/officeDocument/2006/relationships/customXml" Target="../ink/ink15.xml"/><Relationship Id="rId3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FB20-E2DC-4F72-B077-3DB14F2CD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447 Recitation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F6EEE-645A-4CD0-AD78-E6A015FC0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227032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2BDD-DCB7-4E58-B8ED-B6BFCE3C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6D563-F1CD-4186-BA85-0F7FF2198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(</a:t>
            </a:r>
            <a:r>
              <a:rPr lang="en-US" b="1" dirty="0"/>
              <a:t>very</a:t>
            </a:r>
            <a:r>
              <a:rPr lang="en-US" dirty="0"/>
              <a:t>) brief introduction to pointers</a:t>
            </a:r>
          </a:p>
          <a:p>
            <a:r>
              <a:rPr lang="en-US" dirty="0"/>
              <a:t>Pointers and Arrays</a:t>
            </a:r>
          </a:p>
          <a:p>
            <a:r>
              <a:rPr lang="en-US" dirty="0"/>
              <a:t>Q&amp;A on Lab 3?</a:t>
            </a:r>
          </a:p>
          <a:p>
            <a:pPr marL="0" indent="0">
              <a:buNone/>
            </a:pPr>
            <a:r>
              <a:rPr lang="en-US" dirty="0"/>
              <a:t>(If you have me as your 449 TA, a lot of this was covered last recitation)</a:t>
            </a:r>
          </a:p>
        </p:txBody>
      </p:sp>
    </p:spTree>
    <p:extLst>
      <p:ext uri="{BB962C8B-B14F-4D97-AF65-F5344CB8AC3E}">
        <p14:creationId xmlns:p14="http://schemas.microsoft.com/office/powerpoint/2010/main" val="300091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FB20-E2DC-4F72-B077-3DB14F2CD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353163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92F0-A47B-4FEB-96CA-A6D39CC2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Pointer?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A594-7A28-4A9E-AE3C-1B5016A79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pointer </a:t>
            </a:r>
            <a:r>
              <a:rPr lang="en-US" dirty="0"/>
              <a:t>is a variable that holds a memory address of another variable.</a:t>
            </a:r>
          </a:p>
          <a:p>
            <a:r>
              <a:rPr lang="en-US" dirty="0"/>
              <a:t>You can access a value a pointer points to using the </a:t>
            </a:r>
            <a:r>
              <a:rPr lang="en-US" b="1" dirty="0"/>
              <a:t>dereference operator (*)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19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4EFD-478E-475A-8DD5-6CE61302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Address-OF (&amp;)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42539-E31A-44B5-8AA8-71185E643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get the address of a variable via the </a:t>
            </a:r>
            <a:r>
              <a:rPr lang="en-US" b="1" dirty="0"/>
              <a:t>address-of operator (&amp;)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 x;</a:t>
            </a:r>
          </a:p>
          <a:p>
            <a:pPr marL="0" indent="0">
              <a:buNone/>
            </a:pPr>
            <a:r>
              <a:rPr lang="en-US" dirty="0"/>
              <a:t>int* p = &amp;x;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1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E614-5F50-4C2F-A563-009CAE73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1635-0224-4E3D-B298-753F9701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x = 10;</a:t>
            </a:r>
          </a:p>
          <a:p>
            <a:pPr marL="0" indent="0">
              <a:buNone/>
            </a:pPr>
            <a:r>
              <a:rPr lang="en-US" dirty="0"/>
              <a:t>int y = 20;</a:t>
            </a:r>
          </a:p>
          <a:p>
            <a:pPr marL="0" indent="0">
              <a:buNone/>
            </a:pPr>
            <a:r>
              <a:rPr lang="en-US" dirty="0"/>
              <a:t>int* p = &amp;x;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say “p points to x”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32CB4-4AEB-4BF6-8AA4-BA927B6DB0CB}"/>
              </a:ext>
            </a:extLst>
          </p:cNvPr>
          <p:cNvSpPr/>
          <p:nvPr/>
        </p:nvSpPr>
        <p:spPr>
          <a:xfrm>
            <a:off x="6631805" y="2829827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34974-ABB9-4974-A99B-4EEAEC5C45AD}"/>
              </a:ext>
            </a:extLst>
          </p:cNvPr>
          <p:cNvSpPr txBox="1"/>
          <p:nvPr/>
        </p:nvSpPr>
        <p:spPr>
          <a:xfrm>
            <a:off x="6096000" y="29706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C23A8-BE15-4061-8871-4915DAECD020}"/>
              </a:ext>
            </a:extLst>
          </p:cNvPr>
          <p:cNvSpPr/>
          <p:nvPr/>
        </p:nvSpPr>
        <p:spPr>
          <a:xfrm>
            <a:off x="6631806" y="3531749"/>
            <a:ext cx="1453414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18AAD-C306-424C-8AEF-1D978431BCA6}"/>
              </a:ext>
            </a:extLst>
          </p:cNvPr>
          <p:cNvSpPr txBox="1"/>
          <p:nvPr/>
        </p:nvSpPr>
        <p:spPr>
          <a:xfrm>
            <a:off x="6096000" y="367255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7C877-D89B-4478-BB41-E840AC7F1B39}"/>
              </a:ext>
            </a:extLst>
          </p:cNvPr>
          <p:cNvSpPr/>
          <p:nvPr/>
        </p:nvSpPr>
        <p:spPr>
          <a:xfrm>
            <a:off x="6631805" y="4284927"/>
            <a:ext cx="1453415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BB243-D3A1-4C9F-88B1-4186876AEF04}"/>
              </a:ext>
            </a:extLst>
          </p:cNvPr>
          <p:cNvSpPr txBox="1"/>
          <p:nvPr/>
        </p:nvSpPr>
        <p:spPr>
          <a:xfrm>
            <a:off x="6096000" y="44257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14:cNvPr>
              <p14:cNvContentPartPr/>
              <p14:nvPr/>
            </p14:nvContentPartPr>
            <p14:xfrm>
              <a:off x="8331224" y="3159880"/>
              <a:ext cx="635040" cy="1415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5584" y="3123880"/>
                <a:ext cx="706680" cy="14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88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 animBg="1"/>
      <p:bldP spid="8" grpId="0"/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E614-5F50-4C2F-A563-009CAE73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1635-0224-4E3D-B298-753F9701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 = &amp;y;</a:t>
            </a:r>
          </a:p>
          <a:p>
            <a:pPr marL="0" indent="0">
              <a:buNone/>
            </a:pPr>
            <a:r>
              <a:rPr lang="en-US" dirty="0"/>
              <a:t>int** pp = &amp;p;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32CB4-4AEB-4BF6-8AA4-BA927B6DB0CB}"/>
              </a:ext>
            </a:extLst>
          </p:cNvPr>
          <p:cNvSpPr/>
          <p:nvPr/>
        </p:nvSpPr>
        <p:spPr>
          <a:xfrm>
            <a:off x="6631805" y="2829827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34974-ABB9-4974-A99B-4EEAEC5C45AD}"/>
              </a:ext>
            </a:extLst>
          </p:cNvPr>
          <p:cNvSpPr txBox="1"/>
          <p:nvPr/>
        </p:nvSpPr>
        <p:spPr>
          <a:xfrm>
            <a:off x="6096000" y="29706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C23A8-BE15-4061-8871-4915DAECD020}"/>
              </a:ext>
            </a:extLst>
          </p:cNvPr>
          <p:cNvSpPr/>
          <p:nvPr/>
        </p:nvSpPr>
        <p:spPr>
          <a:xfrm>
            <a:off x="6631806" y="3531749"/>
            <a:ext cx="1453414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18AAD-C306-424C-8AEF-1D978431BCA6}"/>
              </a:ext>
            </a:extLst>
          </p:cNvPr>
          <p:cNvSpPr txBox="1"/>
          <p:nvPr/>
        </p:nvSpPr>
        <p:spPr>
          <a:xfrm>
            <a:off x="6096000" y="367255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7C877-D89B-4478-BB41-E840AC7F1B39}"/>
              </a:ext>
            </a:extLst>
          </p:cNvPr>
          <p:cNvSpPr/>
          <p:nvPr/>
        </p:nvSpPr>
        <p:spPr>
          <a:xfrm>
            <a:off x="6631805" y="4284927"/>
            <a:ext cx="1453415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BB243-D3A1-4C9F-88B1-4186876AEF04}"/>
              </a:ext>
            </a:extLst>
          </p:cNvPr>
          <p:cNvSpPr txBox="1"/>
          <p:nvPr/>
        </p:nvSpPr>
        <p:spPr>
          <a:xfrm>
            <a:off x="6096000" y="44257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14:cNvPr>
              <p14:cNvContentPartPr/>
              <p14:nvPr/>
            </p14:nvContentPartPr>
            <p14:xfrm>
              <a:off x="8331224" y="3159880"/>
              <a:ext cx="635040" cy="1415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5224" y="3123880"/>
                <a:ext cx="706680" cy="14875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EEAC7B0-0247-4EAD-BC4E-C8E2184EF1EC}"/>
              </a:ext>
            </a:extLst>
          </p:cNvPr>
          <p:cNvSpPr/>
          <p:nvPr/>
        </p:nvSpPr>
        <p:spPr>
          <a:xfrm>
            <a:off x="6636946" y="4288231"/>
            <a:ext cx="1453415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A8C50F-7F81-4160-AF95-4DD9AA5C5B69}"/>
                  </a:ext>
                </a:extLst>
              </p14:cNvPr>
              <p14:cNvContentPartPr/>
              <p14:nvPr/>
            </p14:nvContentPartPr>
            <p14:xfrm>
              <a:off x="8173360" y="3839560"/>
              <a:ext cx="423000" cy="766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A8C50F-7F81-4160-AF95-4DD9AA5C5B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7720" y="3803920"/>
                <a:ext cx="494640" cy="8380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4974FCB-9405-462F-A2CD-835F3EEE2E26}"/>
              </a:ext>
            </a:extLst>
          </p:cNvPr>
          <p:cNvSpPr/>
          <p:nvPr/>
        </p:nvSpPr>
        <p:spPr>
          <a:xfrm>
            <a:off x="6631805" y="5063834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2D0C8-7AF1-4801-A5C8-4966B480A434}"/>
              </a:ext>
            </a:extLst>
          </p:cNvPr>
          <p:cNvSpPr txBox="1"/>
          <p:nvPr/>
        </p:nvSpPr>
        <p:spPr>
          <a:xfrm>
            <a:off x="6096000" y="52046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20C181-0495-4EE1-B49B-2AD6E94FE40E}"/>
                  </a:ext>
                </a:extLst>
              </p14:cNvPr>
              <p14:cNvContentPartPr/>
              <p14:nvPr/>
            </p14:nvContentPartPr>
            <p14:xfrm>
              <a:off x="8234920" y="4731640"/>
              <a:ext cx="396720" cy="630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20C181-0495-4EE1-B49B-2AD6E94FE4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98920" y="4696000"/>
                <a:ext cx="468360" cy="7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338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 animBg="1"/>
      <p:bldP spid="8" grpId="0"/>
      <p:bldP spid="9" grpId="0" animBg="1"/>
      <p:bldP spid="10" grpId="0"/>
      <p:bldP spid="12" grpId="0" animBg="1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FB20-E2DC-4F72-B077-3DB14F2CD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 And Arrays</a:t>
            </a:r>
          </a:p>
        </p:txBody>
      </p:sp>
    </p:spTree>
    <p:extLst>
      <p:ext uri="{BB962C8B-B14F-4D97-AF65-F5344CB8AC3E}">
        <p14:creationId xmlns:p14="http://schemas.microsoft.com/office/powerpoint/2010/main" val="2658556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D1AC-49CB-4A6E-BDA9-98608B7B4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BE795-E899-4F4E-941D-280446223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can point to </a:t>
            </a:r>
            <a:r>
              <a:rPr lang="en-US" b="1" dirty="0"/>
              <a:t>one or more values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char* </a:t>
            </a:r>
            <a:r>
              <a:rPr lang="en-US" dirty="0"/>
              <a:t>may point to a single </a:t>
            </a:r>
            <a:r>
              <a:rPr lang="en-US" b="1" dirty="0"/>
              <a:t>char</a:t>
            </a:r>
            <a:r>
              <a:rPr lang="en-US" dirty="0"/>
              <a:t>, or to an </a:t>
            </a:r>
            <a:r>
              <a:rPr lang="en-US" b="1" dirty="0"/>
              <a:t>array of chars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DEB46CD-8E0A-4D06-B7DA-B025E7B0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578" y="3499133"/>
            <a:ext cx="3640344" cy="272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65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1B8A-99FF-450E-9CEA-5BD81424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E8774-E6B4-47EA-BA7A-007DDC3F2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char c = ‘x’;</a:t>
            </a:r>
          </a:p>
          <a:p>
            <a:pPr marL="0" indent="0">
              <a:buNone/>
            </a:pPr>
            <a:r>
              <a:rPr lang="en-US" dirty="0"/>
              <a:t>char* s = &amp;c;</a:t>
            </a:r>
          </a:p>
          <a:p>
            <a:pPr marL="0" indent="0">
              <a:buNone/>
            </a:pPr>
            <a:r>
              <a:rPr lang="en-US" dirty="0"/>
              <a:t>s = “hi!”;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“Pointing to a single value” is the same as “pointing to an array of length 1”!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E57118-DECC-4C2C-90EB-86400C7FD8FA}"/>
              </a:ext>
            </a:extLst>
          </p:cNvPr>
          <p:cNvSpPr/>
          <p:nvPr/>
        </p:nvSpPr>
        <p:spPr>
          <a:xfrm>
            <a:off x="6631805" y="2829827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‘x’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877F6-FEC0-4D95-8B82-20F97E90E988}"/>
              </a:ext>
            </a:extLst>
          </p:cNvPr>
          <p:cNvSpPr txBox="1"/>
          <p:nvPr/>
        </p:nvSpPr>
        <p:spPr>
          <a:xfrm>
            <a:off x="6096000" y="297063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9FFCF1-6ED5-45B7-B8EA-9115AEBC2933}"/>
              </a:ext>
            </a:extLst>
          </p:cNvPr>
          <p:cNvSpPr/>
          <p:nvPr/>
        </p:nvSpPr>
        <p:spPr>
          <a:xfrm>
            <a:off x="6631805" y="3569528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27BB2-96DB-4402-B712-DD6C1EB1F6B7}"/>
              </a:ext>
            </a:extLst>
          </p:cNvPr>
          <p:cNvSpPr txBox="1"/>
          <p:nvPr/>
        </p:nvSpPr>
        <p:spPr>
          <a:xfrm>
            <a:off x="6096000" y="3710335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E059B36-4287-4647-8BAA-B4D02E06C67D}"/>
                  </a:ext>
                </a:extLst>
              </p14:cNvPr>
              <p14:cNvContentPartPr/>
              <p14:nvPr/>
            </p14:nvContentPartPr>
            <p14:xfrm>
              <a:off x="8201800" y="3054760"/>
              <a:ext cx="543960" cy="761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E059B36-4287-4647-8BAA-B4D02E06C6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65800" y="3019120"/>
                <a:ext cx="615600" cy="8334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45BCA63-C944-4E03-8538-3B8B0067F26B}"/>
              </a:ext>
            </a:extLst>
          </p:cNvPr>
          <p:cNvGraphicFramePr>
            <a:graphicFrameLocks noGrp="1"/>
          </p:cNvGraphicFramePr>
          <p:nvPr/>
        </p:nvGraphicFramePr>
        <p:xfrm>
          <a:off x="5862320" y="4903221"/>
          <a:ext cx="377952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31271186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6887196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638660307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4015633276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‘h’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</a:t>
                      </a:r>
                      <a:r>
                        <a:rPr lang="en-US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‘!’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‘\0’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92661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40B7AE3-336A-487E-85DA-1F32F995C785}"/>
              </a:ext>
            </a:extLst>
          </p:cNvPr>
          <p:cNvSpPr/>
          <p:nvPr/>
        </p:nvSpPr>
        <p:spPr>
          <a:xfrm>
            <a:off x="6631805" y="3569528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string literal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0A74626-5856-4D6F-81EC-C4FCEB897C97}"/>
                  </a:ext>
                </a:extLst>
              </p14:cNvPr>
              <p14:cNvContentPartPr/>
              <p14:nvPr/>
            </p14:nvContentPartPr>
            <p14:xfrm>
              <a:off x="6305680" y="4126840"/>
              <a:ext cx="884160" cy="678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0A74626-5856-4D6F-81EC-C4FCEB897C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9680" y="4091200"/>
                <a:ext cx="955800" cy="74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230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  <p:bldP spid="6" grpId="0" animBg="1"/>
      <p:bldP spid="7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2EBA-0615-4979-9A5F-9B3A174D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value-at (Dereference)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D14B8-B52B-4038-B7B6-FD5B37B89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* </a:t>
            </a:r>
            <a:r>
              <a:rPr lang="en-US" dirty="0"/>
              <a:t>is the value-at operator: it’s the </a:t>
            </a:r>
            <a:r>
              <a:rPr lang="en-US" b="1" dirty="0"/>
              <a:t>inverse of &amp;</a:t>
            </a:r>
          </a:p>
          <a:p>
            <a:r>
              <a:rPr lang="en-US" dirty="0"/>
              <a:t>Every time you use it, you </a:t>
            </a:r>
            <a:r>
              <a:rPr lang="en-US" b="1" i="1" dirty="0"/>
              <a:t>remove </a:t>
            </a:r>
            <a:r>
              <a:rPr lang="en-US" dirty="0"/>
              <a:t>a star.</a:t>
            </a:r>
          </a:p>
          <a:p>
            <a:pPr marL="0" indent="0">
              <a:buNone/>
            </a:pPr>
            <a:r>
              <a:rPr lang="en-US" dirty="0"/>
              <a:t>2) It </a:t>
            </a:r>
            <a:r>
              <a:rPr lang="en-US" b="1" dirty="0"/>
              <a:t>accesses the variable </a:t>
            </a:r>
            <a:r>
              <a:rPr lang="en-US" dirty="0"/>
              <a:t>that a pointer </a:t>
            </a:r>
            <a:r>
              <a:rPr lang="en-US" b="1" dirty="0"/>
              <a:t>points to</a:t>
            </a:r>
            <a:endParaRPr lang="en-US" dirty="0"/>
          </a:p>
          <a:p>
            <a:r>
              <a:rPr lang="en-US" dirty="0"/>
              <a:t>We say that it “</a:t>
            </a:r>
            <a:r>
              <a:rPr lang="en-US" b="1" dirty="0"/>
              <a:t>dereferences</a:t>
            </a:r>
            <a:r>
              <a:rPr lang="en-US" dirty="0"/>
              <a:t>” a pointer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92B39A1-C3D6-473E-991C-7EE5AE781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42" y="2725881"/>
            <a:ext cx="2857722" cy="292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27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FB20-E2DC-4F72-B077-3DB14F2CD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Array-Indexing Operators</a:t>
            </a:r>
          </a:p>
        </p:txBody>
      </p:sp>
    </p:spTree>
    <p:extLst>
      <p:ext uri="{BB962C8B-B14F-4D97-AF65-F5344CB8AC3E}">
        <p14:creationId xmlns:p14="http://schemas.microsoft.com/office/powerpoint/2010/main" val="1070716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9F63-D15E-40F3-9B0B-E79D032D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Brackets Actually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E5D1-1C6F-4753-9169-3E848EBD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p[n] </a:t>
            </a:r>
            <a:r>
              <a:rPr lang="en-US" dirty="0"/>
              <a:t>in C really means “dereference address </a:t>
            </a:r>
            <a:r>
              <a:rPr lang="en-US" b="1" dirty="0"/>
              <a:t>p + n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s[2] </a:t>
            </a:r>
          </a:p>
          <a:p>
            <a:pPr marL="0" indent="0">
              <a:buNone/>
            </a:pPr>
            <a:r>
              <a:rPr lang="en-US" dirty="0"/>
              <a:t>= *(s+2)</a:t>
            </a:r>
          </a:p>
          <a:p>
            <a:pPr marL="0" indent="0">
              <a:buNone/>
            </a:pPr>
            <a:r>
              <a:rPr lang="en-US" dirty="0"/>
              <a:t>= *(2+s)</a:t>
            </a:r>
          </a:p>
          <a:p>
            <a:pPr marL="0" indent="0">
              <a:buNone/>
            </a:pPr>
            <a:r>
              <a:rPr lang="en-US" dirty="0"/>
              <a:t>= 2[s]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about values </a:t>
            </a:r>
            <a:r>
              <a:rPr lang="en-US" b="1" dirty="0"/>
              <a:t>bigger than a char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2C4B28-9754-4CE3-907A-378AB165E2AE}"/>
                  </a:ext>
                </a:extLst>
              </p14:cNvPr>
              <p14:cNvContentPartPr/>
              <p14:nvPr/>
            </p14:nvContentPartPr>
            <p14:xfrm>
              <a:off x="3269080" y="3959800"/>
              <a:ext cx="245520" cy="67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2C4B28-9754-4CE3-907A-378AB165E2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3440" y="3923800"/>
                <a:ext cx="317160" cy="74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16A66EC-C250-4153-BBEB-31C66F6DC7D5}"/>
              </a:ext>
            </a:extLst>
          </p:cNvPr>
          <p:cNvGrpSpPr/>
          <p:nvPr/>
        </p:nvGrpSpPr>
        <p:grpSpPr>
          <a:xfrm>
            <a:off x="3761560" y="4036480"/>
            <a:ext cx="3012120" cy="549720"/>
            <a:chOff x="3761560" y="4036480"/>
            <a:chExt cx="3012120" cy="54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354049-2DC6-4E69-BC76-A29061DDA833}"/>
                    </a:ext>
                  </a:extLst>
                </p14:cNvPr>
                <p14:cNvContentPartPr/>
                <p14:nvPr/>
              </p14:nvContentPartPr>
              <p14:xfrm>
                <a:off x="3761560" y="4042240"/>
                <a:ext cx="221400" cy="381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354049-2DC6-4E69-BC76-A29061DDA8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25560" y="4006600"/>
                  <a:ext cx="2930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78D5E4-C10E-4411-B0CC-B7867926B91A}"/>
                    </a:ext>
                  </a:extLst>
                </p14:cNvPr>
                <p14:cNvContentPartPr/>
                <p14:nvPr/>
              </p14:nvContentPartPr>
              <p14:xfrm>
                <a:off x="4093120" y="4229440"/>
                <a:ext cx="102600" cy="15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78D5E4-C10E-4411-B0CC-B7867926B9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57120" y="4193440"/>
                  <a:ext cx="174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0413DA4-D61C-4FB8-9265-6BB9486E5D94}"/>
                    </a:ext>
                  </a:extLst>
                </p14:cNvPr>
                <p14:cNvContentPartPr/>
                <p14:nvPr/>
              </p14:nvContentPartPr>
              <p14:xfrm>
                <a:off x="4363480" y="4200280"/>
                <a:ext cx="277560" cy="15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0413DA4-D61C-4FB8-9265-6BB9486E5D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7840" y="4164640"/>
                  <a:ext cx="3492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187F5BB-43FD-4E55-AF6D-7794A96A320F}"/>
                    </a:ext>
                  </a:extLst>
                </p14:cNvPr>
                <p14:cNvContentPartPr/>
                <p14:nvPr/>
              </p14:nvContentPartPr>
              <p14:xfrm>
                <a:off x="4759840" y="4202440"/>
                <a:ext cx="246240" cy="220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187F5BB-43FD-4E55-AF6D-7794A96A32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23840" y="4166800"/>
                  <a:ext cx="317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68BA8C-154C-4A60-BE9D-6CC6E1596A91}"/>
                    </a:ext>
                  </a:extLst>
                </p14:cNvPr>
                <p14:cNvContentPartPr/>
                <p14:nvPr/>
              </p14:nvContentPartPr>
              <p14:xfrm>
                <a:off x="5098240" y="4179760"/>
                <a:ext cx="180360" cy="150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68BA8C-154C-4A60-BE9D-6CC6E1596A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62240" y="4144120"/>
                  <a:ext cx="252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496331-5033-47C1-934D-7C0DE7E7FD93}"/>
                    </a:ext>
                  </a:extLst>
                </p14:cNvPr>
                <p14:cNvContentPartPr/>
                <p14:nvPr/>
              </p14:nvContentPartPr>
              <p14:xfrm>
                <a:off x="5356360" y="4129720"/>
                <a:ext cx="31680" cy="185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496331-5033-47C1-934D-7C0DE7E7FD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20720" y="4094080"/>
                  <a:ext cx="103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5FD46E-1B3C-4C55-AC75-D1D509EFB181}"/>
                    </a:ext>
                  </a:extLst>
                </p14:cNvPr>
                <p14:cNvContentPartPr/>
                <p14:nvPr/>
              </p14:nvContentPartPr>
              <p14:xfrm>
                <a:off x="5291920" y="4210000"/>
                <a:ext cx="342720" cy="127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5FD46E-1B3C-4C55-AC75-D1D509EFB1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56280" y="4174360"/>
                  <a:ext cx="414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803611-DF46-4A68-A11A-7541A5D536A1}"/>
                    </a:ext>
                  </a:extLst>
                </p14:cNvPr>
                <p14:cNvContentPartPr/>
                <p14:nvPr/>
              </p14:nvContentPartPr>
              <p14:xfrm>
                <a:off x="5725000" y="4143400"/>
                <a:ext cx="18360" cy="19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D803611-DF46-4A68-A11A-7541A5D536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89000" y="4107760"/>
                  <a:ext cx="90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FAB93B-DA57-4E24-8FF6-C48CE06CA14F}"/>
                    </a:ext>
                  </a:extLst>
                </p14:cNvPr>
                <p14:cNvContentPartPr/>
                <p14:nvPr/>
              </p14:nvContentPartPr>
              <p14:xfrm>
                <a:off x="5673520" y="4202800"/>
                <a:ext cx="225360" cy="111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FAB93B-DA57-4E24-8FF6-C48CE06CA1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37880" y="4167160"/>
                  <a:ext cx="297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4C0F89-B0E5-427B-8172-3C23D3336B7D}"/>
                    </a:ext>
                  </a:extLst>
                </p14:cNvPr>
                <p14:cNvContentPartPr/>
                <p14:nvPr/>
              </p14:nvContentPartPr>
              <p14:xfrm>
                <a:off x="6020920" y="4160320"/>
                <a:ext cx="9936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4C0F89-B0E5-427B-8172-3C23D3336B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84920" y="4124320"/>
                  <a:ext cx="171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4B801C-F532-4D85-803A-D36164824C5E}"/>
                    </a:ext>
                  </a:extLst>
                </p14:cNvPr>
                <p14:cNvContentPartPr/>
                <p14:nvPr/>
              </p14:nvContentPartPr>
              <p14:xfrm>
                <a:off x="6250960" y="4165000"/>
                <a:ext cx="25920" cy="13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4B801C-F532-4D85-803A-D36164824C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14960" y="4129360"/>
                  <a:ext cx="97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0FB922-5584-4E36-BE1A-2C1C4AC4CCA3}"/>
                    </a:ext>
                  </a:extLst>
                </p14:cNvPr>
                <p14:cNvContentPartPr/>
                <p14:nvPr/>
              </p14:nvContentPartPr>
              <p14:xfrm>
                <a:off x="6403960" y="4076080"/>
                <a:ext cx="21240" cy="20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0FB922-5584-4E36-BE1A-2C1C4AC4CCA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68320" y="4040080"/>
                  <a:ext cx="92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858477-2AA1-488A-A76B-07B24A958506}"/>
                    </a:ext>
                  </a:extLst>
                </p14:cNvPr>
                <p14:cNvContentPartPr/>
                <p14:nvPr/>
              </p14:nvContentPartPr>
              <p14:xfrm>
                <a:off x="6340240" y="4174720"/>
                <a:ext cx="272520" cy="411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858477-2AA1-488A-A76B-07B24A9585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04600" y="4138720"/>
                  <a:ext cx="3441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60D7EBE-22E5-48AE-ACF3-4DFE217FAB92}"/>
                    </a:ext>
                  </a:extLst>
                </p14:cNvPr>
                <p14:cNvContentPartPr/>
                <p14:nvPr/>
              </p14:nvContentPartPr>
              <p14:xfrm>
                <a:off x="6744160" y="4036480"/>
                <a:ext cx="10440" cy="227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60D7EBE-22E5-48AE-ACF3-4DFE217FAB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08520" y="4000840"/>
                  <a:ext cx="82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3B069E-E864-4D18-B0EF-20AE8C23C2B0}"/>
                    </a:ext>
                  </a:extLst>
                </p14:cNvPr>
                <p14:cNvContentPartPr/>
                <p14:nvPr/>
              </p14:nvContentPartPr>
              <p14:xfrm>
                <a:off x="6766480" y="4344280"/>
                <a:ext cx="7200" cy="10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3B069E-E864-4D18-B0EF-20AE8C23C2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30840" y="4308280"/>
                  <a:ext cx="7884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FB68C81-75D9-4403-8765-0AB402060F99}"/>
              </a:ext>
            </a:extLst>
          </p:cNvPr>
          <p:cNvGrpSpPr/>
          <p:nvPr/>
        </p:nvGrpSpPr>
        <p:grpSpPr>
          <a:xfrm>
            <a:off x="2314880" y="4607993"/>
            <a:ext cx="1647000" cy="685080"/>
            <a:chOff x="2336680" y="5035120"/>
            <a:chExt cx="164700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A99927-FBB2-4FA5-8B3E-81CDB8DD4D1A}"/>
                    </a:ext>
                  </a:extLst>
                </p14:cNvPr>
                <p14:cNvContentPartPr/>
                <p14:nvPr/>
              </p14:nvContentPartPr>
              <p14:xfrm>
                <a:off x="2457280" y="5035120"/>
                <a:ext cx="184680" cy="84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A99927-FBB2-4FA5-8B3E-81CDB8DD4D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21640" y="4999120"/>
                  <a:ext cx="256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FF8E35-D614-4C7A-AACB-5F67143B085F}"/>
                    </a:ext>
                  </a:extLst>
                </p14:cNvPr>
                <p14:cNvContentPartPr/>
                <p14:nvPr/>
              </p14:nvContentPartPr>
              <p14:xfrm>
                <a:off x="2530360" y="5077600"/>
                <a:ext cx="62640" cy="312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FF8E35-D614-4C7A-AACB-5F67143B08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94720" y="5041600"/>
                  <a:ext cx="1342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C06845-85FB-4009-B5A8-9CBB6DCE3F7F}"/>
                    </a:ext>
                  </a:extLst>
                </p14:cNvPr>
                <p14:cNvContentPartPr/>
                <p14:nvPr/>
              </p14:nvContentPartPr>
              <p14:xfrm>
                <a:off x="2336680" y="5537680"/>
                <a:ext cx="76680" cy="116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C06845-85FB-4009-B5A8-9CBB6DCE3F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01040" y="5501680"/>
                  <a:ext cx="148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B734AF-6622-4C47-BCBF-AC82795981CC}"/>
                    </a:ext>
                  </a:extLst>
                </p14:cNvPr>
                <p14:cNvContentPartPr/>
                <p14:nvPr/>
              </p14:nvContentPartPr>
              <p14:xfrm>
                <a:off x="2510920" y="5475040"/>
                <a:ext cx="48960" cy="245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B734AF-6622-4C47-BCBF-AC82795981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74920" y="5439040"/>
                  <a:ext cx="1206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B2A0A0-9717-453E-ACFD-E3204640A7B8}"/>
                    </a:ext>
                  </a:extLst>
                </p14:cNvPr>
                <p14:cNvContentPartPr/>
                <p14:nvPr/>
              </p14:nvContentPartPr>
              <p14:xfrm>
                <a:off x="2517400" y="5570440"/>
                <a:ext cx="41760" cy="25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B2A0A0-9717-453E-ACFD-E3204640A7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81400" y="5534440"/>
                  <a:ext cx="113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51D67C-4A43-43BA-B3D9-0FD86C774098}"/>
                    </a:ext>
                  </a:extLst>
                </p14:cNvPr>
                <p14:cNvContentPartPr/>
                <p14:nvPr/>
              </p14:nvContentPartPr>
              <p14:xfrm>
                <a:off x="2646640" y="5467120"/>
                <a:ext cx="51840" cy="244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51D67C-4A43-43BA-B3D9-0FD86C77409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10640" y="5431480"/>
                  <a:ext cx="123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8D8FDF-4F6F-4FA3-BE78-214603B94739}"/>
                    </a:ext>
                  </a:extLst>
                </p14:cNvPr>
                <p14:cNvContentPartPr/>
                <p14:nvPr/>
              </p14:nvContentPartPr>
              <p14:xfrm>
                <a:off x="2617120" y="5551000"/>
                <a:ext cx="63360" cy="29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8D8FDF-4F6F-4FA3-BE78-214603B947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81480" y="5515000"/>
                  <a:ext cx="135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CDE51F-DB0A-4051-B3F6-1129405B672A}"/>
                    </a:ext>
                  </a:extLst>
                </p14:cNvPr>
                <p14:cNvContentPartPr/>
                <p14:nvPr/>
              </p14:nvContentPartPr>
              <p14:xfrm>
                <a:off x="2766520" y="5536960"/>
                <a:ext cx="78480" cy="131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CDE51F-DB0A-4051-B3F6-1129405B67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30520" y="5501320"/>
                  <a:ext cx="150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4A0FE2-D14A-4972-B67C-34B39DD09164}"/>
                    </a:ext>
                  </a:extLst>
                </p14:cNvPr>
                <p14:cNvContentPartPr/>
                <p14:nvPr/>
              </p14:nvContentPartPr>
              <p14:xfrm>
                <a:off x="2917720" y="5531920"/>
                <a:ext cx="79200" cy="115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4A0FE2-D14A-4972-B67C-34B39DD091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1720" y="5496280"/>
                  <a:ext cx="150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55A5F5B-A565-4F50-A895-474A0359D476}"/>
                    </a:ext>
                  </a:extLst>
                </p14:cNvPr>
                <p14:cNvContentPartPr/>
                <p14:nvPr/>
              </p14:nvContentPartPr>
              <p14:xfrm>
                <a:off x="3005920" y="5474320"/>
                <a:ext cx="117000" cy="18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55A5F5B-A565-4F50-A895-474A0359D47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9920" y="5438320"/>
                  <a:ext cx="188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A3B99C-4D68-4714-A2C5-DA414D1403D0}"/>
                    </a:ext>
                  </a:extLst>
                </p14:cNvPr>
                <p14:cNvContentPartPr/>
                <p14:nvPr/>
              </p14:nvContentPartPr>
              <p14:xfrm>
                <a:off x="2862280" y="5085160"/>
                <a:ext cx="147600" cy="93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A3B99C-4D68-4714-A2C5-DA414D1403D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26280" y="5049160"/>
                  <a:ext cx="219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23F5978-A292-44C5-900B-34ECB8443ADA}"/>
                    </a:ext>
                  </a:extLst>
                </p14:cNvPr>
                <p14:cNvContentPartPr/>
                <p14:nvPr/>
              </p14:nvContentPartPr>
              <p14:xfrm>
                <a:off x="2909080" y="5131960"/>
                <a:ext cx="167040" cy="207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23F5978-A292-44C5-900B-34ECB8443A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73080" y="5096320"/>
                  <a:ext cx="238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EC4357-70B2-4C7C-A0EC-0F35E6DFE8D8}"/>
                    </a:ext>
                  </a:extLst>
                </p14:cNvPr>
                <p14:cNvContentPartPr/>
                <p14:nvPr/>
              </p14:nvContentPartPr>
              <p14:xfrm>
                <a:off x="3190960" y="5220520"/>
                <a:ext cx="148680" cy="225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EC4357-70B2-4C7C-A0EC-0F35E6DFE8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54960" y="5184880"/>
                  <a:ext cx="220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888670-48CF-46E5-A450-CF6B5009CA77}"/>
                    </a:ext>
                  </a:extLst>
                </p14:cNvPr>
                <p14:cNvContentPartPr/>
                <p14:nvPr/>
              </p14:nvContentPartPr>
              <p14:xfrm>
                <a:off x="3433240" y="5268760"/>
                <a:ext cx="91440" cy="142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888670-48CF-46E5-A450-CF6B5009CA7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97240" y="5233120"/>
                  <a:ext cx="163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5A62CC-DF7F-4E1F-B8F4-D6DF4850A029}"/>
                    </a:ext>
                  </a:extLst>
                </p14:cNvPr>
                <p14:cNvContentPartPr/>
                <p14:nvPr/>
              </p14:nvContentPartPr>
              <p14:xfrm>
                <a:off x="3565000" y="5247520"/>
                <a:ext cx="75240" cy="164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5A62CC-DF7F-4E1F-B8F4-D6DF4850A0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29000" y="5211520"/>
                  <a:ext cx="146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75DF85-850B-476B-BCA8-ACF6245C400E}"/>
                    </a:ext>
                  </a:extLst>
                </p14:cNvPr>
                <p14:cNvContentPartPr/>
                <p14:nvPr/>
              </p14:nvContentPartPr>
              <p14:xfrm>
                <a:off x="3718360" y="5243920"/>
                <a:ext cx="108720" cy="117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75DF85-850B-476B-BCA8-ACF6245C40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82360" y="5208280"/>
                  <a:ext cx="180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D29C1A-C62B-44EC-8D44-29C4C4872C6A}"/>
                    </a:ext>
                  </a:extLst>
                </p14:cNvPr>
                <p14:cNvContentPartPr/>
                <p14:nvPr/>
              </p14:nvContentPartPr>
              <p14:xfrm>
                <a:off x="3977200" y="5294320"/>
                <a:ext cx="6480" cy="5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D29C1A-C62B-44EC-8D44-29C4C4872C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41560" y="5258680"/>
                  <a:ext cx="78120" cy="7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78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15FB-FFBD-472F-A9B6-A8BC7801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FFADD-A246-4B20-B8CB-B027DAC16F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we add an offset to a pointer, the offset is </a:t>
                </a:r>
                <a:r>
                  <a:rPr lang="en-US" b="1" dirty="0"/>
                  <a:t>multiplied by the size of the item being pointed to </a:t>
                </a:r>
                <a:r>
                  <a:rPr lang="en-US" dirty="0"/>
                  <a:t>before being added to the base address.</a:t>
                </a:r>
              </a:p>
              <a:p>
                <a:r>
                  <a:rPr lang="en-US" dirty="0"/>
                  <a:t>For int pointers, we scale by 4.</a:t>
                </a:r>
              </a:p>
              <a:p>
                <a:pPr marL="0" indent="0">
                  <a:buNone/>
                </a:pPr>
                <a:r>
                  <a:rPr lang="en-US" dirty="0"/>
                  <a:t>int </a:t>
                </a:r>
                <a:r>
                  <a:rPr lang="en-US" dirty="0" err="1"/>
                  <a:t>arr</a:t>
                </a:r>
                <a:r>
                  <a:rPr lang="en-US" dirty="0"/>
                  <a:t>[3] = {1, 2, 3};</a:t>
                </a:r>
              </a:p>
              <a:p>
                <a:pPr marL="0" indent="0">
                  <a:buNone/>
                </a:pPr>
                <a:r>
                  <a:rPr lang="en-US" dirty="0"/>
                  <a:t>int* p = </a:t>
                </a:r>
                <a:r>
                  <a:rPr lang="en-US" dirty="0" err="1"/>
                  <a:t>arr</a:t>
                </a:r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*(</a:t>
                </a:r>
                <a:r>
                  <a:rPr lang="en-US" dirty="0" err="1"/>
                  <a:t>arr</a:t>
                </a:r>
                <a:r>
                  <a:rPr lang="en-US" dirty="0"/>
                  <a:t> + 1)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*(</a:t>
                </a:r>
                <a:r>
                  <a:rPr lang="en-US" dirty="0" err="1"/>
                  <a:t>arr</a:t>
                </a:r>
                <a:r>
                  <a:rPr lang="en-US" dirty="0"/>
                  <a:t> + 1*</a:t>
                </a:r>
                <a:r>
                  <a:rPr lang="en-US" dirty="0" err="1"/>
                  <a:t>sizeof</a:t>
                </a:r>
                <a:r>
                  <a:rPr lang="en-US" dirty="0"/>
                  <a:t>(int))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*(</a:t>
                </a:r>
                <a:r>
                  <a:rPr lang="en-US" dirty="0" err="1"/>
                  <a:t>arr</a:t>
                </a:r>
                <a:r>
                  <a:rPr lang="en-US" dirty="0"/>
                  <a:t> + 4)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FFADD-A246-4B20-B8CB-B027DAC16F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Pokemon Jigglypuff GIF - Pokemon Jigglypuff Angry - Discover &amp; Share GIFs">
            <a:extLst>
              <a:ext uri="{FF2B5EF4-FFF2-40B4-BE49-F238E27FC236}">
                <a16:creationId xmlns:a16="http://schemas.microsoft.com/office/drawing/2014/main" id="{ECAAD401-29C5-44E7-AE78-0C580C9A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471" y="3429000"/>
            <a:ext cx="2856393" cy="271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2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FB20-E2DC-4F72-B077-3DB14F2CD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2180166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E2F6-B20F-4C0E-92CB-CF01CE49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are just char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938E-F712-4D7E-8730-21E52BFBB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are just sequences of characters!</a:t>
            </a:r>
          </a:p>
          <a:p>
            <a:r>
              <a:rPr lang="en-US" dirty="0"/>
              <a:t>We indicate the end of a String using a </a:t>
            </a:r>
            <a:r>
              <a:rPr lang="en-US" b="1" dirty="0"/>
              <a:t>NULL TERMINATOR: ‘\0’</a:t>
            </a:r>
          </a:p>
          <a:p>
            <a:r>
              <a:rPr lang="en-US" dirty="0"/>
              <a:t>If we lose track of the NULL TERMINATOR, we’re pretty much screwed.</a:t>
            </a:r>
          </a:p>
        </p:txBody>
      </p:sp>
    </p:spTree>
    <p:extLst>
      <p:ext uri="{BB962C8B-B14F-4D97-AF65-F5344CB8AC3E}">
        <p14:creationId xmlns:p14="http://schemas.microsoft.com/office/powerpoint/2010/main" val="23540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FB20-E2DC-4F72-B077-3DB14F2CD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Hints for the Lab</a:t>
            </a:r>
          </a:p>
        </p:txBody>
      </p:sp>
    </p:spTree>
    <p:extLst>
      <p:ext uri="{BB962C8B-B14F-4D97-AF65-F5344CB8AC3E}">
        <p14:creationId xmlns:p14="http://schemas.microsoft.com/office/powerpoint/2010/main" val="1794176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DF8E-B037-417C-ABA9-56ADBF4F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6497-9ABB-40F6-98ED-1E6C38D8F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49187"/>
          </a:xfrm>
        </p:spPr>
        <p:txBody>
          <a:bodyPr>
            <a:noAutofit/>
          </a:bodyPr>
          <a:lstStyle/>
          <a:p>
            <a:r>
              <a:rPr lang="en-US" sz="1300" dirty="0"/>
              <a:t>It’s always easier to think about the </a:t>
            </a:r>
            <a:r>
              <a:rPr lang="en-US" sz="1300" b="1" dirty="0"/>
              <a:t>opposite condition</a:t>
            </a:r>
            <a:r>
              <a:rPr lang="en-US" sz="1300" dirty="0"/>
              <a:t> when we write loops and conditions in MIPS.</a:t>
            </a:r>
          </a:p>
          <a:p>
            <a:pPr lvl="1"/>
            <a:r>
              <a:rPr lang="en-US" sz="1100" dirty="0"/>
              <a:t>We always want to think about the exit condition first.</a:t>
            </a:r>
          </a:p>
          <a:p>
            <a:endParaRPr lang="en-US" sz="1300" dirty="0"/>
          </a:p>
          <a:p>
            <a:r>
              <a:rPr lang="en-US" sz="1300" dirty="0"/>
              <a:t>Remember what stores and loads do!</a:t>
            </a:r>
            <a:br>
              <a:rPr lang="en-US" sz="1300" dirty="0"/>
            </a:br>
            <a:endParaRPr lang="en-US" sz="1300" dirty="0"/>
          </a:p>
          <a:p>
            <a:r>
              <a:rPr lang="en-US" sz="1300" dirty="0"/>
              <a:t>When we perform an instruction like: </a:t>
            </a:r>
            <a:r>
              <a:rPr lang="en-US" sz="1300" b="1" dirty="0" err="1"/>
              <a:t>lb</a:t>
            </a:r>
            <a:r>
              <a:rPr lang="en-US" sz="1300" b="1" dirty="0"/>
              <a:t> a0, (t0) </a:t>
            </a:r>
            <a:r>
              <a:rPr lang="en-US" sz="1300" dirty="0"/>
              <a:t>we are getting the value of the pointer t0, at position 0.</a:t>
            </a:r>
          </a:p>
          <a:p>
            <a:pPr lvl="1"/>
            <a:endParaRPr lang="en-US" sz="1100" dirty="0"/>
          </a:p>
          <a:p>
            <a:r>
              <a:rPr lang="en-US" sz="1300" dirty="0"/>
              <a:t>When we pass things into a function, take note of the </a:t>
            </a:r>
            <a:r>
              <a:rPr lang="en-US" sz="1300" b="1" dirty="0"/>
              <a:t>argument registers</a:t>
            </a:r>
            <a:r>
              <a:rPr lang="en-US" sz="1300" dirty="0"/>
              <a:t>.</a:t>
            </a:r>
          </a:p>
          <a:p>
            <a:pPr marL="0" indent="0">
              <a:buNone/>
            </a:pPr>
            <a:endParaRPr lang="en-US" sz="1300" dirty="0"/>
          </a:p>
          <a:p>
            <a:r>
              <a:rPr lang="en-US" sz="1300" dirty="0"/>
              <a:t>When we want to use additional variables that we want to persist through different function calls, we ask for more </a:t>
            </a:r>
            <a:r>
              <a:rPr lang="en-US" sz="1300" b="1" dirty="0"/>
              <a:t>stack space</a:t>
            </a:r>
            <a:r>
              <a:rPr lang="en-US" sz="1300" dirty="0"/>
              <a:t>. </a:t>
            </a:r>
          </a:p>
          <a:p>
            <a:pPr lvl="1"/>
            <a:r>
              <a:rPr lang="en-US" sz="1300" dirty="0"/>
              <a:t>Note: We must balance our stack out. Otherwise, we’ll get A LOT of errors!! An unbalanced stack is no fun!!</a:t>
            </a:r>
          </a:p>
        </p:txBody>
      </p:sp>
    </p:spTree>
    <p:extLst>
      <p:ext uri="{BB962C8B-B14F-4D97-AF65-F5344CB8AC3E}">
        <p14:creationId xmlns:p14="http://schemas.microsoft.com/office/powerpoint/2010/main" val="190844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590</TotalTime>
  <Words>622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 Math</vt:lpstr>
      <vt:lpstr>Gill Sans MT</vt:lpstr>
      <vt:lpstr>Parcel</vt:lpstr>
      <vt:lpstr>CS 447 Recitation 2</vt:lpstr>
      <vt:lpstr>Logistics</vt:lpstr>
      <vt:lpstr>Pointers</vt:lpstr>
      <vt:lpstr>What is a Pointer?</vt:lpstr>
      <vt:lpstr>Address-OF (&amp;) Operator</vt:lpstr>
      <vt:lpstr>Pointers Example</vt:lpstr>
      <vt:lpstr>Pointers Example</vt:lpstr>
      <vt:lpstr>Pointers And Arrays</vt:lpstr>
      <vt:lpstr>Pointers and Arrays</vt:lpstr>
      <vt:lpstr>Arrays Example</vt:lpstr>
      <vt:lpstr>The value-at (Dereference) operator</vt:lpstr>
      <vt:lpstr>Array-Indexing Operators</vt:lpstr>
      <vt:lpstr>What the Brackets Actually do</vt:lpstr>
      <vt:lpstr>Scaling</vt:lpstr>
      <vt:lpstr>Strings</vt:lpstr>
      <vt:lpstr>Strings are just char arrays</vt:lpstr>
      <vt:lpstr>Hints for the Lab</vt:lpstr>
      <vt:lpstr>TIPS For the 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447 Recitation 2</dc:title>
  <dc:creator>Lu, Gordon</dc:creator>
  <cp:lastModifiedBy>Lu, Gordon</cp:lastModifiedBy>
  <cp:revision>3</cp:revision>
  <dcterms:created xsi:type="dcterms:W3CDTF">2020-09-09T23:01:15Z</dcterms:created>
  <dcterms:modified xsi:type="dcterms:W3CDTF">2020-09-10T08:51:24Z</dcterms:modified>
</cp:coreProperties>
</file>