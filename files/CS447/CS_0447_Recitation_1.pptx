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19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6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67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17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3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5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2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04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1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3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779B9E3-4CF2-4B8B-9CCE-289E678F7EE6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715D029-78C7-4EA0-84E7-4759107C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3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lu99331.github.io/index.html" TargetMode="External"/><Relationship Id="rId2" Type="http://schemas.openxmlformats.org/officeDocument/2006/relationships/hyperlink" Target="https://glu99331-office-hours.youcanbook.me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08852-BC17-4694-9925-837DC8D882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447 Recitation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2B600-F98B-401B-A6C3-6B13F1AF2E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3137104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2F80-371B-47CE-AD8E-33BC0E5B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DEB71-D4CC-4BD7-A82C-483646F3B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name is Gordon Lu!</a:t>
            </a:r>
          </a:p>
          <a:p>
            <a:r>
              <a:rPr lang="en-US" dirty="0"/>
              <a:t>I’m a CS/Econ/Math/Stat major! (</a:t>
            </a:r>
            <a:r>
              <a:rPr lang="en-US" dirty="0" err="1"/>
              <a:t>im</a:t>
            </a:r>
            <a:r>
              <a:rPr lang="en-US" dirty="0"/>
              <a:t> a nerd)</a:t>
            </a:r>
          </a:p>
          <a:p>
            <a:endParaRPr lang="en-US" dirty="0"/>
          </a:p>
          <a:p>
            <a:r>
              <a:rPr lang="en-US" dirty="0"/>
              <a:t>Contrary to the picture, I’m real friendly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75927-DF71-49D7-99DC-1167F4C6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087" y="2364036"/>
            <a:ext cx="2809777" cy="425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8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29A8-65B4-47B9-A342-A6C53BE3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32773-2ECC-4B10-B646-656384971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You can schedule office hours with me here: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https://glu99331-office-hours.youcanbook.me/</a:t>
            </a:r>
            <a:r>
              <a:rPr lang="en-US" dirty="0"/>
              <a:t> </a:t>
            </a:r>
          </a:p>
          <a:p>
            <a:r>
              <a:rPr lang="en-US" dirty="0"/>
              <a:t>Slides will be posted on my website: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https://glu99331.github.io/index.html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hate to see someone struggle, if you ever feel lost or feel down, I’m here for </a:t>
            </a:r>
            <a:r>
              <a:rPr lang="en-US" dirty="0" err="1"/>
              <a:t>ya</a:t>
            </a:r>
            <a:r>
              <a:rPr lang="en-US" dirty="0"/>
              <a:t>! I don’t want to see you suffer!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I’m not only limited to 447! Any CS class goes! 1501, 1550, anything!</a:t>
            </a:r>
          </a:p>
          <a:p>
            <a:r>
              <a:rPr lang="en-US" dirty="0"/>
              <a:t>That means in future semesters, you can still ask me for help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42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BF72-C256-4529-A6A1-74119F11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</a:t>
            </a:r>
            <a:r>
              <a:rPr lang="en-US" dirty="0" err="1"/>
              <a:t>MarS</a:t>
            </a:r>
            <a:r>
              <a:rPr lang="en-US" dirty="0"/>
              <a:t>: The Easy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ACC8E-4C0B-47F1-A29E-AF386E0A7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06316"/>
            <a:ext cx="7856140" cy="382122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3000" dirty="0"/>
              <a:t>What we’re going to need:</a:t>
            </a:r>
          </a:p>
          <a:p>
            <a:pPr marL="0" indent="0">
              <a:buNone/>
            </a:pPr>
            <a:br>
              <a:rPr lang="en-US" sz="3000" dirty="0"/>
            </a:br>
            <a:r>
              <a:rPr lang="en-US" sz="3000" dirty="0"/>
              <a:t>1) A new folder on the desktop named </a:t>
            </a:r>
            <a:r>
              <a:rPr lang="en-US" sz="3000" b="1" dirty="0"/>
              <a:t>“mars”</a:t>
            </a:r>
          </a:p>
          <a:p>
            <a:pPr marL="0" indent="0">
              <a:buNone/>
            </a:pPr>
            <a:r>
              <a:rPr lang="en-US" sz="3000" dirty="0"/>
              <a:t>2) The MIPS file inside of the </a:t>
            </a:r>
            <a:r>
              <a:rPr lang="en-US" sz="3000" b="1" dirty="0"/>
              <a:t>mars </a:t>
            </a:r>
            <a:r>
              <a:rPr lang="en-US" sz="3000" dirty="0"/>
              <a:t>folder</a:t>
            </a:r>
            <a:br>
              <a:rPr lang="en-US" sz="3000" dirty="0"/>
            </a:br>
            <a:endParaRPr lang="en-US" sz="3000" dirty="0"/>
          </a:p>
          <a:p>
            <a:r>
              <a:rPr lang="en-US" sz="3000" dirty="0"/>
              <a:t>Mac Users:</a:t>
            </a:r>
          </a:p>
          <a:p>
            <a:pPr marL="0" indent="0">
              <a:buNone/>
            </a:pPr>
            <a:r>
              <a:rPr lang="en-US" sz="3000" dirty="0"/>
              <a:t>We’re going to set a bunch of aliases to make our lives easier!</a:t>
            </a:r>
          </a:p>
          <a:p>
            <a:pPr marL="0" indent="0">
              <a:buNone/>
            </a:pPr>
            <a:r>
              <a:rPr lang="en-US" sz="3000" dirty="0"/>
              <a:t>1) Enter the following command in your Terminal:</a:t>
            </a:r>
          </a:p>
          <a:p>
            <a:pPr marL="0" indent="0">
              <a:buNone/>
            </a:pPr>
            <a:r>
              <a:rPr lang="en-US" sz="3000" b="1" dirty="0"/>
              <a:t>nano .</a:t>
            </a:r>
            <a:r>
              <a:rPr lang="en-US" sz="3000" b="1" dirty="0" err="1"/>
              <a:t>bash_profile</a:t>
            </a:r>
            <a:br>
              <a:rPr lang="en-US" sz="3000" b="1" dirty="0"/>
            </a:br>
            <a:r>
              <a:rPr lang="en-US" sz="3000" dirty="0"/>
              <a:t>- Make sure you’re in the root directory when you do this:</a:t>
            </a:r>
          </a:p>
          <a:p>
            <a:pPr marL="0" indent="0">
              <a:buNone/>
            </a:pPr>
            <a:r>
              <a:rPr lang="en-US" sz="3000" dirty="0"/>
              <a:t>2) Inside of the bash profile, put the following commands inside:</a:t>
            </a:r>
          </a:p>
          <a:p>
            <a:pPr marL="0" indent="0">
              <a:buNone/>
            </a:pPr>
            <a:r>
              <a:rPr lang="en-US" sz="3000" b="1" dirty="0"/>
              <a:t>alias mars=“cd desktop/mars”</a:t>
            </a:r>
          </a:p>
          <a:p>
            <a:pPr marL="0" indent="0">
              <a:buNone/>
            </a:pPr>
            <a:r>
              <a:rPr lang="en-US" sz="3000" b="1" dirty="0"/>
              <a:t>alias </a:t>
            </a:r>
            <a:r>
              <a:rPr lang="en-US" sz="3000" b="1" dirty="0" err="1"/>
              <a:t>mips</a:t>
            </a:r>
            <a:r>
              <a:rPr lang="en-US" sz="3000" b="1" dirty="0"/>
              <a:t>=”java –jar Mars_2211_0822.jar”</a:t>
            </a:r>
          </a:p>
          <a:p>
            <a:pPr marL="0" indent="0">
              <a:buNone/>
            </a:pPr>
            <a:r>
              <a:rPr lang="en-US" sz="3000" dirty="0"/>
              <a:t>- Now press </a:t>
            </a:r>
            <a:r>
              <a:rPr lang="en-US" sz="3000" b="1" dirty="0"/>
              <a:t>CTRL + O </a:t>
            </a:r>
            <a:r>
              <a:rPr lang="en-US" sz="3000" dirty="0"/>
              <a:t>followed by </a:t>
            </a:r>
            <a:r>
              <a:rPr lang="en-US" sz="3000" b="1" dirty="0"/>
              <a:t>CTRL + X</a:t>
            </a:r>
            <a:endParaRPr lang="en-US" sz="3000" dirty="0"/>
          </a:p>
          <a:p>
            <a:pPr marL="0" indent="0">
              <a:buNone/>
            </a:pPr>
            <a:r>
              <a:rPr lang="en-US" sz="3000" dirty="0"/>
              <a:t>3) Refresh the bash shell using the following command: </a:t>
            </a:r>
            <a:r>
              <a:rPr lang="en-US" sz="3000" b="1" dirty="0"/>
              <a:t>source ~/.</a:t>
            </a:r>
            <a:r>
              <a:rPr lang="en-US" sz="3000" b="1" dirty="0" err="1"/>
              <a:t>bash_profile</a:t>
            </a:r>
            <a:endParaRPr lang="en-US" sz="3000" b="1" dirty="0"/>
          </a:p>
          <a:p>
            <a:pPr marL="0" indent="0">
              <a:buNone/>
            </a:pPr>
            <a:endParaRPr lang="en-US" sz="1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42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ABB3A-7AB2-44EA-A097-4FD04AD8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Did I set it up Right?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066DA-7C6D-4BA8-80F5-5B0AED81F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Here’s how we test it works:</a:t>
            </a:r>
          </a:p>
          <a:p>
            <a:r>
              <a:rPr lang="en-US" sz="1800" dirty="0"/>
              <a:t>While we’re still in the </a:t>
            </a:r>
            <a:r>
              <a:rPr lang="en-US" sz="1800" b="1" dirty="0"/>
              <a:t>root directory</a:t>
            </a:r>
            <a:r>
              <a:rPr lang="en-US" sz="1800" dirty="0"/>
              <a:t>, enter the following sequence of commands:</a:t>
            </a:r>
          </a:p>
          <a:p>
            <a:r>
              <a:rPr lang="en-US" sz="1800" b="1" dirty="0"/>
              <a:t>mars</a:t>
            </a:r>
          </a:p>
          <a:p>
            <a:r>
              <a:rPr lang="en-US" sz="1800" b="1" dirty="0" err="1"/>
              <a:t>mips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If you set it up correctly, MIPS should open up!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96388A-188B-3849-BC5B-5782C963F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158" y="3863084"/>
            <a:ext cx="7080994" cy="651901"/>
          </a:xfrm>
          <a:prstGeom prst="rect">
            <a:avLst/>
          </a:prstGeom>
        </p:spPr>
      </p:pic>
      <p:pic>
        <p:nvPicPr>
          <p:cNvPr id="1026" name="Picture 2" descr="Poggers&quot; Postcard by stertube | Redbubble">
            <a:extLst>
              <a:ext uri="{FF2B5EF4-FFF2-40B4-BE49-F238E27FC236}">
                <a16:creationId xmlns:a16="http://schemas.microsoft.com/office/drawing/2014/main" id="{0C66DC2D-1019-48FE-B1BF-1780A2171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07" y="362453"/>
            <a:ext cx="1664418" cy="221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oggers&quot; Postcard by stertube | Redbubble">
            <a:extLst>
              <a:ext uri="{FF2B5EF4-FFF2-40B4-BE49-F238E27FC236}">
                <a16:creationId xmlns:a16="http://schemas.microsoft.com/office/drawing/2014/main" id="{9265DAD4-7553-4121-9811-D80AFFC70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296575" y="362453"/>
            <a:ext cx="1664418" cy="221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97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B48FA-2FB1-4D47-A3A7-B4CA1F370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DosKeys!!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DAA36-03B0-40F8-8BFC-20B6AFFE7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 Users, we’re </a:t>
            </a:r>
            <a:r>
              <a:rPr lang="en-US" dirty="0" err="1"/>
              <a:t>gonna</a:t>
            </a:r>
            <a:r>
              <a:rPr lang="en-US" dirty="0"/>
              <a:t> use DosKeys, since Windows doesn’t have the same commands as Macs!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 err="1"/>
              <a:t>doskey</a:t>
            </a:r>
            <a:r>
              <a:rPr lang="en-US" b="1" dirty="0"/>
              <a:t> </a:t>
            </a:r>
            <a:r>
              <a:rPr lang="en-US" dirty="0"/>
              <a:t>is just Window’s equivalent to Mac’s aliases!</a:t>
            </a:r>
          </a:p>
        </p:txBody>
      </p:sp>
    </p:spTree>
    <p:extLst>
      <p:ext uri="{BB962C8B-B14F-4D97-AF65-F5344CB8AC3E}">
        <p14:creationId xmlns:p14="http://schemas.microsoft.com/office/powerpoint/2010/main" val="4027154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98153-F708-49B2-98E0-2B11C9B9E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</a:t>
            </a:r>
            <a:r>
              <a:rPr lang="en-US" dirty="0" err="1"/>
              <a:t>Doskey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25B0-3CD1-4476-9AEE-7F464BF27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j-lt"/>
              </a:rPr>
              <a:t>1) Create a</a:t>
            </a:r>
            <a:r>
              <a:rPr lang="en-US" b="1" dirty="0">
                <a:latin typeface="+mj-lt"/>
              </a:rPr>
              <a:t> .</a:t>
            </a:r>
            <a:r>
              <a:rPr lang="en-US" b="1" dirty="0" err="1">
                <a:latin typeface="+mj-lt"/>
              </a:rPr>
              <a:t>cmd</a:t>
            </a:r>
            <a:r>
              <a:rPr lang="en-US" b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with DOSKEY commands.</a:t>
            </a:r>
          </a:p>
          <a:p>
            <a:r>
              <a:rPr lang="en-US" dirty="0">
                <a:latin typeface="+mj-lt"/>
              </a:rPr>
              <a:t>For example: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@echo off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:: aliases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DOSKEY mars</a:t>
            </a:r>
            <a:r>
              <a:rPr lang="en-US" sz="1800" dirty="0">
                <a:latin typeface="+mj-lt"/>
              </a:rPr>
              <a:t>=cd desktop/mars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DOSKEY </a:t>
            </a:r>
            <a:r>
              <a:rPr lang="en-US" dirty="0" err="1">
                <a:latin typeface="+mj-lt"/>
              </a:rPr>
              <a:t>mips</a:t>
            </a:r>
            <a:r>
              <a:rPr lang="en-US" dirty="0">
                <a:latin typeface="+mj-lt"/>
              </a:rPr>
              <a:t>=</a:t>
            </a:r>
            <a:r>
              <a:rPr lang="en-US" sz="1800" dirty="0">
                <a:latin typeface="+mj-lt"/>
              </a:rPr>
              <a:t>java –jar Mars_2211_0822.jar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2) Run regedit in your terminal, and navigate to </a:t>
            </a:r>
            <a:r>
              <a:rPr lang="en-US" b="0" i="0" dirty="0">
                <a:solidFill>
                  <a:srgbClr val="242729"/>
                </a:solidFill>
                <a:effectLst/>
                <a:latin typeface="+mj-lt"/>
              </a:rPr>
              <a:t>HKEY_LOCAL_MACHINE\SOFTWARE\Microsoft\Command Processor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242729"/>
                </a:solidFill>
                <a:latin typeface="+mj-lt"/>
              </a:rPr>
              <a:t>3) Add the String Value entry with the name </a:t>
            </a:r>
            <a:r>
              <a:rPr lang="en-US" sz="1800" dirty="0" err="1">
                <a:solidFill>
                  <a:srgbClr val="242729"/>
                </a:solidFill>
                <a:latin typeface="+mj-lt"/>
              </a:rPr>
              <a:t>AutoRun</a:t>
            </a:r>
            <a:r>
              <a:rPr lang="en-US" sz="1800" dirty="0">
                <a:solidFill>
                  <a:srgbClr val="242729"/>
                </a:solidFill>
                <a:latin typeface="+mj-lt"/>
              </a:rPr>
              <a:t> and the full path of your .bat/.</a:t>
            </a:r>
            <a:r>
              <a:rPr lang="en-US" sz="1800" dirty="0" err="1">
                <a:solidFill>
                  <a:srgbClr val="242729"/>
                </a:solidFill>
                <a:latin typeface="+mj-lt"/>
              </a:rPr>
              <a:t>cmd</a:t>
            </a:r>
            <a:r>
              <a:rPr lang="en-US" sz="1800" dirty="0">
                <a:solidFill>
                  <a:srgbClr val="242729"/>
                </a:solidFill>
                <a:latin typeface="+mj-lt"/>
              </a:rPr>
              <a:t> file.</a:t>
            </a: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21DC88-4620-4CD5-BF9F-0722CBDB6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062" y="5648064"/>
            <a:ext cx="527685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8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ABB3A-7AB2-44EA-A097-4FD04AD8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Did I set it up Right?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066DA-7C6D-4BA8-80F5-5B0AED81F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Here’s how we test it works:</a:t>
            </a:r>
          </a:p>
          <a:p>
            <a:r>
              <a:rPr lang="en-US" sz="1800" dirty="0"/>
              <a:t>While we’re still in the </a:t>
            </a:r>
            <a:r>
              <a:rPr lang="en-US" sz="1800" b="1" dirty="0"/>
              <a:t>root directory</a:t>
            </a:r>
            <a:r>
              <a:rPr lang="en-US" sz="1800" dirty="0"/>
              <a:t>, enter the following sequence of commands:</a:t>
            </a:r>
          </a:p>
          <a:p>
            <a:r>
              <a:rPr lang="en-US" sz="1800" b="1" dirty="0"/>
              <a:t>mars</a:t>
            </a:r>
          </a:p>
          <a:p>
            <a:r>
              <a:rPr lang="en-US" sz="1800" b="1" dirty="0" err="1"/>
              <a:t>mips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If you set it up correctly, MIPS should open up!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94F9F-7F84-4B53-BACC-4B648BAE7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85" y="3765172"/>
            <a:ext cx="2924175" cy="847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DAA027-9D7B-481C-ABDC-54941EB7C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5877" y="779944"/>
            <a:ext cx="2047174" cy="15582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C6C11C-A82F-4278-B4E8-C93901A76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8949" y="779944"/>
            <a:ext cx="2047174" cy="15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5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A644-E319-4F5B-BB18-B133B73CA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Hints for 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DDF54-E8FD-46CC-8616-FCFC1885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Never forget to invoke a </a:t>
            </a:r>
            <a:r>
              <a:rPr lang="en-US" b="1" dirty="0" err="1"/>
              <a:t>syscall</a:t>
            </a:r>
            <a:endParaRPr lang="en-US" dirty="0"/>
          </a:p>
          <a:p>
            <a:endParaRPr lang="en-US" dirty="0"/>
          </a:p>
          <a:p>
            <a:r>
              <a:rPr lang="en-US" dirty="0"/>
              <a:t>Always sketch out your control flow! </a:t>
            </a:r>
          </a:p>
          <a:p>
            <a:endParaRPr lang="en-US" dirty="0"/>
          </a:p>
          <a:p>
            <a:r>
              <a:rPr lang="en-US" dirty="0"/>
              <a:t>Always reuse variables, as long as they’re not being used again! </a:t>
            </a:r>
          </a:p>
          <a:p>
            <a:endParaRPr lang="en-US" dirty="0"/>
          </a:p>
          <a:p>
            <a:r>
              <a:rPr lang="en-US" dirty="0"/>
              <a:t>Loads gets from memory!</a:t>
            </a:r>
          </a:p>
          <a:p>
            <a:r>
              <a:rPr lang="en-US" dirty="0"/>
              <a:t>Stores writes to memory!</a:t>
            </a:r>
          </a:p>
        </p:txBody>
      </p:sp>
    </p:spTree>
    <p:extLst>
      <p:ext uri="{BB962C8B-B14F-4D97-AF65-F5344CB8AC3E}">
        <p14:creationId xmlns:p14="http://schemas.microsoft.com/office/powerpoint/2010/main" val="3355277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15A4-620D-45AF-A32B-AACF3037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Here are all the </a:t>
            </a:r>
            <a:r>
              <a:rPr lang="en-US" dirty="0" err="1"/>
              <a:t>Syscalls</a:t>
            </a:r>
            <a:r>
              <a:rPr lang="en-US" dirty="0"/>
              <a:t> You’ll Really need…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E8BDFCD-AE5D-0C4B-B599-A92C862F6060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15" y="2640917"/>
            <a:ext cx="11461989" cy="325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6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08852-BC17-4694-9925-837DC8D882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Any Questions??</a:t>
            </a:r>
          </a:p>
        </p:txBody>
      </p:sp>
    </p:spTree>
    <p:extLst>
      <p:ext uri="{BB962C8B-B14F-4D97-AF65-F5344CB8AC3E}">
        <p14:creationId xmlns:p14="http://schemas.microsoft.com/office/powerpoint/2010/main" val="30725999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100</TotalTime>
  <Words>536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Parcel</vt:lpstr>
      <vt:lpstr>CS 447 Recitation 1</vt:lpstr>
      <vt:lpstr>Who Am I?</vt:lpstr>
      <vt:lpstr>Logistics</vt:lpstr>
      <vt:lpstr>Opening MarS: The Easy Way</vt:lpstr>
      <vt:lpstr>Did I set it up Right?</vt:lpstr>
      <vt:lpstr>DosKeys!!</vt:lpstr>
      <vt:lpstr>Creating A Doskey</vt:lpstr>
      <vt:lpstr>Did I set it up Right?</vt:lpstr>
      <vt:lpstr>Hints for the Lab</vt:lpstr>
      <vt:lpstr>Here are all the Syscalls You’ll Really need…</vt:lpstr>
      <vt:lpstr>Any Questions??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447 Recitation 1</dc:title>
  <dc:creator>Lu, Gordon</dc:creator>
  <cp:lastModifiedBy>Lu, Gordon</cp:lastModifiedBy>
  <cp:revision>6</cp:revision>
  <dcterms:created xsi:type="dcterms:W3CDTF">2020-09-02T04:43:06Z</dcterms:created>
  <dcterms:modified xsi:type="dcterms:W3CDTF">2020-09-02T06:23:07Z</dcterms:modified>
</cp:coreProperties>
</file>