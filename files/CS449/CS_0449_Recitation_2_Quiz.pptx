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F2F09-95B0-45F5-9F03-691674BE9E4C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5FA5A-DE55-4AE0-81BF-4282CFE7A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6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1) What is the output of the following chunk of code?
https://www.polleverywhere.com/multiple_choice_polls/FPnTS4FG0qjx6EsCPKbQi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5FA5A-DE55-4AE0-81BF-4282CFE7A73B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192B1-2F32-4C7C-B4F6-F71B8C01938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73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2) What is the output of the following code?
https://www.polleverywhere.com/multiple_choice_polls/4FXtGLIi87SpLgccoPYG8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5FA5A-DE55-4AE0-81BF-4282CFE7A73B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252DD-F2A8-4BC1-85F1-6ABFFFEF06F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659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3) Does the following code work? If so, what does it output?
https://www.polleverywhere.com/multiple_choice_polls/p9bfLcplL8xdO8iX0Ejlv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5FA5A-DE55-4AE0-81BF-4282CFE7A73B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55C15-CEAD-4CA7-8B4F-8A3DB7B401A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79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4) What is the output of the following code?
https://www.polleverywhere.com/multiple_choice_polls/PvsLICwLTaEoaBELzD9QZ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5FA5A-DE55-4AE0-81BF-4282CFE7A73B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B8F72-7067-41E6-B4BE-CBEB412D9D5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58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5) What is the output of the following code?
https://www.polleverywhere.com/multiple_choice_polls/8yWtp60mGPiKQrL2MTkxs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5FA5A-DE55-4AE0-81BF-4282CFE7A73B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64380-C5CD-4437-88A8-D6B65A402EF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8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6) What is the output of the following code?
https://www.polleverywhere.com/multiple_choice_polls/NVt1Qz6TIuzeCFIts0j1I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5FA5A-DE55-4AE0-81BF-4282CFE7A73B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5E47A-3898-48E1-AC43-2DCA220749D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16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7) What is the output of the following code?
https://www.polleverywhere.com/multiple_choice_polls/M4AE2uk9DgLKyAK5OlQJE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5FA5A-DE55-4AE0-81BF-4282CFE7A73B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4CB4A-3B3F-48EC-ABBC-48FA7C5701D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499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8) What is the difference between the two chunks of code here?
https://www.polleverywhere.com/multiple_choice_polls/CeQxW2zvFiSzNZ2wW6nbY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5FA5A-DE55-4AE0-81BF-4282CFE7A73B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02CEC-B518-4AC1-B1DA-C40A24D4B27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98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9) What is the output of the following code?
https://www.polleverywhere.com/multiple_choice_polls/OR8D5tZGlE8fm0Kr09BYU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5FA5A-DE55-4AE0-81BF-4282CFE7A73B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F6F24-09D1-42C4-B2F5-539EDA4C3B5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36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07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9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87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04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29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73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42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8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52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37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009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666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813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354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114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820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24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4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770F-FA67-4A4B-B79E-26033968F9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CS449 Recitation 2 Quiz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54811-1522-4FB0-87C8-53FF6F2A4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389371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12546B-7720-4F99-891C-CD0975DD2EC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33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D9F44-07C5-4026-8647-D7D3EB72166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1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A53AB3-518C-4207-A368-1BFC7768A62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12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4A81B2-685A-40C7-9472-9DF03035D7C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0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C4A06B-0C3C-46AA-BF78-2ED5413A765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8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5AC10E-F9E4-4426-882D-91F3F192E47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00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A782C6-8856-4C25-870F-C8F41D0C56A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58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9C9EC3-8758-4C38-9CCE-59E332F7A0F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9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32AB8B-BE16-4AA4-B77A-1EC8F9E9C1F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616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35a3902-3b1d-4e3c-9452-d9ca5130879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5ad850e1-5dbb-425c-b631-fcf254f3a52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4016e72-3693-46cb-b2c9-51e994128b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157d298-482e-42d0-a9e7-46be5bcb0c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d5437bd-442e-4008-b2bc-244ce6d3baf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55201e5-5af2-4868-ba6b-d7bad84280f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b9c9817-2933-4aac-a9e0-85962b74eff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bf829cf-4f5d-47ed-93e5-d69d7dd12fc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7e2a3fa-c7ed-4a32-92a5-de9b91f62885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304</Words>
  <Application>Microsoft Office PowerPoint</Application>
  <PresentationFormat>Widescreen</PresentationFormat>
  <Paragraphs>20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Garamond</vt:lpstr>
      <vt:lpstr>Organic</vt:lpstr>
      <vt:lpstr>CS449 Recitation 2 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CS449 Recitation 2 Quiz</dc:title>
  <dc:creator>Lu, Gordon</dc:creator>
  <cp:lastModifiedBy>Lu, Gordon</cp:lastModifiedBy>
  <cp:revision>2</cp:revision>
  <dcterms:created xsi:type="dcterms:W3CDTF">2020-02-01T02:39:01Z</dcterms:created>
  <dcterms:modified xsi:type="dcterms:W3CDTF">2020-02-01T02:40:02Z</dcterms:modified>
</cp:coreProperties>
</file>