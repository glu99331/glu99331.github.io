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notesMasterIdLst>
    <p:notesMasterId r:id="rId25"/>
  </p:notesMasterIdLst>
  <p:sldIdLst>
    <p:sldId id="256" r:id="rId2"/>
    <p:sldId id="257" r:id="rId3"/>
    <p:sldId id="259" r:id="rId4"/>
    <p:sldId id="258" r:id="rId5"/>
    <p:sldId id="260" r:id="rId6"/>
    <p:sldId id="303" r:id="rId7"/>
    <p:sldId id="304" r:id="rId8"/>
    <p:sldId id="308" r:id="rId9"/>
    <p:sldId id="310" r:id="rId10"/>
    <p:sldId id="311" r:id="rId11"/>
    <p:sldId id="312" r:id="rId12"/>
    <p:sldId id="313" r:id="rId13"/>
    <p:sldId id="314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4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816069-27FA-46EC-8BAB-7A14697BBFBD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0A79F-5460-4F1B-A9B8-C5945A782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6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Review Session
https://www.polleverywhere.com/surveys/QyIm1nyVebKUifD9cfclR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0A79F-5460-4F1B-A9B8-C5945A782CCA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C4421D-6B99-4281-94AD-057F127D5FA4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67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Which of the following #include statements will copy and paste a user-defined header file?
https://www.polleverywhere.com/multiple_choice_polls/mPjFTkw8cp991L6IE0epy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0A79F-5460-4F1B-A9B8-C5945A782CCA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7E1F6F-C6AD-4D8A-BD79-82553D144C5B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35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77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061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831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2/21/2020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51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94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934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022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859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421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403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274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031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924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837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581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06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035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6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iscord.gg/tujnRJ8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ECE5-8F97-4903-9A0E-1B9FD9D476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449 Recitation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A8773-AA31-449C-806C-90E02AF9D6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274987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5BDFA-0BB7-4598-B489-26859FAA2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Announcement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61009-3E50-45B0-9667-9BF53A0FF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created a discord server: </a:t>
            </a:r>
            <a:r>
              <a:rPr lang="en-US" dirty="0">
                <a:hlinkClick r:id="rId2"/>
              </a:rPr>
              <a:t>https://discord.gg/tujnRJ8</a:t>
            </a:r>
            <a:r>
              <a:rPr lang="en-US" dirty="0"/>
              <a:t> </a:t>
            </a:r>
          </a:p>
          <a:p>
            <a:r>
              <a:rPr lang="en-US" dirty="0"/>
              <a:t>This will serve as a space for those to communicate with each other about assignments, and for me to help with homework and other stuff.</a:t>
            </a:r>
          </a:p>
          <a:p>
            <a:r>
              <a:rPr lang="en-US" dirty="0"/>
              <a:t>Also, before you submit your homework, check it with me! I’ll check your work and tell you if you’ve got any mistakes!!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763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B913-5618-42C7-B1B7-730728D5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the following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FF368-75B0-46A6-80FE-5A8C29AE0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free to invite everyone from the 449 &amp; 1501 classes for the review session I am planning.</a:t>
            </a:r>
          </a:p>
          <a:p>
            <a:r>
              <a:rPr lang="en-US" dirty="0"/>
              <a:t>I am willing to hold review sessions on multiple days!</a:t>
            </a:r>
          </a:p>
        </p:txBody>
      </p:sp>
    </p:spTree>
    <p:extLst>
      <p:ext uri="{BB962C8B-B14F-4D97-AF65-F5344CB8AC3E}">
        <p14:creationId xmlns:p14="http://schemas.microsoft.com/office/powerpoint/2010/main" val="3736287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026B3B-CD17-45C1-A0DE-E7AD49CCC00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93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F754B-2792-420F-A655-1D60816F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42B33-199F-45D2-9405-381F62A48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really want to cover processes, and threads, but… to do so, it’s a good idea to understand executables… CS 1550 is a course based on the 2</a:t>
            </a:r>
            <a:r>
              <a:rPr lang="en-US" baseline="30000" dirty="0"/>
              <a:t>nd</a:t>
            </a:r>
            <a:r>
              <a:rPr lang="en-US" dirty="0"/>
              <a:t> half of 449, so it’s critical that you understand processes, basic scheduling and synchronization primitives!</a:t>
            </a:r>
          </a:p>
          <a:p>
            <a:r>
              <a:rPr lang="en-US" dirty="0"/>
              <a:t>So, let’s go over multi-file compilation, and next week, I’ll do a crash course on x86, and linking, loading, and function pointers!</a:t>
            </a:r>
          </a:p>
        </p:txBody>
      </p:sp>
    </p:spTree>
    <p:extLst>
      <p:ext uri="{BB962C8B-B14F-4D97-AF65-F5344CB8AC3E}">
        <p14:creationId xmlns:p14="http://schemas.microsoft.com/office/powerpoint/2010/main" val="2333728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Multi-File Development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6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B7E5E-BB72-4D75-9501-2E52CD2D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Preprocessor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4E50E-1073-49F5-BE3D-1AE05DB58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just automated copy and paste!</a:t>
            </a:r>
          </a:p>
          <a:p>
            <a:r>
              <a:rPr lang="en-US" b="1" dirty="0"/>
              <a:t>Directives </a:t>
            </a:r>
            <a:r>
              <a:rPr lang="en-US" dirty="0"/>
              <a:t>are the lines that start with </a:t>
            </a:r>
            <a:r>
              <a:rPr lang="en-US" b="1" dirty="0"/>
              <a:t>#</a:t>
            </a:r>
            <a:r>
              <a:rPr lang="en-US" dirty="0"/>
              <a:t>: like </a:t>
            </a:r>
            <a:r>
              <a:rPr lang="en-US" b="1" dirty="0"/>
              <a:t>#include</a:t>
            </a:r>
            <a:endParaRPr lang="en-US" dirty="0"/>
          </a:p>
          <a:p>
            <a:r>
              <a:rPr lang="en-US" dirty="0"/>
              <a:t>These directive tell the preprocessor what to copy and paste!</a:t>
            </a:r>
          </a:p>
        </p:txBody>
      </p:sp>
    </p:spTree>
    <p:extLst>
      <p:ext uri="{BB962C8B-B14F-4D97-AF65-F5344CB8AC3E}">
        <p14:creationId xmlns:p14="http://schemas.microsoft.com/office/powerpoint/2010/main" val="2070264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C4661A-B283-42B9-96A4-F68DD52EE72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76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41ECC-9B66-42AA-B96B-43F5020DF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#include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9D80A-2C63-4FD5-84C7-9D33E022F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#include copies the </a:t>
            </a:r>
            <a:r>
              <a:rPr lang="en-US" b="1" dirty="0"/>
              <a:t>entire contents </a:t>
            </a:r>
            <a:r>
              <a:rPr lang="en-US" dirty="0"/>
              <a:t>of the specified header file.</a:t>
            </a:r>
          </a:p>
          <a:p>
            <a:r>
              <a:rPr lang="en-US" b="1" dirty="0"/>
              <a:t>#include &lt;</a:t>
            </a:r>
            <a:r>
              <a:rPr lang="en-US" b="1" dirty="0" err="1"/>
              <a:t>filename.h</a:t>
            </a:r>
            <a:r>
              <a:rPr lang="en-US" b="1" dirty="0"/>
              <a:t>&gt;:</a:t>
            </a:r>
            <a:r>
              <a:rPr lang="en-US" dirty="0"/>
              <a:t> Include a </a:t>
            </a:r>
            <a:r>
              <a:rPr lang="en-US" b="1" dirty="0"/>
              <a:t>standard library</a:t>
            </a:r>
            <a:r>
              <a:rPr lang="en-US" dirty="0"/>
              <a:t> header</a:t>
            </a:r>
          </a:p>
          <a:p>
            <a:r>
              <a:rPr lang="en-US" b="1" dirty="0"/>
              <a:t>#include "</a:t>
            </a:r>
            <a:r>
              <a:rPr lang="en-US" b="1" dirty="0" err="1"/>
              <a:t>filename.h</a:t>
            </a:r>
            <a:r>
              <a:rPr lang="en-US" b="1" dirty="0"/>
              <a:t>":</a:t>
            </a:r>
            <a:r>
              <a:rPr lang="en-US" dirty="0"/>
              <a:t> Include </a:t>
            </a:r>
            <a:r>
              <a:rPr lang="en-US" b="1" dirty="0"/>
              <a:t>some other</a:t>
            </a:r>
            <a:r>
              <a:rPr lang="en-US" dirty="0"/>
              <a:t> header</a:t>
            </a:r>
          </a:p>
        </p:txBody>
      </p:sp>
    </p:spTree>
    <p:extLst>
      <p:ext uri="{BB962C8B-B14F-4D97-AF65-F5344CB8AC3E}">
        <p14:creationId xmlns:p14="http://schemas.microsoft.com/office/powerpoint/2010/main" val="147229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18873-B0F3-447E-B1F0-E2EC5ADA4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Multi-file Compilation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DDAB0-92F6-4073-A8E2-DF47B9604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C source file is compiled </a:t>
            </a:r>
            <a:r>
              <a:rPr lang="en-US" b="1" dirty="0"/>
              <a:t>independently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This is a </a:t>
            </a:r>
            <a:r>
              <a:rPr lang="en-US" b="1" dirty="0"/>
              <a:t>translation unit:</a:t>
            </a:r>
            <a:r>
              <a:rPr lang="en-US" dirty="0"/>
              <a:t> Each source file </a:t>
            </a:r>
            <a:r>
              <a:rPr lang="en-US" dirty="0">
                <a:sym typeface="Wingdings" panose="05000000000000000000" pitchFamily="2" charset="2"/>
              </a:rPr>
              <a:t>has</a:t>
            </a:r>
            <a:r>
              <a:rPr lang="en-US" dirty="0"/>
              <a:t> one object file!</a:t>
            </a:r>
          </a:p>
          <a:p>
            <a:r>
              <a:rPr lang="en-US" dirty="0"/>
              <a:t>Multiple translation units then </a:t>
            </a:r>
            <a:r>
              <a:rPr lang="en-US" b="1" dirty="0"/>
              <a:t>linked</a:t>
            </a:r>
            <a:r>
              <a:rPr lang="en-US" dirty="0"/>
              <a:t> to make one program</a:t>
            </a:r>
          </a:p>
        </p:txBody>
      </p:sp>
    </p:spTree>
    <p:extLst>
      <p:ext uri="{BB962C8B-B14F-4D97-AF65-F5344CB8AC3E}">
        <p14:creationId xmlns:p14="http://schemas.microsoft.com/office/powerpoint/2010/main" val="922094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B842-05C4-466A-8376-098DF8F5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Headers!!!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4F66C-6DCF-419B-A753-938DAA6FC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Each compilation unit usually has its own header file!</a:t>
            </a:r>
          </a:p>
          <a:p>
            <a:r>
              <a:rPr lang="en-US" dirty="0"/>
              <a:t>Think about this in terms of Java:</a:t>
            </a:r>
          </a:p>
          <a:p>
            <a:pPr marL="457200" indent="-457200">
              <a:buAutoNum type="arabicParenR"/>
            </a:pPr>
            <a:r>
              <a:rPr lang="en-US" dirty="0"/>
              <a:t>Header File is like the compilation unit’s public interface</a:t>
            </a:r>
          </a:p>
          <a:p>
            <a:pPr marL="457200" indent="-457200">
              <a:buAutoNum type="arabicParenR"/>
            </a:pPr>
            <a:r>
              <a:rPr lang="en-US" dirty="0"/>
              <a:t>The source code is like the compilation unit’s private implementation</a:t>
            </a:r>
          </a:p>
          <a:p>
            <a:r>
              <a:rPr lang="en-US" dirty="0"/>
              <a:t>Each source file includes its own header</a:t>
            </a:r>
          </a:p>
          <a:p>
            <a:r>
              <a:rPr lang="en-US" dirty="0"/>
              <a:t>But… it can include headers of </a:t>
            </a:r>
            <a:r>
              <a:rPr lang="en-US" b="1" i="1" dirty="0"/>
              <a:t>other</a:t>
            </a:r>
            <a:r>
              <a:rPr lang="en-US" dirty="0"/>
              <a:t> compilation units</a:t>
            </a:r>
          </a:p>
          <a:p>
            <a:r>
              <a:rPr lang="en-US" dirty="0"/>
              <a:t>Each source file can </a:t>
            </a:r>
            <a:r>
              <a:rPr lang="en-US" b="1" dirty="0"/>
              <a:t>only see what other headers expose to it.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136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81E2-8201-40CD-B975-6707A4204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General Form of a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DF4FE-F126-41D6-961A-0544B68C2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If I want to write a header file named: </a:t>
            </a:r>
            <a:r>
              <a:rPr lang="en-US" b="1" dirty="0" err="1"/>
              <a:t>cats.h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#</a:t>
            </a:r>
            <a:r>
              <a:rPr lang="en-US" b="1" dirty="0" err="1"/>
              <a:t>ifndef</a:t>
            </a:r>
            <a:r>
              <a:rPr lang="en-US" b="1" dirty="0"/>
              <a:t> _CATS_H_</a:t>
            </a:r>
          </a:p>
          <a:p>
            <a:pPr marL="0" indent="0">
              <a:buNone/>
            </a:pPr>
            <a:r>
              <a:rPr lang="en-US" b="1" dirty="0"/>
              <a:t>#define _CATS_H_</a:t>
            </a:r>
          </a:p>
          <a:p>
            <a:pPr marL="0" indent="0">
              <a:buNone/>
            </a:pPr>
            <a:r>
              <a:rPr lang="en-US" b="1" dirty="0"/>
              <a:t>//definition of structs, what you want to put in the header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#endif</a:t>
            </a:r>
          </a:p>
          <a:p>
            <a:r>
              <a:rPr lang="en-US" dirty="0"/>
              <a:t>This preprocessor stuff is called an </a:t>
            </a:r>
            <a:r>
              <a:rPr lang="en-US" b="1" dirty="0"/>
              <a:t>include guard</a:t>
            </a:r>
            <a:r>
              <a:rPr lang="en-US" dirty="0"/>
              <a:t>, and it avoids a </a:t>
            </a:r>
            <a:r>
              <a:rPr lang="en-US" b="1" dirty="0"/>
              <a:t>redefinition error</a:t>
            </a:r>
            <a:r>
              <a:rPr lang="en-US" dirty="0"/>
              <a:t>!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24743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5347-FAD8-4EB8-98D3-3C8ADDC2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Header File Manifesto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6562C-4CED-4A23-9DDC-82C343C3E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Anything you don’t want other files to see, you don’t put into the header.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E3F8D-2108-460F-8425-73EDEEBC3A0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199" y="3085313"/>
            <a:ext cx="5943600" cy="261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54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Shell Scripts &amp; Make Files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83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7616-30B3-4AF6-9858-9BFEF8EB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3ED68-0333-497E-B59E-E7A0A7EA9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shell script</a:t>
            </a:r>
            <a:r>
              <a:rPr lang="en-US" dirty="0"/>
              <a:t> is a  file containing </a:t>
            </a:r>
            <a:r>
              <a:rPr lang="en-US" b="1" dirty="0"/>
              <a:t>list of shell commands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/>
              <a:t>It's a whole programming language!!</a:t>
            </a:r>
            <a:endParaRPr lang="en-US" dirty="0"/>
          </a:p>
          <a:p>
            <a:r>
              <a:rPr lang="en-US" dirty="0"/>
              <a:t>It's a text file ending in </a:t>
            </a:r>
            <a:r>
              <a:rPr lang="en-US" b="1" dirty="0"/>
              <a:t>.</a:t>
            </a:r>
            <a:r>
              <a:rPr lang="en-US" b="1" dirty="0" err="1"/>
              <a:t>sh</a:t>
            </a:r>
            <a:r>
              <a:rPr lang="en-US" dirty="0"/>
              <a:t> and contains:</a:t>
            </a:r>
          </a:p>
          <a:p>
            <a:pPr marL="0" indent="0">
              <a:buNone/>
            </a:pPr>
            <a:r>
              <a:rPr lang="en-US" b="1" dirty="0"/>
              <a:t>#! /bin/</a:t>
            </a:r>
            <a:r>
              <a:rPr lang="en-US" b="1" dirty="0" err="1"/>
              <a:t>sh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…list of commands…</a:t>
            </a:r>
          </a:p>
          <a:p>
            <a:r>
              <a:rPr lang="en-US" dirty="0"/>
              <a:t>The first line is always required in a shell script: we’ve always got to include the </a:t>
            </a:r>
            <a:r>
              <a:rPr lang="en-US" b="1" dirty="0"/>
              <a:t>SHE BANG (#!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67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F358-B4B3-4083-B57C-13B55FE1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small shell script: </a:t>
            </a:r>
            <a:r>
              <a:rPr lang="en-US" b="1" dirty="0"/>
              <a:t>compile.sh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0013A-B7D7-460C-A326-1E8368377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shell script will compile a program:</a:t>
            </a:r>
          </a:p>
          <a:p>
            <a:pPr marL="0" indent="0">
              <a:buNone/>
            </a:pPr>
            <a:r>
              <a:rPr lang="en-US" b="1" dirty="0"/>
              <a:t>#! /bin/</a:t>
            </a:r>
            <a:r>
              <a:rPr lang="en-US" b="1" dirty="0" err="1"/>
              <a:t>sh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gcc</a:t>
            </a:r>
            <a:r>
              <a:rPr lang="en-US" b="1" dirty="0"/>
              <a:t>  -Wall –</a:t>
            </a:r>
            <a:r>
              <a:rPr lang="en-US" b="1" dirty="0" err="1"/>
              <a:t>Werror</a:t>
            </a:r>
            <a:r>
              <a:rPr lang="en-US" b="1" dirty="0"/>
              <a:t> –g --std=c99 -o </a:t>
            </a:r>
            <a:r>
              <a:rPr lang="en-US" b="1" dirty="0" err="1"/>
              <a:t>prog_name</a:t>
            </a:r>
            <a:r>
              <a:rPr lang="en-US" b="1" dirty="0"/>
              <a:t> </a:t>
            </a:r>
            <a:r>
              <a:rPr lang="en-US" b="1" dirty="0" err="1"/>
              <a:t>file.c</a:t>
            </a:r>
            <a:endParaRPr lang="en-US" b="1" dirty="0"/>
          </a:p>
          <a:p>
            <a:r>
              <a:rPr lang="en-US" dirty="0"/>
              <a:t>The shell script will compile a file named </a:t>
            </a:r>
            <a:r>
              <a:rPr lang="en-US" b="1" dirty="0" err="1"/>
              <a:t>file.c</a:t>
            </a:r>
            <a:r>
              <a:rPr lang="en-US" b="1" dirty="0"/>
              <a:t> </a:t>
            </a:r>
            <a:r>
              <a:rPr lang="en-US" dirty="0"/>
              <a:t>and generate an executable named </a:t>
            </a:r>
            <a:r>
              <a:rPr lang="en-US" b="1" dirty="0" err="1"/>
              <a:t>prog_name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376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1BA79-C80E-4242-922A-DB7C90B4F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Shell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FC974-0799-45BC-86A4-BE7BE1E12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run the shell script, we have to convert it to an </a:t>
            </a:r>
            <a:r>
              <a:rPr lang="en-US" b="1" dirty="0"/>
              <a:t>executable!</a:t>
            </a:r>
            <a:endParaRPr lang="en-US" dirty="0"/>
          </a:p>
          <a:p>
            <a:r>
              <a:rPr lang="en-US" dirty="0"/>
              <a:t>We can do so by </a:t>
            </a:r>
            <a:r>
              <a:rPr lang="en-US" b="1" dirty="0"/>
              <a:t>ch</a:t>
            </a:r>
            <a:r>
              <a:rPr lang="en-US" dirty="0"/>
              <a:t>anging the </a:t>
            </a:r>
            <a:r>
              <a:rPr lang="en-US" b="1" dirty="0"/>
              <a:t>mod</a:t>
            </a:r>
            <a:r>
              <a:rPr lang="en-US" dirty="0"/>
              <a:t>e of the file:</a:t>
            </a:r>
            <a:br>
              <a:rPr lang="en-US" dirty="0"/>
            </a:br>
            <a:r>
              <a:rPr lang="en-US" b="1" dirty="0" err="1"/>
              <a:t>chmod</a:t>
            </a:r>
            <a:r>
              <a:rPr lang="en-US" b="1" dirty="0"/>
              <a:t> +x compile.sh</a:t>
            </a:r>
          </a:p>
          <a:p>
            <a:r>
              <a:rPr lang="en-US" dirty="0"/>
              <a:t>Then, just run it like any other c program: </a:t>
            </a:r>
            <a:r>
              <a:rPr lang="en-US" b="1" dirty="0"/>
              <a:t>./compile.sh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459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8AC7-B77B-4A27-83FC-8870DA15F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flexible shell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66279-6D30-4FDB-AB38-8982A8625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So, what if we just to enter </a:t>
            </a:r>
            <a:r>
              <a:rPr lang="en-US" b="1" dirty="0"/>
              <a:t>command-line arguments </a:t>
            </a:r>
            <a:r>
              <a:rPr lang="en-US" dirty="0"/>
              <a:t>or any generic c file?</a:t>
            </a:r>
          </a:p>
          <a:p>
            <a:endParaRPr lang="en-US" dirty="0"/>
          </a:p>
          <a:p>
            <a:r>
              <a:rPr lang="en-US" dirty="0"/>
              <a:t>Well, luckily, we can generalize this with </a:t>
            </a:r>
            <a:r>
              <a:rPr lang="en-US" b="1" dirty="0"/>
              <a:t>$@</a:t>
            </a:r>
            <a:r>
              <a:rPr lang="en-US" dirty="0"/>
              <a:t>.</a:t>
            </a:r>
          </a:p>
          <a:p>
            <a:r>
              <a:rPr lang="en-US" dirty="0"/>
              <a:t>So, if we want to compile any c file and create an executable called </a:t>
            </a:r>
            <a:r>
              <a:rPr lang="en-US" b="1" dirty="0" err="1"/>
              <a:t>prog_name</a:t>
            </a:r>
            <a:r>
              <a:rPr lang="en-US" dirty="0"/>
              <a:t>, we would do the following:</a:t>
            </a:r>
          </a:p>
          <a:p>
            <a:pPr marL="0" indent="0">
              <a:buNone/>
            </a:pPr>
            <a:r>
              <a:rPr lang="en-US" b="1" dirty="0"/>
              <a:t>#! /bin/</a:t>
            </a:r>
            <a:r>
              <a:rPr lang="en-US" b="1" dirty="0" err="1"/>
              <a:t>sh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gcc</a:t>
            </a:r>
            <a:r>
              <a:rPr lang="en-US" b="1" dirty="0"/>
              <a:t>  -Wall –</a:t>
            </a:r>
            <a:r>
              <a:rPr lang="en-US" b="1" dirty="0" err="1"/>
              <a:t>Werror</a:t>
            </a:r>
            <a:r>
              <a:rPr lang="en-US" b="1" dirty="0"/>
              <a:t> –g --std=c99 -o </a:t>
            </a:r>
            <a:r>
              <a:rPr lang="en-US" b="1" dirty="0" err="1"/>
              <a:t>prog_name</a:t>
            </a:r>
            <a:r>
              <a:rPr lang="en-US" b="1" dirty="0"/>
              <a:t> $@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2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B525-1811-4CAF-B9E7-96BB2C77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AD941-C6A1-4C46-899A-2143AB5B2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Build tools are based around the idea of </a:t>
            </a:r>
            <a:r>
              <a:rPr lang="en-US" b="1" dirty="0"/>
              <a:t>dependencies: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Each arrow says: “The thing I’m looking at depends on what’s done before”</a:t>
            </a:r>
          </a:p>
          <a:p>
            <a:r>
              <a:rPr lang="en-US" dirty="0"/>
              <a:t>To successfully build the executable, we have to link each of the object files, successfully.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0F4055-0256-4323-9A76-CB18BA74E6A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223" y="2837726"/>
            <a:ext cx="5219700" cy="176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60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9928-1A5D-44BE-8E26-C20612704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make?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B6A55-314D-4C7F-A49B-EC9D1B40A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I’m sure you’ve all been curious about </a:t>
            </a:r>
            <a:r>
              <a:rPr lang="en-US" b="1" dirty="0"/>
              <a:t>make </a:t>
            </a:r>
            <a:r>
              <a:rPr lang="en-US" dirty="0"/>
              <a:t>each time you run test your program on </a:t>
            </a:r>
            <a:r>
              <a:rPr lang="en-US" dirty="0" err="1"/>
              <a:t>thoth</a:t>
            </a:r>
            <a:r>
              <a:rPr lang="en-US" dirty="0"/>
              <a:t>.</a:t>
            </a:r>
          </a:p>
          <a:p>
            <a:r>
              <a:rPr lang="en-US" b="1" dirty="0"/>
              <a:t>make </a:t>
            </a:r>
            <a:r>
              <a:rPr lang="en-US" dirty="0"/>
              <a:t>is a </a:t>
            </a:r>
            <a:r>
              <a:rPr lang="en-US" b="1" dirty="0"/>
              <a:t>programming language</a:t>
            </a:r>
            <a:r>
              <a:rPr lang="en-US" dirty="0"/>
              <a:t>!</a:t>
            </a:r>
          </a:p>
          <a:p>
            <a:r>
              <a:rPr lang="en-US" dirty="0"/>
              <a:t>It’s a </a:t>
            </a:r>
            <a:r>
              <a:rPr lang="en-US" b="1" dirty="0"/>
              <a:t>declarative</a:t>
            </a:r>
            <a:r>
              <a:rPr lang="en-US" dirty="0"/>
              <a:t> language: you describe </a:t>
            </a:r>
            <a:r>
              <a:rPr lang="en-US" b="1" i="1" dirty="0"/>
              <a:t>what</a:t>
            </a:r>
            <a:r>
              <a:rPr lang="en-US" dirty="0"/>
              <a:t>, not </a:t>
            </a:r>
            <a:r>
              <a:rPr lang="en-US" b="1" i="1" dirty="0"/>
              <a:t>how</a:t>
            </a:r>
            <a:r>
              <a:rPr lang="en-US" i="1" dirty="0"/>
              <a:t>.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 err="1"/>
              <a:t>makefile</a:t>
            </a:r>
            <a:r>
              <a:rPr lang="en-US" b="1" dirty="0"/>
              <a:t> </a:t>
            </a:r>
            <a:r>
              <a:rPr lang="en-US" dirty="0"/>
              <a:t>consists of several </a:t>
            </a:r>
            <a:r>
              <a:rPr lang="en-US" b="1" dirty="0"/>
              <a:t>rules</a:t>
            </a:r>
            <a:endParaRPr lang="en-US" dirty="0"/>
          </a:p>
          <a:p>
            <a:r>
              <a:rPr lang="en-US" dirty="0"/>
              <a:t>Each </a:t>
            </a:r>
            <a:r>
              <a:rPr lang="en-US" b="1" dirty="0"/>
              <a:t>rule</a:t>
            </a:r>
            <a:r>
              <a:rPr lang="en-US" dirty="0"/>
              <a:t> contains a </a:t>
            </a:r>
            <a:r>
              <a:rPr lang="en-US" b="1" dirty="0"/>
              <a:t>recipe</a:t>
            </a:r>
            <a:r>
              <a:rPr lang="en-US" dirty="0"/>
              <a:t>, which are the commands that satisfy the rule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073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1C55-0D6A-4837-B3F4-DFC2CEED4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Dependencies and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B8101-0EC2-45F5-8DB4-28D9244C5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indicate dependencies like so: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target</a:t>
            </a:r>
            <a:r>
              <a:rPr lang="en-US" dirty="0"/>
              <a:t> is the thing being built</a:t>
            </a:r>
          </a:p>
          <a:p>
            <a:r>
              <a:rPr lang="en-US" dirty="0"/>
              <a:t>The </a:t>
            </a:r>
            <a:r>
              <a:rPr lang="en-US" b="1" dirty="0"/>
              <a:t>dependencies </a:t>
            </a:r>
            <a:r>
              <a:rPr lang="en-US" dirty="0"/>
              <a:t>are what it needs to exist before rule is run</a:t>
            </a:r>
          </a:p>
          <a:p>
            <a:r>
              <a:rPr lang="en-US" dirty="0"/>
              <a:t>The </a:t>
            </a:r>
            <a:r>
              <a:rPr lang="en-US" b="1" dirty="0"/>
              <a:t>commands </a:t>
            </a:r>
            <a:r>
              <a:rPr lang="en-US" dirty="0"/>
              <a:t>are</a:t>
            </a:r>
            <a:r>
              <a:rPr lang="en-US" b="1" dirty="0"/>
              <a:t> </a:t>
            </a:r>
            <a:r>
              <a:rPr lang="en-US" dirty="0"/>
              <a:t>run to create target from dependencies</a:t>
            </a:r>
          </a:p>
          <a:p>
            <a:pPr marL="0" indent="0">
              <a:buNone/>
            </a:pPr>
            <a:r>
              <a:rPr lang="en-US" dirty="0"/>
              <a:t>So… they’re just normal shell commands.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B63C1B-50AB-4690-B3F5-B0DE069EB03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830" y="2920507"/>
            <a:ext cx="4607881" cy="101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17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7D474-CA29-4EFD-9F08-32681EF1C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15EEC-A2A8-4792-819E-47D6AF472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can make </a:t>
            </a:r>
            <a:r>
              <a:rPr lang="en-US" b="1" i="1" dirty="0"/>
              <a:t>all</a:t>
            </a:r>
            <a:r>
              <a:rPr lang="en-US" i="1" dirty="0"/>
              <a:t> </a:t>
            </a:r>
            <a:r>
              <a:rPr lang="en-US" dirty="0"/>
              <a:t>.o files depend on .c files with:</a:t>
            </a:r>
          </a:p>
          <a:p>
            <a:pPr marL="0" indent="0">
              <a:buNone/>
            </a:pPr>
            <a:r>
              <a:rPr lang="en-US" b="1" dirty="0"/>
              <a:t>%o %c</a:t>
            </a:r>
          </a:p>
          <a:p>
            <a:r>
              <a:rPr lang="en-US" dirty="0"/>
              <a:t>Then for the commands: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/>
              <a:t>$&lt;</a:t>
            </a:r>
            <a:r>
              <a:rPr lang="en-US" dirty="0"/>
              <a:t> -&gt; dependencies</a:t>
            </a:r>
          </a:p>
          <a:p>
            <a:pPr>
              <a:buFontTx/>
              <a:buChar char="-"/>
            </a:pPr>
            <a:r>
              <a:rPr lang="en-US" b="1" dirty="0"/>
              <a:t>$@</a:t>
            </a:r>
            <a:r>
              <a:rPr lang="en-US" dirty="0"/>
              <a:t> -&gt; target: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gcc</a:t>
            </a:r>
            <a:r>
              <a:rPr lang="en-US" b="1" dirty="0"/>
              <a:t> –c:</a:t>
            </a:r>
            <a:r>
              <a:rPr lang="en-US" dirty="0"/>
              <a:t> "produce an object file instead of an executable."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63A4CA-BFC4-4810-8A5C-566E5AD896A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225" y="4678532"/>
            <a:ext cx="5709082" cy="59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24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Any Questions?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8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c380ca5-824e-47ad-ad39-05cead393c1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f778aad1-28f8-4d0f-ae87-0c724fe52199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78</TotalTime>
  <Words>962</Words>
  <Application>Microsoft Office PowerPoint</Application>
  <PresentationFormat>Widescreen</PresentationFormat>
  <Paragraphs>102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Garamond</vt:lpstr>
      <vt:lpstr>Organic</vt:lpstr>
      <vt:lpstr>CS 449 Recitation 6</vt:lpstr>
      <vt:lpstr>General Announcement</vt:lpstr>
      <vt:lpstr>Answer the following survey</vt:lpstr>
      <vt:lpstr>PowerPoint Presentation</vt:lpstr>
      <vt:lpstr>General Plan for Today</vt:lpstr>
      <vt:lpstr>Multi-File Development</vt:lpstr>
      <vt:lpstr>The Preprocessor</vt:lpstr>
      <vt:lpstr>PowerPoint Presentation</vt:lpstr>
      <vt:lpstr>#include</vt:lpstr>
      <vt:lpstr>Multi-file Compilation</vt:lpstr>
      <vt:lpstr>Headers!!!</vt:lpstr>
      <vt:lpstr>The General Form of a Header</vt:lpstr>
      <vt:lpstr>The Header File Manifesto</vt:lpstr>
      <vt:lpstr>Shell Scripts &amp; Make Files</vt:lpstr>
      <vt:lpstr>Shell Scripts</vt:lpstr>
      <vt:lpstr>A small shell script: compile.sh</vt:lpstr>
      <vt:lpstr>Running the Shell Script</vt:lpstr>
      <vt:lpstr>A more flexible shell script</vt:lpstr>
      <vt:lpstr>Dependencies</vt:lpstr>
      <vt:lpstr>What’s make?</vt:lpstr>
      <vt:lpstr>Dependencies and Targets</vt:lpstr>
      <vt:lpstr>Generic Targets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449 Recitation 6</dc:title>
  <dc:creator>Lu, Gordon</dc:creator>
  <cp:lastModifiedBy>Lu, Gordon</cp:lastModifiedBy>
  <cp:revision>9</cp:revision>
  <dcterms:created xsi:type="dcterms:W3CDTF">2020-02-21T05:15:17Z</dcterms:created>
  <dcterms:modified xsi:type="dcterms:W3CDTF">2020-02-21T06:33:56Z</dcterms:modified>
</cp:coreProperties>
</file>