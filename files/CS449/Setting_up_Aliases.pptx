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515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27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964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60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72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65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69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5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878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575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28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gg/tujnRJ8" TargetMode="External"/><Relationship Id="rId2" Type="http://schemas.openxmlformats.org/officeDocument/2006/relationships/hyperlink" Target="https://glu99331.github.io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55BF-7C0B-4153-BD2C-7B5C0944B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2EB4D-3674-41D4-B4B8-CA0BAFD722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142599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C542-199B-43A8-B2F9-817B36BA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632B7-0D6F-4297-986B-3C978CDB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usually hold office hours during the following time:</a:t>
            </a:r>
            <a:br>
              <a:rPr lang="en-US" dirty="0"/>
            </a:br>
            <a:r>
              <a:rPr lang="en-US" dirty="0"/>
              <a:t>			</a:t>
            </a:r>
            <a:r>
              <a:rPr lang="en-US" b="1" dirty="0"/>
              <a:t>Friday: 4 – 6PM </a:t>
            </a:r>
          </a:p>
          <a:p>
            <a:r>
              <a:rPr lang="en-US" dirty="0"/>
              <a:t>You can also find more details about scheduling on my website: </a:t>
            </a:r>
            <a:r>
              <a:rPr lang="en-US" dirty="0">
                <a:hlinkClick r:id="rId2"/>
              </a:rPr>
              <a:t>https://glu99331.github.io/index.html</a:t>
            </a:r>
            <a:endParaRPr lang="en-US" dirty="0"/>
          </a:p>
          <a:p>
            <a:r>
              <a:rPr lang="en-US" dirty="0"/>
              <a:t>Slides will also be posted on this website!</a:t>
            </a:r>
          </a:p>
          <a:p>
            <a:r>
              <a:rPr lang="en-US" dirty="0"/>
              <a:t>I have created a discord server so you can communicate better with me: </a:t>
            </a:r>
            <a:r>
              <a:rPr lang="en-US" dirty="0">
                <a:hlinkClick r:id="rId3"/>
              </a:rPr>
              <a:t>https://discord.gg/tujnRJ8</a:t>
            </a:r>
            <a:r>
              <a:rPr lang="en-US" dirty="0"/>
              <a:t> (previous students are also in this server!)</a:t>
            </a:r>
          </a:p>
          <a:p>
            <a:r>
              <a:rPr lang="en-US" dirty="0"/>
              <a:t>I’m also willing to help with any CS class!</a:t>
            </a:r>
          </a:p>
        </p:txBody>
      </p:sp>
    </p:spTree>
    <p:extLst>
      <p:ext uri="{BB962C8B-B14F-4D97-AF65-F5344CB8AC3E}">
        <p14:creationId xmlns:p14="http://schemas.microsoft.com/office/powerpoint/2010/main" val="34075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2E3E-DFC3-4DC3-8E1C-38ED2AD5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SFTP Connection with your Code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4963C-A127-4ECD-9A64-12D4AB8D4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document on my website that will walk you through the process of setting up SFTP for </a:t>
            </a:r>
            <a:r>
              <a:rPr lang="en-US" dirty="0" err="1"/>
              <a:t>VSCode</a:t>
            </a:r>
            <a:r>
              <a:rPr lang="en-US" dirty="0"/>
              <a:t> and Atom.</a:t>
            </a:r>
          </a:p>
          <a:p>
            <a:r>
              <a:rPr lang="en-US" dirty="0"/>
              <a:t>Navigate to </a:t>
            </a:r>
            <a:r>
              <a:rPr lang="en-US" b="1" dirty="0"/>
              <a:t>Schedule </a:t>
            </a:r>
            <a:r>
              <a:rPr lang="en-US" dirty="0"/>
              <a:t>and scroll down to CS 0449!</a:t>
            </a:r>
          </a:p>
        </p:txBody>
      </p:sp>
    </p:spTree>
    <p:extLst>
      <p:ext uri="{BB962C8B-B14F-4D97-AF65-F5344CB8AC3E}">
        <p14:creationId xmlns:p14="http://schemas.microsoft.com/office/powerpoint/2010/main" val="241346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2707D-2E66-4309-A97F-159B1662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Programming Language Continuum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67A15-F55A-4ECC-B32B-2C2EBC76F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might be asking yourself: </a:t>
            </a:r>
            <a:r>
              <a:rPr lang="en-US" b="1" dirty="0"/>
              <a:t>Why are we learning C?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Going from left to right:</a:t>
            </a:r>
          </a:p>
          <a:p>
            <a:r>
              <a:rPr lang="en-US" dirty="0"/>
              <a:t>Each hides a layer of abstraction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17B888-A00E-41EC-A072-4F7BFB3AC312}"/>
              </a:ext>
            </a:extLst>
          </p:cNvPr>
          <p:cNvCxnSpPr/>
          <p:nvPr/>
        </p:nvCxnSpPr>
        <p:spPr>
          <a:xfrm>
            <a:off x="2231136" y="4199137"/>
            <a:ext cx="803429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9FBE5A-ADEF-406C-8877-2BE563A2E08B}"/>
              </a:ext>
            </a:extLst>
          </p:cNvPr>
          <p:cNvSpPr txBox="1"/>
          <p:nvPr/>
        </p:nvSpPr>
        <p:spPr>
          <a:xfrm>
            <a:off x="2085514" y="3714505"/>
            <a:ext cx="1137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Low-Level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A059E0-CB29-42B6-AF32-CF1EB4D8873E}"/>
              </a:ext>
            </a:extLst>
          </p:cNvPr>
          <p:cNvSpPr txBox="1"/>
          <p:nvPr/>
        </p:nvSpPr>
        <p:spPr>
          <a:xfrm>
            <a:off x="2085514" y="4314438"/>
            <a:ext cx="120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MIPS, x86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D88B4B7-C3C3-48EA-9332-09CFF30AB5F9}"/>
              </a:ext>
            </a:extLst>
          </p:cNvPr>
          <p:cNvSpPr/>
          <p:nvPr/>
        </p:nvSpPr>
        <p:spPr>
          <a:xfrm>
            <a:off x="5690439" y="3624197"/>
            <a:ext cx="354976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22883-F545-49A3-B5FE-20852BD0B5E3}"/>
              </a:ext>
            </a:extLst>
          </p:cNvPr>
          <p:cNvSpPr txBox="1"/>
          <p:nvPr/>
        </p:nvSpPr>
        <p:spPr>
          <a:xfrm>
            <a:off x="5082295" y="3244334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Where we are: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0B3B2F-D5A2-41E0-8C89-A87DC886511C}"/>
              </a:ext>
            </a:extLst>
          </p:cNvPr>
          <p:cNvSpPr txBox="1"/>
          <p:nvPr/>
        </p:nvSpPr>
        <p:spPr>
          <a:xfrm>
            <a:off x="5480203" y="4314438"/>
            <a:ext cx="929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C, C++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D8AEB-7F0A-4FD9-96CF-00C5C87B302A}"/>
              </a:ext>
            </a:extLst>
          </p:cNvPr>
          <p:cNvSpPr txBox="1"/>
          <p:nvPr/>
        </p:nvSpPr>
        <p:spPr>
          <a:xfrm>
            <a:off x="9408154" y="4314438"/>
            <a:ext cx="1396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Java, Python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844E83-16F2-457D-82FD-40C41310F59B}"/>
              </a:ext>
            </a:extLst>
          </p:cNvPr>
          <p:cNvSpPr txBox="1"/>
          <p:nvPr/>
        </p:nvSpPr>
        <p:spPr>
          <a:xfrm>
            <a:off x="9520484" y="3745865"/>
            <a:ext cx="118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High-Level</a:t>
            </a:r>
          </a:p>
        </p:txBody>
      </p:sp>
    </p:spTree>
    <p:extLst>
      <p:ext uri="{BB962C8B-B14F-4D97-AF65-F5344CB8AC3E}">
        <p14:creationId xmlns:p14="http://schemas.microsoft.com/office/powerpoint/2010/main" val="244054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uiExpand="1"/>
      <p:bldP spid="10" grpId="0" uiExpand="1"/>
      <p:bldP spid="11" grpId="0" uiExpand="1" animBg="1"/>
      <p:bldP spid="12" grpId="0" uiExpand="1"/>
      <p:bldP spid="13" grpId="0" uiExpand="1"/>
      <p:bldP spid="14" grpId="0" uiExpand="1"/>
      <p:bldP spid="15" grpId="0" uiExpan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1F03A-49E9-42DB-AED0-8D2B86E1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Aliases on THOTH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2B7A7-26F2-4ADF-803F-63FB02ECF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Once you </a:t>
            </a:r>
            <a:r>
              <a:rPr lang="en-US" b="1" dirty="0" err="1"/>
              <a:t>ssh</a:t>
            </a:r>
            <a:r>
              <a:rPr lang="en-US" b="1" dirty="0"/>
              <a:t> </a:t>
            </a:r>
            <a:r>
              <a:rPr lang="en-US" dirty="0"/>
              <a:t>into Thoth, you can set up aliases to reduce the amount of typing you do!</a:t>
            </a:r>
          </a:p>
          <a:p>
            <a:endParaRPr lang="en-US" dirty="0"/>
          </a:p>
          <a:p>
            <a:r>
              <a:rPr lang="en-US" dirty="0"/>
              <a:t>To add an alias, first open the </a:t>
            </a:r>
            <a:r>
              <a:rPr lang="en-US" dirty="0" err="1"/>
              <a:t>bash_source</a:t>
            </a:r>
            <a:r>
              <a:rPr lang="en-US" dirty="0"/>
              <a:t> file like so: </a:t>
            </a:r>
            <a:r>
              <a:rPr lang="en-US" b="1" dirty="0"/>
              <a:t>nano .</a:t>
            </a:r>
            <a:r>
              <a:rPr lang="en-US" b="1" dirty="0" err="1"/>
              <a:t>bash_profile</a:t>
            </a:r>
            <a:endParaRPr lang="en-US" b="1" dirty="0"/>
          </a:p>
          <a:p>
            <a:r>
              <a:rPr lang="en-US" dirty="0"/>
              <a:t>Scroll down to the portion of text that says </a:t>
            </a:r>
            <a:r>
              <a:rPr lang="en-US" b="1" dirty="0"/>
              <a:t>ALIASES</a:t>
            </a:r>
            <a:r>
              <a:rPr lang="en-US" dirty="0"/>
              <a:t>, this might take a little bit to find!</a:t>
            </a:r>
          </a:p>
          <a:p>
            <a:r>
              <a:rPr lang="en-US" dirty="0"/>
              <a:t>Add the aliases you want, like this: </a:t>
            </a:r>
            <a:r>
              <a:rPr lang="en-US" b="1" dirty="0"/>
              <a:t>alias compile=“</a:t>
            </a:r>
            <a:r>
              <a:rPr lang="en-US" b="1" dirty="0" err="1"/>
              <a:t>gcc</a:t>
            </a:r>
            <a:r>
              <a:rPr lang="en-US" b="1" dirty="0"/>
              <a:t> –Wall –</a:t>
            </a:r>
            <a:r>
              <a:rPr lang="en-US" b="1" dirty="0" err="1"/>
              <a:t>Werror</a:t>
            </a:r>
            <a:r>
              <a:rPr lang="en-US" b="1" dirty="0"/>
              <a:t>  --std=c99 -o”</a:t>
            </a:r>
            <a:endParaRPr lang="en-US" dirty="0"/>
          </a:p>
          <a:p>
            <a:r>
              <a:rPr lang="en-US" dirty="0"/>
              <a:t>Now CTRL+O, and then CTRL+X</a:t>
            </a:r>
          </a:p>
          <a:p>
            <a:r>
              <a:rPr lang="en-US" dirty="0"/>
              <a:t>Then refresh the bash environment like so: source ~/.</a:t>
            </a:r>
            <a:r>
              <a:rPr lang="en-US" dirty="0" err="1"/>
              <a:t>bash_profile</a:t>
            </a:r>
            <a:endParaRPr lang="en-US" dirty="0"/>
          </a:p>
          <a:p>
            <a:r>
              <a:rPr lang="en-US" dirty="0"/>
              <a:t>Then try to compile a program like so: compile filename </a:t>
            </a:r>
            <a:r>
              <a:rPr lang="en-US" dirty="0" err="1"/>
              <a:t>filename.c</a:t>
            </a:r>
            <a:endParaRPr lang="en-US" dirty="0"/>
          </a:p>
          <a:p>
            <a:r>
              <a:rPr lang="en-US" dirty="0"/>
              <a:t>YAY! LESS TYPING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3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315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Parcel</vt:lpstr>
      <vt:lpstr>CS 0449 Recitation </vt:lpstr>
      <vt:lpstr>Contact Information</vt:lpstr>
      <vt:lpstr>Setting up a SFTP Connection with your Code Editor</vt:lpstr>
      <vt:lpstr>The Programming Language Continuum</vt:lpstr>
      <vt:lpstr>Setting up Aliases on THOTH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</dc:title>
  <dc:creator>Lu, Gordon</dc:creator>
  <cp:lastModifiedBy>Lu, Gordon</cp:lastModifiedBy>
  <cp:revision>1</cp:revision>
  <dcterms:created xsi:type="dcterms:W3CDTF">2020-05-11T15:29:44Z</dcterms:created>
  <dcterms:modified xsi:type="dcterms:W3CDTF">2020-05-11T15:35:15Z</dcterms:modified>
</cp:coreProperties>
</file>