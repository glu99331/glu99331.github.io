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03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4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27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14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2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1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2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4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659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028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97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507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15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919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99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567B2B-F27F-46F6-8C1B-D73F0456ADAA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AF9EDE-15D8-4C0E-ACBD-B70E463B4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2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086B-0C1B-4130-907A-D28904553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6AC8A-E94E-4B9B-B016-B37562633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64276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5ABA0-7A37-4846-B578-39725E3D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I’ve uploaded some C practice files onto the website!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CBFB3-4997-46F4-9F41-DB782787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going to have a </a:t>
            </a:r>
            <a:r>
              <a:rPr lang="en-US" b="1" dirty="0"/>
              <a:t>Queue</a:t>
            </a:r>
            <a:r>
              <a:rPr lang="en-US" dirty="0"/>
              <a:t> </a:t>
            </a:r>
            <a:r>
              <a:rPr lang="en-US" b="1" dirty="0"/>
              <a:t>Lab </a:t>
            </a:r>
            <a:r>
              <a:rPr lang="en-US" dirty="0"/>
              <a:t>next week, so I’ve uploaded a LinkedList practice lab to help with understanding struct pointers!</a:t>
            </a:r>
          </a:p>
          <a:p>
            <a:endParaRPr lang="en-US" dirty="0"/>
          </a:p>
          <a:p>
            <a:r>
              <a:rPr lang="en-US" dirty="0"/>
              <a:t>I’ve also posted a </a:t>
            </a:r>
            <a:r>
              <a:rPr lang="en-US" b="1" dirty="0"/>
              <a:t>Queue </a:t>
            </a:r>
            <a:r>
              <a:rPr lang="en-US" dirty="0"/>
              <a:t>practice lab!</a:t>
            </a:r>
          </a:p>
        </p:txBody>
      </p:sp>
    </p:spTree>
    <p:extLst>
      <p:ext uri="{BB962C8B-B14F-4D97-AF65-F5344CB8AC3E}">
        <p14:creationId xmlns:p14="http://schemas.microsoft.com/office/powerpoint/2010/main" val="371962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81D6-A231-427E-8DCF-3180859E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68C9-222D-4DC9-8F5F-61E2D2F9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really want to stress how important pointers are, and it’s an important coding paradigm of the C coding language, so here’s another quiz!!!</a:t>
            </a:r>
          </a:p>
          <a:p>
            <a:endParaRPr lang="en-US" dirty="0"/>
          </a:p>
          <a:p>
            <a:r>
              <a:rPr lang="en-US" dirty="0"/>
              <a:t>It’s designed to be difficult, if you get most of them right, you probably understand pointers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0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Memory Allocation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6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08DF-3D15-4672-B6FF-2F84F83B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 is just a big chunk of data!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12BD8B-9786-4DC6-8E28-81A993C40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346" y="2796775"/>
            <a:ext cx="7639308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8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95F9-D967-41C3-8A1F-3C1DB4F9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 time we call malloc, we slice a chunk off of it!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739CB3-1B25-4557-B1AF-FEAD353F627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802579"/>
            <a:ext cx="9601200" cy="101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6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49F6-1DFF-4C59-A51F-AE926481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memory leaves gaps!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8AABD-8BF5-4F86-B978-1ECE4718716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2889884"/>
            <a:ext cx="6991350" cy="128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5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7DA2-B14D-4E9B-8BDC-5C28B3C6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E67B-92F7-40CC-930C-C16DE557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External Fragmentation is the result of having </a:t>
            </a:r>
            <a:r>
              <a:rPr lang="en-US" b="1" dirty="0"/>
              <a:t>free memory</a:t>
            </a:r>
            <a:r>
              <a:rPr lang="en-US" dirty="0"/>
              <a:t> split into lots of small </a:t>
            </a:r>
            <a:r>
              <a:rPr lang="en-US" i="1" dirty="0"/>
              <a:t>fragments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- External </a:t>
            </a:r>
            <a:r>
              <a:rPr lang="en-US" dirty="0"/>
              <a:t>because the free memory is </a:t>
            </a:r>
            <a:r>
              <a:rPr lang="en-US" i="1" dirty="0"/>
              <a:t>outside</a:t>
            </a:r>
            <a:r>
              <a:rPr lang="en-US" dirty="0"/>
              <a:t> the allocated blocks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F8515-F182-403D-A26B-D23C5F3F55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4038813"/>
            <a:ext cx="5943600" cy="18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46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9779-DC01-4311-9EE2-8DD48065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NP-Hard Problem!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F66D-CCA9-4255-8AF6-DD894A4FD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Given a finite space, and a number of items to fit into that space, find the optimal way to pack those items to minimize wasted space</a:t>
            </a:r>
          </a:p>
          <a:p>
            <a:pPr marL="0" indent="0">
              <a:buNone/>
            </a:pPr>
            <a:r>
              <a:rPr lang="en-US" dirty="0"/>
              <a:t>- This is the </a:t>
            </a:r>
            <a:r>
              <a:rPr lang="en-US" i="1" dirty="0"/>
              <a:t>bin packing problem </a:t>
            </a:r>
            <a:r>
              <a:rPr lang="en-US" dirty="0"/>
              <a:t>and it's </a:t>
            </a:r>
            <a:r>
              <a:rPr lang="en-US" b="1" dirty="0"/>
              <a:t>NP-hard!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8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Bit Maps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535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AFCE-A682-4FE9-9272-98F5C662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425BA-4DBC-401C-A118-61BBAE5AC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/>
              <a:t>If we divided the heap into </a:t>
            </a:r>
            <a:r>
              <a:rPr lang="en-US" sz="4800" b="1" dirty="0"/>
              <a:t>uniformly sized chunks</a:t>
            </a:r>
            <a:r>
              <a:rPr lang="en-US" sz="4800" dirty="0"/>
              <a:t>: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What's a simple way to say which are used and which are free?</a:t>
            </a:r>
          </a:p>
          <a:p>
            <a:r>
              <a:rPr lang="en-US" sz="4800" dirty="0"/>
              <a:t>Use a </a:t>
            </a:r>
            <a:r>
              <a:rPr lang="en-US" sz="4800" dirty="0" err="1"/>
              <a:t>boolean</a:t>
            </a:r>
            <a:r>
              <a:rPr lang="en-US" sz="4800" dirty="0"/>
              <a:t> (true/false) </a:t>
            </a:r>
            <a:r>
              <a:rPr lang="en-US" sz="4800" b="1" dirty="0"/>
              <a:t>per chunk!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We can use one </a:t>
            </a:r>
            <a:r>
              <a:rPr lang="en-US" sz="4800" b="1" dirty="0"/>
              <a:t>bit</a:t>
            </a:r>
            <a:r>
              <a:rPr lang="en-US" sz="4800" dirty="0"/>
              <a:t> for each, and pack all those bits into one int</a:t>
            </a:r>
          </a:p>
          <a:p>
            <a:r>
              <a:rPr lang="en-US" sz="4800" b="1" dirty="0"/>
              <a:t>11011100 01101111</a:t>
            </a:r>
            <a:r>
              <a:rPr lang="en-US" sz="4800" b="1" baseline="-25000" dirty="0"/>
              <a:t>2</a:t>
            </a:r>
            <a:r>
              <a:rPr lang="en-US" sz="4800" dirty="0"/>
              <a:t> = </a:t>
            </a:r>
            <a:r>
              <a:rPr lang="en-US" sz="4800" b="1" dirty="0"/>
              <a:t>0xDC6F</a:t>
            </a: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This is a </a:t>
            </a:r>
            <a:r>
              <a:rPr lang="en-US" sz="4800" b="1" dirty="0"/>
              <a:t>bitmap</a:t>
            </a:r>
            <a:endParaRPr lang="en-US" sz="4800" dirty="0"/>
          </a:p>
          <a:p>
            <a:r>
              <a:rPr lang="en-US" sz="4800" dirty="0"/>
              <a:t>The </a:t>
            </a:r>
            <a:r>
              <a:rPr lang="en-US" sz="4800" b="1" dirty="0"/>
              <a:t>bits</a:t>
            </a:r>
            <a:r>
              <a:rPr lang="en-US" sz="4800" dirty="0"/>
              <a:t> are a </a:t>
            </a:r>
            <a:r>
              <a:rPr lang="en-US" sz="4800" b="1" dirty="0"/>
              <a:t>map</a:t>
            </a:r>
            <a:r>
              <a:rPr lang="en-US" sz="4800" dirty="0"/>
              <a:t> of the heap</a:t>
            </a:r>
          </a:p>
          <a:p>
            <a:r>
              <a:rPr lang="en-US" sz="4800" dirty="0"/>
              <a:t>Bitmaps are forced to use uniform size chunks.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40714-20F9-4A99-A910-2705D54BE72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797810"/>
            <a:ext cx="5943600" cy="66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51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89DD-0836-4A31-A1A0-500A3ACB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B5C4-63A1-490C-92AB-3DD7E6C29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each chunk is </a:t>
            </a:r>
            <a:r>
              <a:rPr lang="en-US" b="1" dirty="0"/>
              <a:t>64 bytes</a:t>
            </a:r>
            <a:endParaRPr lang="en-US" dirty="0"/>
          </a:p>
          <a:p>
            <a:r>
              <a:rPr lang="en-US" dirty="0"/>
              <a:t>If I do </a:t>
            </a:r>
            <a:r>
              <a:rPr lang="en-US" b="1" dirty="0"/>
              <a:t>malloc(100)</a:t>
            </a:r>
            <a:r>
              <a:rPr lang="en-US" dirty="0"/>
              <a:t>, what do I have to do with my </a:t>
            </a:r>
            <a:r>
              <a:rPr lang="en-US" b="1" dirty="0"/>
              <a:t>bitmap </a:t>
            </a:r>
            <a:r>
              <a:rPr lang="en-US" dirty="0"/>
              <a:t>to find that </a:t>
            </a:r>
            <a:r>
              <a:rPr lang="en-US" b="1" dirty="0"/>
              <a:t>free space?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AAC0D-348D-4150-A811-98EF543C42E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3833177"/>
            <a:ext cx="5943600" cy="76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9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2A94-D766-4564-A3BD-5CC0F30C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C06A-6837-4279-8C58-0E2AE4DE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We've got to find </a:t>
            </a:r>
            <a:r>
              <a:rPr lang="en-US" b="1" dirty="0"/>
              <a:t>at least</a:t>
            </a:r>
            <a:r>
              <a:rPr lang="en-US" dirty="0"/>
              <a:t> 2 0s in a row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F91EF-1DD5-48EF-A5B6-FFF51E3DD1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61335"/>
            <a:ext cx="5943600" cy="73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26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2A91-EBC8-4232-AD14-0C5F284A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8FA1-190E-4DBA-8A05-3CE53F91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mark them as </a:t>
            </a:r>
            <a:r>
              <a:rPr lang="en-US" b="1" dirty="0"/>
              <a:t>used! (Set the bits to 1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D37D5-C305-4596-992B-519191077EA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59113"/>
            <a:ext cx="5943600" cy="7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Deallocation/Freeing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081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BC38-93F6-4F8B-9DED-FE4539E6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81D6-5E52-45D6-97DF-1BC16D3F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deallocate (free) the </a:t>
            </a:r>
            <a:r>
              <a:rPr lang="en-US" b="1" dirty="0"/>
              <a:t>rightmost</a:t>
            </a:r>
            <a:r>
              <a:rPr lang="en-US" dirty="0"/>
              <a:t> group of chunks?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2815D-1173-45A3-AF4C-DFD2AAED12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52762"/>
            <a:ext cx="59436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71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BC38-93F6-4F8B-9DED-FE4539E6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81D6-5E52-45D6-97DF-1BC16D3F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Just </a:t>
            </a:r>
            <a:r>
              <a:rPr lang="en-US" b="1" dirty="0"/>
              <a:t>set those bits to 0s.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 the next time we want to allocate something that takes up 2 to 5 chunks, we have a nice free space for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0FA18-1435-4878-A2F4-A150F1C567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2991937"/>
            <a:ext cx="5943600" cy="67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7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BC38-93F6-4F8B-9DED-FE4539E6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81D6-5E52-45D6-97DF-1BC16D3F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what's the catch?</a:t>
            </a:r>
          </a:p>
          <a:p>
            <a:r>
              <a:rPr lang="en-US" dirty="0"/>
              <a:t>Since the bits are adjacent to one another, whenever you set some bits to 0, you "automatically" get bigger blocks of free memory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54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1123</TotalTime>
  <Words>440</Words>
  <Application>Microsoft Office PowerPoint</Application>
  <PresentationFormat>Widescreen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CS 0449 Recitation 3</vt:lpstr>
      <vt:lpstr>I’ve uploaded some C practice files onto the website!</vt:lpstr>
      <vt:lpstr>Pointers Quiz</vt:lpstr>
      <vt:lpstr>Memory Allocation</vt:lpstr>
      <vt:lpstr>The Heap is just a big chunk of data!</vt:lpstr>
      <vt:lpstr>Every time we call malloc, we slice a chunk off of it!</vt:lpstr>
      <vt:lpstr>Freeing memory leaves gaps!</vt:lpstr>
      <vt:lpstr>External Fragmentation</vt:lpstr>
      <vt:lpstr>An NP-Hard Problem!</vt:lpstr>
      <vt:lpstr>Bit Maps</vt:lpstr>
      <vt:lpstr>Bit Maps</vt:lpstr>
      <vt:lpstr>Allocation via Bit Maps</vt:lpstr>
      <vt:lpstr>Allocation via Bit Maps</vt:lpstr>
      <vt:lpstr>Allocation via Bit Maps</vt:lpstr>
      <vt:lpstr>Deallocation/Freeing</vt:lpstr>
      <vt:lpstr>Deallocation via Bit Maps</vt:lpstr>
      <vt:lpstr>Deallocation via Bit Maps</vt:lpstr>
      <vt:lpstr>Deallocation via Bit 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3</dc:title>
  <dc:creator>Lu, Gordon</dc:creator>
  <cp:lastModifiedBy>Lu, Gordon</cp:lastModifiedBy>
  <cp:revision>7</cp:revision>
  <dcterms:created xsi:type="dcterms:W3CDTF">2020-01-31T07:15:18Z</dcterms:created>
  <dcterms:modified xsi:type="dcterms:W3CDTF">2020-02-01T01:58:41Z</dcterms:modified>
</cp:coreProperties>
</file>