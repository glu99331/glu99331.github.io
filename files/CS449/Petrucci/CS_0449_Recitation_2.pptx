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1" r:id="rId16"/>
    <p:sldId id="273" r:id="rId17"/>
    <p:sldId id="272" r:id="rId18"/>
    <p:sldId id="275" r:id="rId19"/>
    <p:sldId id="277" r:id="rId20"/>
    <p:sldId id="276" r:id="rId21"/>
    <p:sldId id="278" r:id="rId22"/>
    <p:sldId id="279" r:id="rId23"/>
    <p:sldId id="309" r:id="rId24"/>
    <p:sldId id="310" r:id="rId25"/>
    <p:sldId id="311" r:id="rId26"/>
    <p:sldId id="313" r:id="rId27"/>
    <p:sldId id="312" r:id="rId28"/>
    <p:sldId id="308" r:id="rId29"/>
    <p:sldId id="274" r:id="rId30"/>
    <p:sldId id="305" r:id="rId31"/>
    <p:sldId id="306" r:id="rId32"/>
    <p:sldId id="307" r:id="rId33"/>
    <p:sldId id="315" r:id="rId34"/>
    <p:sldId id="316" r:id="rId35"/>
    <p:sldId id="317" r:id="rId36"/>
    <p:sldId id="318" r:id="rId37"/>
    <p:sldId id="319" r:id="rId38"/>
    <p:sldId id="320" r:id="rId39"/>
    <p:sldId id="321" r:id="rId40"/>
    <p:sldId id="325" r:id="rId41"/>
    <p:sldId id="326" r:id="rId42"/>
    <p:sldId id="328" r:id="rId43"/>
    <p:sldId id="329" r:id="rId44"/>
    <p:sldId id="327" r:id="rId45"/>
    <p:sldId id="323" r:id="rId46"/>
    <p:sldId id="324" r:id="rId47"/>
    <p:sldId id="314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18:56.9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3880 224 0 0,'0'0'279'0'0,"0"0"15"0"0,0 0 4 0 0,0 0-8 0 0,0 0 38 0 0,0 0-11 0 0,0 0-2 0 0,0 0 3 0 0,0 0-5 0 0,0 0-2 0 0,0 0-5 0 0,0 0 1 0 0,0 0 1 0 0,0 0-2 0 0,0 0-7 0 0,0 0 3 0 0,0 0 11 0 0,0 0 0 0 0,0 0 4 0 0,0 0 6 0 0,0 0 7 0 0,0 0 14 0 0,0 0 9 0 0,0 0 0 0 0,0 0 0 0 0,0 0-12 0 0,0 0-11 0 0,0 0-6 0 0,0 0-18 0 0,0 0-15 0 0,0 0-15 0 0,16 18 1182 0 0,-13-15-1375 0 0,0 0-1 0 0,0 0 1 0 0,0 0 0 0 0,1 0 0 0 0,-1-1 0 0 0,1 1 0 0 0,0-1 0 0 0,0 0 0 0 0,0 0-1 0 0,0-1 1 0 0,0 1 0 0 0,0-1 0 0 0,1 0 0 0 0,-1 0 0 0 0,0 0 0 0 0,1 0 0 0 0,-1-1 0 0 0,1 0-1 0 0,-1 0 1 0 0,0 0 0 0 0,1-1 0 0 0,5 0 0 0 0,14-2 125 0 0,1 1 1 0 0,27 1-1 0 0,34-3 207 0 0,-41-4-91 0 0,52-16 0 0 0,-31 6-99 0 0,9 2-120 0 0,-31 7 7 0 0,62-21 0 0 0,-20 2 157 0 0,-52 18-122 0 0,0-1-1 0 0,45-23 1 0 0,-60 24-139 0 0,107-61 359 0 0,-109 59-248 0 0,0 0 0 0 0,-1-1-1 0 0,0-1 1 0 0,26-31 0 0 0,101-133 381 0 0,-29 24 310 0 0,-70 91-486 0 0,-17 22-91 0 0,34-73 0 0 0,-18 32-127 0 0,-22 38-81 0 0,-1-2-1 0 0,-2-1 0 0 0,13-57 0 0 0,-24 74-17 0 0,-1 0-1 0 0,-2 0 1 0 0,-1-1-1 0 0,-1-50 1 0 0,-12-43 39 0 0,-4 47-61 0 0,6 11 48 0 0,7 51-33 0 0,0 0-1 0 0,-1 1 1 0 0,-8-28-1 0 0,-13-48 70 0 0,-12-2-40 0 0,24 67-39 0 0,1 0 1 0 0,1 0-1 0 0,-8-41 1 0 0,6-16 18 0 0,-1-14 20 0 0,7 81-20 0 0,0 1-1 0 0,-1-1 1 0 0,-1 1-1 0 0,0 0 1 0 0,-1 1-1 0 0,-12-17 0 0 0,5 8 10 0 0,7 9-20 0 0,-67-114 35 0 0,-25-55-83 0 0,63 128 23 0 0,-38-66 395 0 0,61 92-308 0 0,-2 1 1 0 0,0 0 0 0 0,-2 2 0 0 0,-2 0 0 0 0,-21-23 0 0 0,-40-31 63 0 0,30 38-79 0 0,17 15-69 0 0,-15-14 67 0 0,-103-65-1 0 0,14 26 34 0 0,125 71-50 0 0,0-1 0 0 0,1 0 1 0 0,-14-14-1 0 0,-4-3-34 0 0,19 18 21 0 0,0 1 0 0 0,0 0 0 0 0,-1 1 0 0 0,0 0 0 0 0,0 1 0 0 0,-24-7 0 0 0,-80-11 106 0 0,36 8 5 0 0,26 1 131 0 0,17-1 244 0 0,36 14-476 0 0,1 1-10 0 0,0 0-3 0 0,0 0 4 0 0,-4-1 34 0 0,2 1-90 0 0,4 0-199 0 0,2 2 236 0 0,0-1 1 0 0,0 0-1 0 0,0 1 0 0 0,0 0 0 0 0,0 0 1 0 0,-1 0-1 0 0,1 0 0 0 0,-1 1 0 0 0,1 0 1 0 0,-1-1-1 0 0,0 1 0 0 0,0 0 0 0 0,0 0 1 0 0,-1 1-1 0 0,1-1 0 0 0,-1 1 0 0 0,1-1 1 0 0,1 5-1 0 0,2 7 12 0 0,0-1-1 0 0,0 1 1 0 0,-1 1 0 0 0,-1-1-1 0 0,4 31 1 0 0,-4 78 22 0 0,-4-93 33 0 0,6 42 444 0 0,-1-58-315 0 0,-16-53-311 0 0,2-1 1 0 0,1 1-1 0 0,-4-66 1 0 0,2 17-189 0 0,5 32-69 0 0,1-62 1 0 0,12 60 86 0 0,-3 31 245 0 0,-5 23 34 0 0,0 1-1 0 0,1-1 1 0 0,-1 1-1 0 0,0-1 1 0 0,-1 0 0 0 0,1 1-1 0 0,0-1 1 0 0,-1 0-1 0 0,1 1 1 0 0,-2-4 0 0 0,-1-7-33 0 0,3-32-132 0 0,0 44 152 0 0,1-7-42 0 0,-1 8 69 0 0,0-1 0 0 0,0 1 0 0 0,0 0 0 0 0,0 0 0 0 0,0 0-1 0 0,0 0 1 0 0,0 0 0 0 0,0-1 0 0 0,0 1 0 0 0,0 0 0 0 0,0 0 0 0 0,0 0 0 0 0,0 0-1 0 0,0 0 1 0 0,0-1 0 0 0,0 1 0 0 0,0 0 0 0 0,0 0 0 0 0,0 0 0 0 0,0 0-1 0 0,0 0 1 0 0,0 0 0 0 0,0-1 0 0 0,1 1 0 0 0,-1 0 0 0 0,0 0 0 0 0,0 0-1 0 0,0 0 1 0 0,0 0 0 0 0,0 0 0 0 0,0 0 0 0 0,0 0 0 0 0,0-1 0 0 0,1 1 0 0 0,-1 0-1 0 0,0 0 1 0 0,0 0 0 0 0,0 0 0 0 0,0 0 0 0 0,0 0 0 0 0,0 0 0 0 0,1 0-1 0 0,-1 0 1 0 0,0 0 0 0 0,0 0 0 0 0,0 0 0 0 0,0 0 0 0 0,0 0 0 0 0,1 0-1 0 0,-1 0 1 0 0,0 0 0 0 0,0 0 0 0 0,0 0 0 0 0,0 0 0 0 0,0 0 0 0 0,1 0 0 0 0,3 6 1 0 0,0 0 1 0 0,1-1 0 0 0,0 0-1 0 0,0 0 1 0 0,1 0 0 0 0,-1 0 0 0 0,1-1-1 0 0,0 0 1 0 0,0 0 0 0 0,8 3 0 0 0,15 7 39 0 0,32 9-1 0 0,-22-9 81 0 0,1-1-74 0 0,1-1 0 0 0,0-3 0 0 0,0-1 0 0 0,69 3 1 0 0,60-4 21 0 0,-154-9 142 0 0,-25-6-136 0 0,9 8-91 0 0,-10-11-1520 0 0,6 6-1530 0 0,-6 4-4965 0 0,10 1 3148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18:56.9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3880 224 0 0,'0'0'279'0'0,"0"0"15"0"0,0 0 4 0 0,0 0-8 0 0,0 0 38 0 0,0 0-11 0 0,0 0-2 0 0,0 0 3 0 0,0 0-5 0 0,0 0-2 0 0,0 0-5 0 0,0 0 1 0 0,0 0 1 0 0,0 0-2 0 0,0 0-7 0 0,0 0 3 0 0,0 0 11 0 0,0 0 0 0 0,0 0 4 0 0,0 0 6 0 0,0 0 7 0 0,0 0 14 0 0,0 0 9 0 0,0 0 0 0 0,0 0 0 0 0,0 0-12 0 0,0 0-11 0 0,0 0-6 0 0,0 0-18 0 0,0 0-15 0 0,0 0-15 0 0,16 18 1182 0 0,-13-15-1375 0 0,0 0-1 0 0,0 0 1 0 0,0 0 0 0 0,1 0 0 0 0,-1-1 0 0 0,1 1 0 0 0,0-1 0 0 0,0 0 0 0 0,0 0-1 0 0,0-1 1 0 0,0 1 0 0 0,0-1 0 0 0,1 0 0 0 0,-1 0 0 0 0,0 0 0 0 0,1 0 0 0 0,-1-1 0 0 0,1 0-1 0 0,-1 0 1 0 0,0 0 0 0 0,1-1 0 0 0,5 0 0 0 0,14-2 125 0 0,1 1 1 0 0,27 1-1 0 0,34-3 207 0 0,-41-4-91 0 0,52-16 0 0 0,-31 6-99 0 0,9 2-120 0 0,-31 7 7 0 0,62-21 0 0 0,-20 2 157 0 0,-52 18-122 0 0,0-1-1 0 0,45-23 1 0 0,-60 24-139 0 0,107-61 359 0 0,-109 59-248 0 0,0 0 0 0 0,-1-1-1 0 0,0-1 1 0 0,26-31 0 0 0,101-133 381 0 0,-29 24 310 0 0,-70 91-486 0 0,-17 22-91 0 0,34-73 0 0 0,-18 32-127 0 0,-22 38-81 0 0,-1-2-1 0 0,-2-1 0 0 0,13-57 0 0 0,-24 74-17 0 0,-1 0-1 0 0,-2 0 1 0 0,-1-1-1 0 0,-1-50 1 0 0,-12-43 39 0 0,-4 47-61 0 0,6 11 48 0 0,7 51-33 0 0,0 0-1 0 0,-1 1 1 0 0,-8-28-1 0 0,-13-48 70 0 0,-12-2-40 0 0,24 67-39 0 0,1 0 1 0 0,1 0-1 0 0,-8-41 1 0 0,6-16 18 0 0,-1-14 20 0 0,7 81-20 0 0,0 1-1 0 0,-1-1 1 0 0,-1 1-1 0 0,0 0 1 0 0,-1 1-1 0 0,-12-17 0 0 0,5 8 10 0 0,7 9-20 0 0,-67-114 35 0 0,-25-55-83 0 0,63 128 23 0 0,-38-66 395 0 0,61 92-308 0 0,-2 1 1 0 0,0 0 0 0 0,-2 2 0 0 0,-2 0 0 0 0,-21-23 0 0 0,-40-31 63 0 0,30 38-79 0 0,17 15-69 0 0,-15-14 67 0 0,-103-65-1 0 0,14 26 34 0 0,125 71-50 0 0,0-1 0 0 0,1 0 1 0 0,-14-14-1 0 0,-4-3-34 0 0,19 18 21 0 0,0 1 0 0 0,0 0 0 0 0,-1 1 0 0 0,0 0 0 0 0,0 1 0 0 0,-24-7 0 0 0,-80-11 106 0 0,36 8 5 0 0,26 1 131 0 0,17-1 244 0 0,36 14-476 0 0,1 1-10 0 0,0 0-3 0 0,0 0 4 0 0,-4-1 34 0 0,2 1-90 0 0,4 0-199 0 0,2 2 236 0 0,0-1 1 0 0,0 0-1 0 0,0 1 0 0 0,0 0 0 0 0,0 0 1 0 0,-1 0-1 0 0,1 0 0 0 0,-1 1 0 0 0,1 0 1 0 0,-1-1-1 0 0,0 1 0 0 0,0 0 0 0 0,0 0 1 0 0,-1 1-1 0 0,1-1 0 0 0,-1 1 0 0 0,1-1 1 0 0,1 5-1 0 0,2 7 12 0 0,0-1-1 0 0,0 1 1 0 0,-1 1 0 0 0,-1-1-1 0 0,4 31 1 0 0,-4 78 22 0 0,-4-93 33 0 0,6 42 444 0 0,-1-58-315 0 0,-16-53-311 0 0,2-1 1 0 0,1 1-1 0 0,-4-66 1 0 0,2 17-189 0 0,5 32-69 0 0,1-62 1 0 0,12 60 86 0 0,-3 31 245 0 0,-5 23 34 0 0,0 1-1 0 0,1-1 1 0 0,-1 1-1 0 0,0-1 1 0 0,-1 0 0 0 0,1 1-1 0 0,0-1 1 0 0,-1 0-1 0 0,1 1 1 0 0,-2-4 0 0 0,-1-7-33 0 0,3-32-132 0 0,0 44 152 0 0,1-7-42 0 0,-1 8 69 0 0,0-1 0 0 0,0 1 0 0 0,0 0 0 0 0,0 0 0 0 0,0 0-1 0 0,0 0 1 0 0,0 0 0 0 0,0-1 0 0 0,0 1 0 0 0,0 0 0 0 0,0 0 0 0 0,0 0 0 0 0,0 0-1 0 0,0 0 1 0 0,0-1 0 0 0,0 1 0 0 0,0 0 0 0 0,0 0 0 0 0,0 0 0 0 0,0 0-1 0 0,0 0 1 0 0,0 0 0 0 0,0-1 0 0 0,1 1 0 0 0,-1 0 0 0 0,0 0 0 0 0,0 0-1 0 0,0 0 1 0 0,0 0 0 0 0,0 0 0 0 0,0 0 0 0 0,0 0 0 0 0,0-1 0 0 0,1 1 0 0 0,-1 0-1 0 0,0 0 1 0 0,0 0 0 0 0,0 0 0 0 0,0 0 0 0 0,0 0 0 0 0,0 0 0 0 0,1 0-1 0 0,-1 0 1 0 0,0 0 0 0 0,0 0 0 0 0,0 0 0 0 0,0 0 0 0 0,0 0 0 0 0,1 0-1 0 0,-1 0 1 0 0,0 0 0 0 0,0 0 0 0 0,0 0 0 0 0,0 0 0 0 0,0 0 0 0 0,1 0 0 0 0,3 6 1 0 0,0 0 1 0 0,1-1 0 0 0,0 0-1 0 0,0 0 1 0 0,1 0 0 0 0,-1 0 0 0 0,1-1-1 0 0,0 0 1 0 0,0 0 0 0 0,8 3 0 0 0,15 7 39 0 0,32 9-1 0 0,-22-9 81 0 0,1-1-74 0 0,1-1 0 0 0,0-3 0 0 0,0-1 0 0 0,69 3 1 0 0,60-4 21 0 0,-154-9 142 0 0,-25-6-136 0 0,9 8-91 0 0,-10-11-1520 0 0,6 6-1530 0 0,-6 4-4965 0 0,10 1 3148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21:12.9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2114 156 0 0,'0'0'457'0'0,"0"0"-15"0"0,0 0-30 0 0,0 0-33 0 0,0 0-30 0 0,0 0-21 0 0,0 0-37 0 0,0 0-9 0 0,0 0-12 0 0,0 0-2 0 0,0 0-6 0 0,0 0-6 0 0,0 0-13 0 0,0 0 18 0 0,0 0-12 0 0,0 0-2 0 0,0 0-5 0 0,0 0-8 0 0,0 0-7 0 0,0 0 0 0 0,0 0 15 0 0,0 0-17 0 0,0 0-24 0 0,0 0-14 0 0,0 0-5 0 0,0 0-5 0 0,0 0-7 0 0,0 0-15 0 0,0 0-17 0 0,0 0-10 0 0,0 0-12 0 0,0 0-13 0 0,0 0-12 0 0,0 0-3 0 0,27 14 2255 0 0,-24-13-2266 0 0,0-1 0 0 0,-1 0 0 0 0,1 0 0 0 0,0 0 0 0 0,-1 0 0 0 0,1 0 0 0 0,0 0 0 0 0,-1-1 0 0 0,1 0 0 0 0,-1 1 0 0 0,4-2 0 0 0,-4 1-2 0 0,-2 1-10 0 0,34-4 370 0 0,33-12-16 0 0,-45 12-173 0 0,1-1 0 0 0,29-11 0 0 0,-17 4-15 0 0,0 1-1 0 0,1 2 1 0 0,0 1 0 0 0,45-3-1 0 0,-12-5-43 0 0,-28 6-94 0 0,-19 5 3 0 0,0-2-1 0 0,-1 0 1 0 0,1-1 0 0 0,-1-1 0 0 0,-1-1 0 0 0,0 0 0 0 0,0-2 0 0 0,-1 0 0 0 0,-1-2 0 0 0,20-17-1 0 0,4-1 66 0 0,-34 26-139 0 0,1 0 0 0 0,0-1-1 0 0,-1 0 1 0 0,0-1-1 0 0,-1 1 1 0 0,11-15-1 0 0,36-55 116 0 0,-32 50-111 0 0,17-26 27 0 0,-29 37-26 0 0,10-24 9 0 0,-15 25-23 0 0,1 0-1 0 0,14-24 1 0 0,-14 29-13 0 0,0 0 0 0 0,-1-1 0 0 0,-1 0 0 0 0,1 0 0 0 0,4-23-1 0 0,-4 6 22 0 0,-1 7-15 0 0,-1 0 1 0 0,-1-1-1 0 0,-1-36 1 0 0,-1-100 79 0 0,-3 120-92 0 0,-5-75-26 0 0,7 87 32 0 0,-7-46 0 0 0,-6 8 3 0 0,11 52 5 0 0,-42-129-3 0 0,40 131 7 0 0,-1-1 0 0 0,0 1 1 0 0,0 1-1 0 0,-1-1 1 0 0,0 1-1 0 0,-12-12 1 0 0,-16-19-9 0 0,-104-140 15 0 0,131 171-16 0 0,0 0 0 0 0,-1 0 0 0 0,0 1 0 0 0,-1 0 0 0 0,0 0 0 0 0,0 2 0 0 0,0-1 0 0 0,-1 1 0 0 0,-17-7 0 0 0,15 7-2 0 0,-114-48-52 0 0,-4-3 69 0 0,114 51 30 0 0,12 5-54 0 0,0 0 1 0 0,0-1-1 0 0,0 0 1 0 0,0 0-1 0 0,1 0 0 0 0,-6-5 1 0 0,9 7 12 0 0,-11-3-31 0 0,2-1 29 0 0,0 0 1 0 0,0 1 0 0 0,-14-3 0 0 0,-1-1 28 0 0,-17-12-49 0 0,41 19 11 0 0,-3-1-2 0 0,-27-4 13 0 0,29 5-32 0 0,2 0 16 0 0,-29-8 22 0 0,-25-8 10 0 0,52 15-28 0 0,2 1 4 0 0,-18-9 13 0 0,21 16 5 0 0,0 0 1 0 0,0 0 0 0 0,-1 0-1 0 0,0 1 1 0 0,0-1-1 0 0,-1 0 1 0 0,0 1 0 0 0,0 11-1 0 0,-4 68 63 0 0,0-26-16 0 0,-1-20-33 0 0,3-35-25 0 0,0 1-1 0 0,0 0 1 0 0,1 0-1 0 0,0-1 1 0 0,0 1-1 0 0,0 0 1 0 0,1 0-1 0 0,0 0 1 0 0,0-1-1 0 0,1 1 1 0 0,4 11-1 0 0,-4-13 20 0 0,8 13 23 0 0,-7-17-36 0 0,-4-14-12 0 0,-11-80-285 0 0,-6 4-9 0 0,-11-71-143 0 0,25 140 362 0 0,1-6-64 0 0,3 25 136 0 0,1 1 1 0 0,-1-1 0 0 0,0 0-1 0 0,1 1 1 0 0,-1-1 0 0 0,1 1-1 0 0,-1-1 1 0 0,1 1 0 0 0,-1-1 0 0 0,1 1-1 0 0,-1-1 1 0 0,1 1 0 0 0,-1-1-1 0 0,1 1 1 0 0,-1 0 0 0 0,1-1 0 0 0,0 1-1 0 0,-1 0 1 0 0,1 0 0 0 0,0-1-1 0 0,-1 1 1 0 0,1 0 0 0 0,0 0-1 0 0,-1 0 1 0 0,1 0 0 0 0,0 0 0 0 0,0 0-1 0 0,-1 0 1 0 0,1 0 0 0 0,0 0-1 0 0,-1 0 1 0 0,1 0 0 0 0,0 1-1 0 0,1-1 1 0 0,0 1 6 0 0,-2-1 7 0 0,0 0 2 0 0,3 0-1 0 0,-1 1 0 0 0,1-1 0 0 0,-1 1 0 0 0,1 0 0 0 0,-1 0 0 0 0,1 0 0 0 0,-1 0-1 0 0,0 1 1 0 0,1-1 0 0 0,1 2 0 0 0,2 1-19 0 0,-5-3 16 0 0,-1-1 10 0 0,0 0-10 0 0,0 0 2 0 0,0 0 3 0 0,2 0-5 0 0,3 1 0 0 0,-3 0 2 0 0,-2-1-3 0 0,26-5 40 0 0,-10 1-32 0 0,-1 1-1 0 0,1 1 0 0 0,0 0 0 0 0,-1 1 1 0 0,1 1-1 0 0,0 0 0 0 0,0 1 0 0 0,-1 1 0 0 0,19 4 1 0 0,26 2 79 0 0,-28-5-7 0 0,0-1 0 0 0,0-2 0 0 0,1-2 0 0 0,35-5 1 0 0,-47 6 8 0 0,2-3 147 0 0,-22 3-161 0 0,-1 1-9 0 0,0 0 19 0 0,7 0 81 0 0,-4 0-235 0 0,-6 0-359 0 0,-19 0 30 0 0,16 0-112 0 0,6 0-161 0 0,-8 1-1089 0 0,-6-5-5232 0 0,12 3 3153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23:14.1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1727 68 0 0,'0'0'482'0'0,"0"0"-11"0"0,0 0-18 0 0,0 0-14 0 0,0 0-19 0 0,0 0-16 0 0,0 0-4 0 0,0 0-17 0 0,0 0-21 0 0,0 0-11 0 0,0 0-2 0 0,0 0-10 0 0,0 0 0 0 0,0 0 1 0 0,0 0-2 0 0,0 0 1 0 0,0 0-11 0 0,28 25 3234 0 0,4-25-2863 0 0,-1-2 0 0 0,52-9 0 0 0,-28 1-216 0 0,-39 7-336 0 0,-1-2 0 0 0,0 0 0 0 0,0-1 0 0 0,0 0 0 0 0,25-16 0 0 0,157-111 464 0 0,-192 129-603 0 0,113-96 138 0 0,-91 76-113 0 0,0-4 13 0 0,44-58-1 0 0,-55 65-23 0 0,7-13 4 0 0,-1 0 0 0 0,20-44-1 0 0,-33 60-23 0 0,4-9 4 0 0,-2-1 1 0 0,-1 0-1 0 0,-1-1 0 0 0,-2 0 0 0 0,7-47 0 0 0,-14 32-5 0 0,1-5 7 0 0,0 33 11 0 0,0 0-1 0 0,0 0 0 0 0,-1 0 0 0 0,-4-24 0 0 0,0 0 25 0 0,0 17-16 0 0,-1 0 0 0 0,0 0 0 0 0,-2 0 0 0 0,-1 1 0 0 0,-21-42 1 0 0,16 36 15 0 0,8 17-30 0 0,-1 0 0 0 0,-1 0 0 0 0,0 1-1 0 0,-1 0 1 0 0,1 0 0 0 0,-2 1-1 0 0,1 0 1 0 0,-2 0 0 0 0,1 1-1 0 0,-1 0 1 0 0,0 1 0 0 0,0 0 0 0 0,-1 1-1 0 0,-23-11 1 0 0,-10-3 0 0 0,0-3-1 0 0,-53-35 0 0 0,64 24-16 0 0,-6 7 18 0 0,5 11-42 0 0,27 13 33 0 0,1 0 1 0 0,-1 0-1 0 0,1 0 0 0 0,0-1 1 0 0,-10-7-1 0 0,13 8-1 0 0,-24-7 9 0 0,25 10-18 0 0,2 0-5 0 0,0 0 7 0 0,0 0-10 0 0,0 0 1 0 0,0 0 12 0 0,0 0 3 0 0,0 0-4 0 0,0 0 0 0 0,0 0 1 0 0,0 0-1 0 0,0-1 1 0 0,0 1-1 0 0,0 0 1 0 0,0 0-1 0 0,0 0 1 0 0,0 0-1 0 0,0 0 1 0 0,0-1-1 0 0,0 1 1 0 0,0 0 0 0 0,0 0-1 0 0,0 0 1 0 0,0 0-1 0 0,0 0 1 0 0,0-1-1 0 0,-1 1 1 0 0,1 0-1 0 0,0 0 1 0 0,0 0-1 0 0,0 0 1 0 0,0 0-1 0 0,0 0 1 0 0,0 0-1 0 0,-1 0 1 0 0,1 0-1 0 0,0-1 1 0 0,0 1-1 0 0,0 0 1 0 0,0 0-1 0 0,0 0 1 0 0,-1 0-1 0 0,1 0 1 0 0,0 0 0 0 0,0 0-1 0 0,0 0 1 0 0,0 0-1 0 0,-1 0 1 0 0,1 0-1 0 0,0 0 1 0 0,0 0-1 0 0,0 0 1 0 0,0 0-1 0 0,-1 1 1 0 0,-10 30 68 0 0,-1 0 1 0 0,-1 0-1 0 0,-31 48 1 0 0,19-35 24 0 0,10-11 35 0 0,12-26-100 0 0,0 0 0 0 0,0 0 0 0 0,0-1 0 0 0,-1 1 0 0 0,0-1 0 0 0,0 1 0 0 0,-6 5-1 0 0,8-10-16 0 0,1 1-1 0 0,-1-1 0 0 0,1 1 1 0 0,-1-1-1 0 0,1 1 0 0 0,0 0 1 0 0,0 0-1 0 0,0 0 0 0 0,0 4 1 0 0,1-7-13 0 0,0 0-11 0 0,0 0 8 0 0,1-6 0 0 0,0-1 0 0 0,1 1 0 0 0,0 0 0 0 0,1-1 0 0 0,0 1 0 0 0,-1 0 0 0 0,6-7 0 0 0,-3 4-27 0 0,-4 7 31 0 0,11-20-130 0 0,0-1 1 0 0,-2 0 0 0 0,-1 0 0 0 0,-1-1-1 0 0,7-30 1 0 0,-12 35 2 0 0,0 0 0 0 0,11-33 0 0 0,-13 51 118 0 0,-1 1 1 0 0,-1-1 8 0 0,1 1 0 0 0,0-1 0 0 0,0 1 0 0 0,0-1 0 0 0,-1 1 0 0 0,1-1 0 0 0,0 1 0 0 0,0-1 0 0 0,0 1 0 0 0,0-1 0 0 0,0 0 0 0 0,0 1 0 0 0,0-1 0 0 0,0 1 0 0 0,0-1-1 0 0,0 1 1 0 0,0-1 0 0 0,1 1 0 0 0,-1-1 0 0 0,0 1 0 0 0,0-1 0 0 0,0 1 0 0 0,1-1 0 0 0,-1 1 0 0 0,0-1 0 0 0,1 1 0 0 0,-1-1 0 0 0,0 1 0 0 0,1 0 0 0 0,-1-1 0 0 0,0 1 0 0 0,1-1 0 0 0,0 1-1 0 0,18-24 38 0 0,-19 22-32 0 0,1 1 9 0 0,0 1-4 0 0,0-1 0 0 0,0 1-1 0 0,0-1 1 0 0,0 1 0 0 0,0-1 0 0 0,0 0 0 0 0,-1 1 0 0 0,1-1-1 0 0,0 0 1 0 0,0 0 0 0 0,-1 0 0 0 0,1 0 0 0 0,-1 0 0 0 0,1 1-1 0 0,-1-1 1 0 0,1 0 0 0 0,-1 0 0 0 0,0 0 0 0 0,1 0 0 0 0,-1-2-1 0 0,44-2 250 0 0,-5 0-12 0 0,66 2 0 0 0,2-1-45 0 0,108-9 76 0 0,-81 6-114 0 0,-50 0-98 0 0,-82 7-51 0 0,-2 0-4 0 0,14-1 107 0 0,-7 0-284 0 0,-8 1-971 0 0,-50 5-647 0 0,13 4-5643 0 0,24-6 4038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35:28.8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2031 84 0 0,'-3'-1'7233'0'0,"8"1"-5479"0"0,9 0-2994 0 0,-12 1 1927 0 0,3-1-379 0 0,27 16 1537 0 0,-17-9-1525 0 0,0 0 1 0 0,0-1-1 0 0,1-1 1 0 0,0 0-1 0 0,26 3 0 0 0,87 5 423 0 0,-63-9-310 0 0,-22 3-94 0 0,-32-5-199 0 0,-1 0 0 0 0,1-1 0 0 0,0 0 0 0 0,-1-1-1 0 0,22-1 1 0 0,-21-1-59 0 0,0 2 0 0 0,1-1 0 0 0,13 2 0 0 0,2 0-1 0 0,8-3-14 0 0,1-1 0 0 0,-1-3-1 0 0,40-10 1 0 0,-28 5-22 0 0,-28 6-24 0 0,-1-2-1 0 0,0 0 1 0 0,0-1 0 0 0,20-13-1 0 0,-20 9 8 0 0,-1-2 1 0 0,-1 1-1 0 0,25-25 0 0 0,21-18-10 0 0,98-80 39 0 0,-117 96-29 0 0,-23 18-27 0 0,-1-2-1 0 0,-1 0 1 0 0,0-1 0 0 0,14-28 0 0 0,-12 13 11 0 0,-10 15-2 0 0,-2 0 0 0 0,0-1-1 0 0,-2 0 1 0 0,-1-1 0 0 0,0 0-1 0 0,1-38 1 0 0,4-107-2 0 0,-11 149-7 0 0,-1 0-1 0 0,-2 0 0 0 0,0 0 0 0 0,-1 1 1 0 0,-11-33-1 0 0,7 30 12 0 0,2-1 0 0 0,-4-39 0 0 0,1 6 4 0 0,2 18-20 0 0,-1 0 0 0 0,-2 1 0 0 0,-2 0 0 0 0,-2 1-1 0 0,-2 0 1 0 0,-22-41 0 0 0,31 69 4 0 0,-1 0-1 0 0,-1 0 1 0 0,0 0 0 0 0,0 1 0 0 0,-1 1 0 0 0,0-1-1 0 0,0 2 1 0 0,-1-1 0 0 0,-23-12 0 0 0,16 12 22 0 0,0 0 1 0 0,-1 2 0 0 0,0 0-1 0 0,0 1 1 0 0,-1 1 0 0 0,-20-3-1 0 0,-13-5 127 0 0,38 9-93 0 0,-1 0 0 0 0,-26-3 0 0 0,22 5-40 0 0,1-1 0 0 0,-24-7 0 0 0,-29-5-15 0 0,-170-3-8 0 0,212 18-7 0 0,-12-7 24 0 0,41 7-17 0 0,1 0 15 0 0,-11 7-183 0 0,11-6 166 0 0,0-1-8 0 0,0 0 0 0 0,0 0 9 0 0,0 0 2 0 0,0 0-7 0 0,0 0-4 0 0,0 0 8 0 0,0 0 1 0 0,0 0-4 0 0,0 0 3 0 0,0 0 0 0 0,0 0 2 0 0,0 0-8 0 0,0 0-2 0 0,0 0-15 0 0,0 0 3 0 0,0 0-10 0 0,0 0-1 0 0,0 0-4 0 0,0 0-6 0 0,0 0-7 0 0,0 0-12 0 0,0 0-5 0 0,0 0 2 0 0,0 0 3 0 0,0 0 2 0 0,0 0-11 0 0,0 0-7 0 0,0 0 2 0 0,0 0 3 0 0,0 0 1 0 0,2-1 65 0 0,-1 1 0 0 0,1 0-1 0 0,0-1 1 0 0,-1 0-1 0 0,1 1 1 0 0,-1-1 0 0 0,1 0-1 0 0,-1 0 1 0 0,1 0 0 0 0,-1 0-1 0 0,0 0 1 0 0,3-2-1 0 0,19-11-382 0 0,0 5 16 0 0,34-19 0 0 0,10-6-31 0 0,-57 30 347 0 0,-1-1-1 0 0,-1 0 1 0 0,1 0 0 0 0,-1-1 0 0 0,1 0 0 0 0,-2-1-1 0 0,1 0 1 0 0,-1 0 0 0 0,0 0 0 0 0,0-1-1 0 0,6-10 1 0 0,4-22-224 0 0,-17 39 271 0 0,2-2-32 0 0,-2 1 170 0 0,0 1 108 0 0,0 1-220 0 0,0 0 1 0 0,0-1-1 0 0,0 1 0 0 0,0 0 1 0 0,0-1-1 0 0,0 1 0 0 0,0 0 0 0 0,-1-1 1 0 0,1 1-1 0 0,0 0 0 0 0,0 0 1 0 0,0-1-1 0 0,-1 1 0 0 0,1 0 0 0 0,0 0 1 0 0,0-1-1 0 0,-1 1 0 0 0,1 0 0 0 0,0 0 1 0 0,0 0-1 0 0,-1-1 0 0 0,1 1 1 0 0,0 0-1 0 0,-1 0 0 0 0,1 0 0 0 0,0 0 1 0 0,-1 0-1 0 0,1 0 0 0 0,0 0 1 0 0,-1 0-1 0 0,1 0 0 0 0,0 0 0 0 0,-1 0 1 0 0,1 0-1 0 0,0 0 0 0 0,-1 0 0 0 0,1 0 1 0 0,0 0-1 0 0,-1 0 0 0 0,1 0 1 0 0,0 0-1 0 0,-1 0 0 0 0,1 1 0 0 0,0-1 1 0 0,-1 0-1 0 0,1 0 0 0 0,0 0 1 0 0,0 0-1 0 0,-1 1 0 0 0,1-1 0 0 0,0 1 1 0 0,-16 5 111 0 0,-42 25-13 0 0,18-9-43 0 0,-231 109 239 0 0,267-129-303 0 0,-10 5-6 0 0,12-7 12 0 0,2 0 5 0 0,0 0-2 0 0,0 0 0 0 0,0 0 13 0 0,54 25 171 0 0,-34-12-146 0 0,0 2-1 0 0,-1 0 1 0 0,-1 1-1 0 0,27 30 1 0 0,24 21 57 0 0,-26-29 198 0 0,83 53 0 0 0,-118-87-369 0 0,-5-2-173 0 0,1 0 0 0 0,-1 0-1 0 0,1 0 1 0 0,-1 0 0 0 0,0 0 0 0 0,5 6 0 0 0,-31 19-4063 0 0,12-16 1049 0 0,-1 0 251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38:28.1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2450 9 256 0 0,'0'0'490'0'0,"0"0"-21"0"0,3-6 440 0 0,-1 4 483 0 0,-2 4 2756 0 0,-29 187-1827 0 0,15-127-1696 0 0,-29 115 689 0 0,26-138-1034 0 0,3-9-81 0 0,8-9-102 0 0,1-4-14 0 0,0-1 0 0 0,-1 1 0 0 0,-1-1 0 0 0,0-1 0 0 0,-1 1 0 0 0,-1-1 0 0 0,-12 16 0 0 0,12-21 48 0 0,-1 0 0 0 0,0 0 0 0 0,-1-2 0 0 0,1 1 0 0 0,-2-1 0 0 0,1 0 0 0 0,-21 8 0 0 0,28-13-100 0 0,-2 0 7 0 0,0-1 1 0 0,0 1-1 0 0,-1-1 1 0 0,1-1 0 0 0,-1 1-1 0 0,0-1 1 0 0,1 0-1 0 0,-1-1 1 0 0,-11 0 0 0 0,-69-8-149 0 0,49 3 3 0 0,7 2 66 0 0,-3-2 25 0 0,1 2 1 0 0,-1 2-1 0 0,-35 3 0 0 0,49-1 38 0 0,1-1 0 0 0,-35-3 1 0 0,36 1 16 0 0,0 1 1 0 0,-34 2 0 0 0,29 0 8 0 0,1 0 0 0 0,-29-3 1 0 0,-19 0 10 0 0,-128 5 113 0 0,34-1-109 0 0,74 0 120 0 0,35-1-36 0 0,-95 13 0 0 0,120-9-117 0 0,-107 24 168 0 0,115-22-191 0 0,0 0 1 0 0,0 2-1 0 0,1 0 0 0 0,-22 13 0 0 0,14-5 10 0 0,12-6-11 0 0,4-3 6 0 0,0 0 0 0 0,1 1 0 0 0,-16 15 0 0 0,1 1 93 0 0,-38 49 0 0 0,57-62-76 0 0,0 0 0 0 0,1 0 0 0 0,0 0 0 0 0,1 1 0 0 0,0 0 0 0 0,1 0 0 0 0,-6 22 0 0 0,4 0 2 0 0,1 0 6 0 0,1 1 0 0 0,0 37 0 0 0,5-27 11 0 0,3-12-12 0 0,0 0 0 0 0,14 55-1 0 0,-12-69-41 0 0,0-1 1 0 0,-2 1-1 0 0,0 0 0 0 0,-1 1 0 0 0,-1-1 1 0 0,-1 0-1 0 0,-3 27 0 0 0,2-34-1 0 0,-3 7 8 0 0,4-19-22 0 0,0-1-9 0 0,0 0 12 0 0,0 0 4 0 0,-1 20-414 0 0,-25 9 254 0 0,25-28 150 0 0,1-1 0 0 0,0 0 8 0 0,0 0 0 0 0,0 0-1 0 0,0 0 1 0 0,0 0-1 0 0,0 0 1 0 0,0 1-1 0 0,0-1 1 0 0,0 0-1 0 0,0 0 1 0 0,-1 0 0 0 0,1 0-1 0 0,0 0 1 0 0,0 0-1 0 0,0 0 1 0 0,0 1-1 0 0,0-1 1 0 0,0 0 0 0 0,-1 0-1 0 0,1 0 1 0 0,0 0-1 0 0,0 0 1 0 0,0 0-1 0 0,0 0 1 0 0,-1 0-1 0 0,1 0 1 0 0,0 0 0 0 0,0 0-1 0 0,0 0 1 0 0,0 0-1 0 0,-1 0 1 0 0,1 0-1 0 0,0 0 1 0 0,0 0-1 0 0,0 0 1 0 0,0 0 0 0 0,-1 0-1 0 0,1 0 1 0 0,0 0-1 0 0,0 0 1 0 0,0 0-1 0 0,0 0 1 0 0,0-1-1 0 0,-1 1 1 0 0,1 0 0 0 0,0 0-1 0 0,0 0 1 0 0,-1-5-130 0 0,1-1 0 0 0,-1 1 1 0 0,-1 0-1 0 0,1 0 1 0 0,-1 0-1 0 0,0 0 0 0 0,0 0 1 0 0,0 0-1 0 0,-1 0 0 0 0,1 1 1 0 0,-7-9-1 0 0,5 10 36 0 0,-1 0-1 0 0,1 0 0 0 0,-1 0 0 0 0,1 1 1 0 0,-1 0-1 0 0,0-1 0 0 0,0 2 1 0 0,0-1-1 0 0,0 1 0 0 0,0-1 1 0 0,-7 1-1 0 0,8-1 54 0 0,2 2 35 0 0,0 0 0 0 0,0 0 0 0 0,1-1 0 0 0,-1 1 0 0 0,0-1 1 0 0,0 1-1 0 0,1-1 0 0 0,-1 0 0 0 0,1 1 0 0 0,-1-1 0 0 0,0 0 0 0 0,1 0 1 0 0,0 0-1 0 0,-1-1 0 0 0,1 1 0 0 0,0 0 0 0 0,-1 0 0 0 0,1-1 0 0 0,0 1 1 0 0,0-1-1 0 0,0 1 0 0 0,0-1 0 0 0,0 1 0 0 0,1-1 0 0 0,-1 0 0 0 0,0 1 1 0 0,0-3-1 0 0,1 0-4 0 0,0 0 0 0 0,0-1 1 0 0,0 1-1 0 0,1 0 0 0 0,0 0 1 0 0,0-1-1 0 0,0 1 0 0 0,0 0 1 0 0,3-6-1 0 0,-2-13 15 0 0,-2 22 24 0 0,0 1-2 0 0,-13-19 100 0 0,11 19-100 0 0,-28-13 681 0 0,30 16-645 0 0,0 0 0 0 0,1 0 0 0 0,-1 1-1 0 0,0-1 1 0 0,1 0 0 0 0,0 0 0 0 0,0 0 0 0 0,0 0 0 0 0,0 0 0 0 0,0 0 0 0 0,1 0 0 0 0,2 4 0 0 0,7 23 220 0 0,3 6-14 0 0,14 11 23 0 0,-22-36-237 0 0,-1 0 1 0 0,2-1-1 0 0,-1 0 1 0 0,1-1-1 0 0,1 1 1 0 0,-1-1-1 0 0,2-1 1 0 0,16 15-1 0 0,-9-14 6 0 0,0-1 1 0 0,0-1-1 0 0,1 0 0 0 0,0-1 0 0 0,0-1 0 0 0,33 6 0 0 0,-28-6-15 0 0,-21-5-52 0 0,10 5 27 0 0,-5-6 12 0 0,-5 1-11 0 0,0 0 0 0 0,0 0-1 0 0,0 0 1 0 0,0-1-1 0 0,1 1 1 0 0,-1 0 0 0 0,0-1-1 0 0,0 1 1 0 0,0-1-1 0 0,0 1 1 0 0,0-1-1 0 0,0 1 1 0 0,0-1 0 0 0,0 1-1 0 0,0-1 1 0 0,-1 0-1 0 0,2-1 1 0 0,-1 1 7 0 0,-1 1 3 0 0,0 0 14 0 0,0 0-7 0 0,0 0 1 0 0,0 0 2 0 0,0 0-2 0 0,0 0 6 0 0,0 0-9 0 0,0 0 4 0 0,0 0-8 0 0,0 0-14 0 0,0 0 8 0 0,0 0 7 0 0,0 0-2 0 0,0 0-1 0 0,0 0-4 0 0,0 0 3 0 0,0 0-12 0 0,0 0 4 0 0,0 0 3 0 0,0 0 3 0 0,0 0 1 0 0,-9-17-38 0 0,10 10 18 0 0,0 0 0 0 0,0 0 0 0 0,1 0 1 0 0,0 0-1 0 0,0 0 0 0 0,1 0 0 0 0,0 1 0 0 0,0-1 0 0 0,0 1 1 0 0,1 0-1 0 0,7-10 0 0 0,10-11-224 0 0,28-28 0 0 0,-27 32-158 0 0,22-38-1125 0 0,-20 26-2912 0 0,-24 34 1609 0 0,0 1 217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46:35.0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109 2093 212 0 0,'0'0'92'0'0,"0"0"1"0"0,0 0-1 0 0,-1 0 0 0 0,1 0 1 0 0,0 0-1 0 0,0 0 0 0 0,0 0 1 0 0,0 0-1 0 0,0 0 0 0 0,0 0 1 0 0,0-1-1 0 0,0 1 0 0 0,-1 0 1 0 0,1 0-1 0 0,0 0 0 0 0,0 0 1 0 0,0 0-1 0 0,0 0 0 0 0,0-1 1 0 0,0 1-1 0 0,0 0 0 0 0,0 0 1 0 0,0 0-1 0 0,0 0 1 0 0,0 0-1 0 0,0-1 0 0 0,0 1 1 0 0,0 0-1 0 0,0 0 0 0 0,0 0 1 0 0,0 0-1 0 0,0 0 0 0 0,0-1 1 0 0,0 1-1 0 0,0 0 0 0 0,0 0 1 0 0,0 0-1 0 0,0 0 0 0 0,0 0 1 0 0,1 0-1 0 0,-1-1 0 0 0,0 1 1 0 0,0 0-1 0 0,0 0 0 0 0,0 0 1 0 0,0 0-1 0 0,0 0 0 0 0,0 0 1 0 0,0 0-1 0 0,1 0 0 0 0,-1 0 1 0 0,0 0-1 0 0,0-1 0 0 0,0 1 1 0 0,0 0-1 0 0,9 0 5809 0 0,-6 1-7657 0 0,0-1 1880 0 0,10 6 417 0 0,24 8 11 0 0,-36-13-547 0 0,4 1 54 0 0,0 0 0 0 0,0 0 0 0 0,0-1-1 0 0,0 0 1 0 0,0 0 0 0 0,8 1 0 0 0,134-11 715 0 0,-96 10-542 0 0,-33 0-168 0 0,0 0-1 0 0,0-2 1 0 0,0 0 0 0 0,0-1-1 0 0,33-7 1 0 0,44-8 269 0 0,-37 6-156 0 0,-17 4-9 0 0,59-18 0 0 0,-89 20-110 0 0,0 0 0 0 0,-1-1 1 0 0,0 0-1 0 0,0-1 0 0 0,16-13 0 0 0,9-7 128 0 0,-2 3-23 0 0,30-30 1 0 0,-5 4-71 0 0,-43 36-52 0 0,-1 0-1 0 0,0-2 0 0 0,20-28 1 0 0,-30 39-29 0 0,1-2 4 0 0,-1 1 0 0 0,0-1-1 0 0,0 0 1 0 0,-1 0-1 0 0,0 0 1 0 0,0 0-1 0 0,-1-1 1 0 0,1 1 0 0 0,-2-1-1 0 0,1 0 1 0 0,-1 1-1 0 0,0-10 1 0 0,0 5-9 0 0,1 0 0 0 0,-1 0 0 0 0,6-18 0 0 0,3-19 16 0 0,-7 9 6 0 0,-4-52 0 0 0,0 27-53 0 0,4 26 28 0 0,-1 32-2 0 0,-1 0-1 0 0,0 0 1 0 0,-1-1-1 0 0,0 1 0 0 0,0 0 1 0 0,0-1-1 0 0,-3-11 1 0 0,-5-10 23 0 0,1 3-33 0 0,-18-46 0 0 0,15 50 25 0 0,-1 0 0 0 0,-22-32 0 0 0,-80-91-9 0 0,35 43-56 0 0,-12-17 45 0 0,69 89 11 0 0,-2 1-1 0 0,-1 2 1 0 0,-1 0-1 0 0,-1 1 1 0 0,-2 2-1 0 0,0 1 1 0 0,-2 1-1 0 0,-39-22 1 0 0,45 32 75 0 0,0 1 0 0 0,-1 1 0 0 0,0 1 0 0 0,-48-9 0 0 0,19 4-53 0 0,-76-14-6 0 0,13 7 0 0 0,45 8 34 0 0,70 13-62 0 0,-22-11-52 0 0,25 9-38 0 0,2 8 72 0 0,2 15 28 0 0,-3-7 8 0 0,-1-1-1 0 0,2 1 1 0 0,0-1 0 0 0,7 22 0 0 0,-4-19 8 0 0,-2 1 0 0 0,4 21 0 0 0,-2 88 389 0 0,-6-125-386 0 0,0-1-4 0 0,0 0 3 0 0,0 0-10 0 0,0 0-2 0 0,0 0-12 0 0,0 0 0 0 0,0 0-1 0 0,0 0 1 0 0,1 1-1 0 0,-1-1 1 0 0,0 0 0 0 0,0 0-1 0 0,0 0 1 0 0,0 0-1 0 0,0 0 1 0 0,0 0 0 0 0,0 0-1 0 0,0 0 1 0 0,0 1-1 0 0,0-1 1 0 0,0 0 0 0 0,0 0-1 0 0,0 0 1 0 0,0 0-1 0 0,0 0 1 0 0,0 0 0 0 0,0 1-1 0 0,0-1 1 0 0,0 0-1 0 0,0 0 1 0 0,0 0 0 0 0,0 0-1 0 0,0 0 1 0 0,0 0-1 0 0,0 1 1 0 0,0-1 0 0 0,0 0-1 0 0,0 0 1 0 0,0 0-1 0 0,0 0 1 0 0,0 0 0 0 0,0 0-1 0 0,0 0 1 0 0,0 1-1 0 0,0-1 1 0 0,0 0 0 0 0,0 0-1 0 0,-1 0 1 0 0,1 0-1 0 0,0 0 1 0 0,0 0 0 0 0,0 0-1 0 0,0 0 1 0 0,0 0-1 0 0,0 0 1 0 0,0 0 0 0 0,-1 0-1 0 0,1 1 1 0 0,0-1-1 0 0,0 0 1 0 0,0 0 0 0 0,0 0-1 0 0,0 0 1 0 0,0 0-1 0 0,-1 0 1 0 0,1 0 0 0 0,0 0-1 0 0,0 0 1 0 0,0 0-1 0 0,0 0 1 0 0,0-1 0 0 0,0 1-1 0 0,-1 0 1 0 0,1 0-1 0 0,-3-3-22 0 0,1 0-1 0 0,-1-1 0 0 0,1 1 0 0 0,0-1 0 0 0,0 0 1 0 0,0 0-1 0 0,0 0 0 0 0,1 0 0 0 0,-1 0 1 0 0,1 0-1 0 0,0 0 0 0 0,1 0 0 0 0,-1-1 0 0 0,1 1 1 0 0,-1-5-1 0 0,-14-110-775 0 0,15 94 625 0 0,-2 0 1 0 0,-1-1-1 0 0,-12-45 0 0 0,6 45 86 0 0,4 17 72 0 0,2 0-1 0 0,-1 0 0 0 0,1 0 1 0 0,1 0-1 0 0,-3-18 0 0 0,5 24 14 0 0,0-1-1 0 0,0 0 0 0 0,1 0 1 0 0,-1 1-1 0 0,1-1 0 0 0,0 1 1 0 0,0-1-1 0 0,2-4 0 0 0,26-37-48 0 0,-29 44 49 0 0,2 0 30 0 0,0-1 0 0 0,0 0 0 0 0,0 1 1 0 0,0-1-1 0 0,0 1 0 0 0,0-1 1 0 0,0 1-1 0 0,0 0 0 0 0,1 0 0 0 0,-1 0 1 0 0,4-1-1 0 0,330-13 631 0 0,-305 16-603 0 0,-30 0-35 0 0,2 0 12 0 0,-3-1-28 0 0,0 0-1 0 0,0 0 1 0 0,0 0-1 0 0,1 0 1 0 0,-1 0-1 0 0,0 0 1 0 0,0 0-1 0 0,0 0 0 0 0,0 0 1 0 0,1 0-1 0 0,-1 0 1 0 0,0 0-1 0 0,0 0 1 0 0,0 0-1 0 0,0 0 0 0 0,1 0 1 0 0,-1 1-1 0 0,0-1 1 0 0,0 0-1 0 0,0 0 1 0 0,0 0-1 0 0,0 0 1 0 0,0 0-1 0 0,1 0 0 0 0,-1 1 1 0 0,0-1-1 0 0,0 0 1 0 0,0 0-1 0 0,0 0 1 0 0,0 0-1 0 0,0 0 0 0 0,0 1 1 0 0,0-1-1 0 0,0 0 1 0 0,0 0-1 0 0,0 0 1 0 0,0 0-1 0 0,0 1 1 0 0,0-1-1 0 0,0 0 0 0 0,0 0 1 0 0,0 0-1 0 0,0 1 1 0 0,-13 11 45 0 0,-20-2 41 0 0,32-10-93 0 0,1 0-21 0 0,0 0 2 0 0,0 0-6 0 0,-4 1 828 0 0,2 0-3487 0 0,1-1-6015 0 0,1 0 6182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46:36.0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20 0 0,'0'0'429'0'0,"0"0"-12"0"0,0 0-9 0 0,0 0 3 0 0,0 0-8 0 0,0 0-5 0 0,0 0-15 0 0,0 0-18 0 0,0 0-23 0 0,0 0-32 0 0,0 0-4 0 0,0 0-21 0 0,0 0-18 0 0,0 0-10 0 0,0 0-18 0 0,0 0-22 0 0,0 0-7 0 0,0 0-13 0 0,0 0-18 0 0,0 0 3 0 0,27 38 1085 0 0,-2-19-707 0 0,9 8 62 0 0,-32-25-585 0 0,0 0 0 0 0,-1-1 0 0 0,0 1 0 0 0,1 0 0 0 0,-1 0 0 0 0,0 0 0 0 0,0 0 0 0 0,0 0 0 0 0,0 0 0 0 0,0 0 0 0 0,-1 0 1 0 0,1 0-1 0 0,-1 1 0 0 0,1-1 0 0 0,-1 4 0 0 0,9 26 730 0 0,-8-34-782 0 0,-1 0-14 0 0,0 1 0 0 0,1-1 0 0 0,-1 0 0 0 0,0 0 0 0 0,1 1 0 0 0,0-1 1 0 0,-1 0-1 0 0,1 1 0 0 0,0-1 0 0 0,0 1 0 0 0,2-3 0 0 0,-3 3-32 0 0,0 1-12 0 0,0 0-22 0 0,0 0-34 0 0,0 0-43 0 0,0 0-43 0 0,0 0-39 0 0,0 0-76 0 0,-3-1-138 0 0,1 1 76 0 0,-6 0 506 0 0,2-3-4069 0 0,2-1 1905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4:55:11.3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2450 9 256 0 0,'0'0'490'0'0,"0"0"-21"0"0,3-6 440 0 0,-1 4 483 0 0,-2 4 2756 0 0,-29 187-1827 0 0,15-127-1696 0 0,-29 115 689 0 0,26-138-1034 0 0,3-9-81 0 0,8-9-102 0 0,1-4-14 0 0,0-1 0 0 0,-1 1 0 0 0,-1-1 0 0 0,0-1 0 0 0,-1 1 0 0 0,-1-1 0 0 0,-12 16 0 0 0,12-21 48 0 0,-1 0 0 0 0,0 0 0 0 0,-1-2 0 0 0,1 1 0 0 0,-2-1 0 0 0,1 0 0 0 0,-21 8 0 0 0,28-13-100 0 0,-2 0 7 0 0,0-1 1 0 0,0 1-1 0 0,-1-1 1 0 0,1-1 0 0 0,-1 1-1 0 0,0-1 1 0 0,1 0-1 0 0,-1-1 1 0 0,-11 0 0 0 0,-69-8-149 0 0,49 3 3 0 0,7 2 66 0 0,-3-2 25 0 0,1 2 1 0 0,-1 2-1 0 0,-35 3 0 0 0,49-1 38 0 0,1-1 0 0 0,-35-3 1 0 0,36 1 16 0 0,0 1 1 0 0,-34 2 0 0 0,29 0 8 0 0,1 0 0 0 0,-29-3 1 0 0,-19 0 10 0 0,-128 5 113 0 0,34-1-109 0 0,74 0 120 0 0,35-1-36 0 0,-95 13 0 0 0,120-9-117 0 0,-107 24 168 0 0,115-22-191 0 0,0 0 1 0 0,0 2-1 0 0,1 0 0 0 0,-22 13 0 0 0,14-5 10 0 0,12-6-11 0 0,4-3 6 0 0,0 0 0 0 0,1 1 0 0 0,-16 15 0 0 0,1 1 93 0 0,-38 49 0 0 0,57-62-76 0 0,0 0 0 0 0,1 0 0 0 0,0 0 0 0 0,1 1 0 0 0,0 0 0 0 0,1 0 0 0 0,-6 22 0 0 0,4 0 2 0 0,1 0 6 0 0,1 1 0 0 0,0 37 0 0 0,5-27 11 0 0,3-12-12 0 0,0 0 0 0 0,14 55-1 0 0,-12-69-41 0 0,0-1 1 0 0,-2 1-1 0 0,0 0 0 0 0,-1 1 0 0 0,-1-1 1 0 0,-1 0-1 0 0,-3 27 0 0 0,2-34-1 0 0,-3 7 8 0 0,4-19-22 0 0,0-1-9 0 0,0 0 12 0 0,0 0 4 0 0,-1 20-414 0 0,-25 9 254 0 0,25-28 150 0 0,1-1 0 0 0,0 0 8 0 0,0 0 0 0 0,0 0-1 0 0,0 0 1 0 0,0 0-1 0 0,0 0 1 0 0,0 1-1 0 0,0-1 1 0 0,0 0-1 0 0,0 0 1 0 0,-1 0 0 0 0,1 0-1 0 0,0 0 1 0 0,0 0-1 0 0,0 0 1 0 0,0 1-1 0 0,0-1 1 0 0,0 0 0 0 0,-1 0-1 0 0,1 0 1 0 0,0 0-1 0 0,0 0 1 0 0,0 0-1 0 0,0 0 1 0 0,-1 0-1 0 0,1 0 1 0 0,0 0 0 0 0,0 0-1 0 0,0 0 1 0 0,0 0-1 0 0,-1 0 1 0 0,1 0-1 0 0,0 0 1 0 0,0 0-1 0 0,0 0 1 0 0,0 0 0 0 0,-1 0-1 0 0,1 0 1 0 0,0 0-1 0 0,0 0 1 0 0,0 0-1 0 0,0 0 1 0 0,0-1-1 0 0,-1 1 1 0 0,1 0 0 0 0,0 0-1 0 0,0 0 1 0 0,-1-5-130 0 0,1-1 0 0 0,-1 1 1 0 0,-1 0-1 0 0,1 0 1 0 0,-1 0-1 0 0,0 0 0 0 0,0 0 1 0 0,0 0-1 0 0,-1 0 0 0 0,1 1 1 0 0,-7-9-1 0 0,5 10 36 0 0,-1 0-1 0 0,1 0 0 0 0,-1 0 0 0 0,1 1 1 0 0,-1 0-1 0 0,0-1 0 0 0,0 2 1 0 0,0-1-1 0 0,0 1 0 0 0,0-1 1 0 0,-7 1-1 0 0,8-1 54 0 0,2 2 35 0 0,0 0 0 0 0,0 0 0 0 0,1-1 0 0 0,-1 1 0 0 0,0-1 1 0 0,0 1-1 0 0,1-1 0 0 0,-1 0 0 0 0,1 1 0 0 0,-1-1 0 0 0,0 0 0 0 0,1 0 1 0 0,0 0-1 0 0,-1-1 0 0 0,1 1 0 0 0,0 0 0 0 0,-1 0 0 0 0,1-1 0 0 0,0 1 1 0 0,0-1-1 0 0,0 1 0 0 0,0-1 0 0 0,0 1 0 0 0,1-1 0 0 0,-1 0 0 0 0,0 1 1 0 0,0-3-1 0 0,1 0-4 0 0,0 0 0 0 0,0-1 1 0 0,0 1-1 0 0,1 0 0 0 0,0 0 1 0 0,0-1-1 0 0,0 1 0 0 0,0 0 1 0 0,3-6-1 0 0,-2-13 15 0 0,-2 22 24 0 0,0 1-2 0 0,-13-19 100 0 0,11 19-100 0 0,-28-13 681 0 0,30 16-645 0 0,0 0 0 0 0,1 0 0 0 0,-1 1-1 0 0,0-1 1 0 0,1 0 0 0 0,0 0 0 0 0,0 0 0 0 0,0 0 0 0 0,0 0 0 0 0,0 0 0 0 0,1 0 0 0 0,2 4 0 0 0,7 23 220 0 0,3 6-14 0 0,14 11 23 0 0,-22-36-237 0 0,-1 0 1 0 0,2-1-1 0 0,-1 0 1 0 0,1-1-1 0 0,1 1 1 0 0,-1-1-1 0 0,2-1 1 0 0,16 15-1 0 0,-9-14 6 0 0,0-1 1 0 0,0-1-1 0 0,1 0 0 0 0,0-1 0 0 0,0-1 0 0 0,33 6 0 0 0,-28-6-15 0 0,-21-5-52 0 0,10 5 27 0 0,-5-6 12 0 0,-5 1-11 0 0,0 0 0 0 0,0 0-1 0 0,0 0 1 0 0,0-1-1 0 0,1 1 1 0 0,-1 0 0 0 0,0-1-1 0 0,0 1 1 0 0,0-1-1 0 0,0 1 1 0 0,0-1-1 0 0,0 1 1 0 0,0-1 0 0 0,0 1-1 0 0,0-1 1 0 0,-1 0-1 0 0,2-1 1 0 0,-1 1 7 0 0,-1 1 3 0 0,0 0 14 0 0,0 0-7 0 0,0 0 1 0 0,0 0 2 0 0,0 0-2 0 0,0 0 6 0 0,0 0-9 0 0,0 0 4 0 0,0 0-8 0 0,0 0-14 0 0,0 0 8 0 0,0 0 7 0 0,0 0-2 0 0,0 0-1 0 0,0 0-4 0 0,0 0 3 0 0,0 0-12 0 0,0 0 4 0 0,0 0 3 0 0,0 0 3 0 0,0 0 1 0 0,-9-17-38 0 0,10 10 18 0 0,0 0 0 0 0,0 0 0 0 0,1 0 1 0 0,0 0-1 0 0,0 0 0 0 0,1 0 0 0 0,0 1 0 0 0,0-1 0 0 0,0 1 1 0 0,1 0-1 0 0,7-10 0 0 0,10-11-224 0 0,28-28 0 0 0,-27 32-158 0 0,22-38-1125 0 0,-20 26-2912 0 0,-24 34 1609 0 0,0 1 217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2.3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3 200 0 0,'0'0'602'0'0,"0"0"-31"0"0,0 0-40 0 0,0 0-43 0 0,0 0-30 0 0,0 0-36 0 0,0 0-30 0 0,0 0-28 0 0,17-1 1408 0 0,-14 1-1607 0 0,0-1 1 0 0,0 1 0 0 0,0 0-1 0 0,0 0 1 0 0,0 0-1 0 0,1 0 1 0 0,-1 1 0 0 0,0-1-1 0 0,0 1 1 0 0,0 0-1 0 0,0 0 1 0 0,-1 0-1 0 0,1 0 1 0 0,0 0 0 0 0,0 1-1 0 0,3 1 1 0 0,-5-2 21 0 0,8 4 499 0 0,-8-4-635 0 0,0-1-1 0 0,0 1 0 0 0,0 0 0 0 0,0-1 0 0 0,-1 1 0 0 0,1-1 1 0 0,0 1-1 0 0,0-1 0 0 0,0 0 0 0 0,1 1 0 0 0,-1-1 0 0 0,0 0 0 0 0,0 0 1 0 0,0 1-1 0 0,1-1 0 0 0,31-6 299 0 0,-32 6-304 0 0,36 9 1172 0 0,-37-9-1209 0 0,0 0 1 0 0,-1 0 0 0 0,1 1-1 0 0,0-1 1 0 0,0 0 0 0 0,0 0-1 0 0,0 1 1 0 0,1-1 0 0 0,-1 0-1 0 0,0 0 1 0 0,0 1 0 0 0,0-1-1 0 0,0 0 1 0 0,0 0 0 0 0,0 1-1 0 0,0-1 1 0 0,0 0 0 0 0,1 0-1 0 0,-1 1 1 0 0,0-1 0 0 0,0 0-1 0 0,0 0 1 0 0,0 0 0 0 0,1 1-1 0 0,-1-1 1 0 0,0 0-1 0 0,0 0 1 0 0,0 0 0 0 0,1 0-1 0 0,-1 0 1 0 0,0 1 0 0 0,0-1-1 0 0,1 0 1 0 0,-1 0 0 0 0,0 0-1 0 0,0 0 1 0 0,1 0 0 0 0,-1 0-1 0 0,0 0 1 0 0,1 0 0 0 0,-1 0-1 0 0,0 0 1 0 0,0 0 0 0 0,1 0-1 0 0,-1 0 1 0 0,0 0 0 0 0,0 0-1 0 0,1 0 1 0 0,-1 0 0 0 0,0-1-1 0 0,0 1 1 0 0,1 0 0 0 0,-1 0-1 0 0,0 0 1 0 0,0 0 0 0 0,1-1-1 0 0,25-6-57 0 0,41 5 19 0 0,32-2-10 0 0,59-5-16 0 0,-119 6-7 0 0,23-3-120 0 0,-29 3 143 0 0,-33 3 42 0 0,1 0 0 0 0,0 0 0 0 0,-1 0-1 0 0,1 0 1 0 0,0 0 0 0 0,0 0 0 0 0,-1 0-1 0 0,1 0 1 0 0,0 1 0 0 0,-1-1-1 0 0,1 0 1 0 0,-1 0 0 0 0,1 0 0 0 0,0 1-1 0 0,-1-1 1 0 0,1 0 0 0 0,-1 1 0 0 0,1-1-1 0 0,0 1 1 0 0,-1-1 0 0 0,1 0-1 0 0,-1 1 1 0 0,0-1 0 0 0,1 1 0 0 0,-1 0-1 0 0,1-1 1 0 0,-1 1 0 0 0,0-1 0 0 0,1 1-1 0 0,-1-1 1 0 0,0 1 0 0 0,0 0-1 0 0,1-1 1 0 0,-1 1 0 0 0,0 0 0 0 0,0-1-1 0 0,0 1 1 0 0,0 0 0 0 0,0-1 0 0 0,0 1-1 0 0,0 0 1 0 0,0-1 0 0 0,0 1-1 0 0,0 0 1 0 0,0-1 0 0 0,0 1 0 0 0,-1 1-1 0 0,-9 45 12 0 0,5-29-7 0 0,-6 41-1 0 0,-16 99 53 0 0,-15 453 862 0 0,58-405-738 0 0,-3-89-40 0 0,-8-24 90 0 0,-4-17-158 0 0,0-74-84 0 0,4 7 5 0 0,-6 1-3 0 0,-1 9-15 0 0,1-8 16 0 0,1 0 0 0 0,0 0 0 0 0,0 0 0 0 0,1 0 1 0 0,5 20-1 0 0,-3-17 6 0 0,0 1 4 0 0,1 0 0 0 0,8 23-1 0 0,-10-33-7 0 0,-1 1 0 0 0,1 0 0 0 0,-1-1 0 0 0,0 1 0 0 0,-1 0 0 0 0,1-1-1 0 0,-1 1 1 0 0,0 0 0 0 0,-2 8 0 0 0,2-10 1 0 0,-1-1 1 0 0,1 1-1 0 0,0 0 0 0 0,0 0 0 0 0,1 0 1 0 0,1 7-1 0 0,-2 29-29 0 0,0-37 33 0 0,0-1 1 0 0,0 0-1 0 0,0 0 1 0 0,0 0 0 0 0,0 0-1 0 0,0 0 1 0 0,-1 0 0 0 0,1 0-1 0 0,-1 0 1 0 0,1 0 0 0 0,-1 0-1 0 0,0 0 1 0 0,1-1 0 0 0,-1 1 0 0 0,-2 2-1 0 0,2-2-12 0 0,1-2-4 0 0,0 0 0 0 0,0 0 0 0 0,0 0 0 0 0,0 0-1 0 0,0 0-6 0 0,0 0-2 0 0,0 0 6 0 0,0 0-13 0 0,0 0 10 0 0,0 0 4 0 0,0 0-14 0 0,-1-3 4 0 0,-2 1 9 0 0,1 0 0 0 0,0 0 0 0 0,-1 0 0 0 0,1 1 0 0 0,-1-1 0 0 0,0 1 0 0 0,0-1 0 0 0,1 1 0 0 0,-1 0 0 0 0,0 0 0 0 0,0 0 1 0 0,0 0-1 0 0,0 1 0 0 0,0-1 0 0 0,0 1 0 0 0,0 0 0 0 0,-1 0 0 0 0,1 0 0 0 0,0 0 0 0 0,0 0 0 0 0,-4 1 0 0 0,-15 2-99 0 0,-41 11-1 0 0,43-9 78 0 0,-54 12-142 0 0,16-5-224 0 0,-80 28-1 0 0,132-38-152 0 0,-17 6 751 0 0,15-3-6637 0 0,8-5 3821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3.5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508 60 312 0 0,'-3'-5'215'0'0,"-1"0"0"0"0,0 1 0 0 0,1 0 0 0 0,-1 0 0 0 0,-1 0 0 0 0,1 0 0 0 0,-1 1 0 0 0,1-1 0 0 0,-1 1 0 0 0,0 0 0 0 0,0 1 0 0 0,0-1 0 0 0,-1 1 0 0 0,1 0 0 0 0,0 0 0 0 0,-1 1 0 0 0,1 0 0 0 0,-1 0 0 0 0,0 0 0 0 0,1 0 0 0 0,-7 1 0 0 0,0 0 26 0 0,0 0 0 0 0,0 0 0 0 0,0 2 0 0 0,0-1 0 0 0,0 1 0 0 0,0 1 0 0 0,1 0 0 0 0,-1 1-1 0 0,-13 6 1 0 0,11-2-113 0 0,1 0 1 0 0,0 1-1 0 0,0 1 0 0 0,1 0 0 0 0,0 0 0 0 0,0 1 0 0 0,2 1 1 0 0,-1 0-1 0 0,2 0 0 0 0,-1 1 0 0 0,-10 21 0 0 0,-3 9 176 0 0,3 1 0 0 0,-22 67 0 0 0,34-80-189 0 0,1 1 0 0 0,1 0 1 0 0,2 0-1 0 0,1 0 0 0 0,1 0 0 0 0,2 1 0 0 0,2-1 1 0 0,0 0-1 0 0,3 0 0 0 0,11 47 0 0 0,-11-59-58 0 0,1-1-1 0 0,1 0 0 0 0,0-1 1 0 0,2 1-1 0 0,0-1 0 0 0,1-1 1 0 0,1 0-1 0 0,16 21 1 0 0,-19-29-48 0 0,0-1 0 0 0,0 1 1 0 0,1-2-1 0 0,0 1 0 0 0,0-1 1 0 0,0 0-1 0 0,1-1 0 0 0,0 0 1 0 0,1-1-1 0 0,-1 0 0 0 0,1-1 1 0 0,0 0-1 0 0,0 0 0 0 0,0-1 1 0 0,1-1-1 0 0,12 2 0 0 0,-9-2-156 0 0,1-1-1 0 0,0 0 0 0 0,0-1 0 0 0,0-1 0 0 0,-1 0 0 0 0,1-1 0 0 0,0-1 1 0 0,-1 0-1 0 0,1-1 0 0 0,-1-1 0 0 0,27-13 0 0 0,-29 12-756 0 0,-1-2-1 0 0,0 0 0 0 0,0 0 0 0 0,-1-1 1 0 0,13-14-1 0 0,-4 2-1703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4.1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137 0 348 0 0,'-36'8'2378'0'0,"29"-7"-1958"0"0,0 1 0 0 0,0-1 0 0 0,0 1-1 0 0,1 0 1 0 0,-10 5 0 0 0,14-6-311 0 0,-1 1 0 0 0,0 0 0 0 0,0 0 0 0 0,1 0-1 0 0,-1 1 1 0 0,1-1 0 0 0,0 1 0 0 0,0-1-1 0 0,0 1 1 0 0,0 0 0 0 0,0 0 0 0 0,0 0 0 0 0,1 0-1 0 0,0 0 1 0 0,-2 4 0 0 0,-1 8 103 0 0,0 1-1 0 0,1 0 1 0 0,1 0 0 0 0,0 0-1 0 0,2 0 1 0 0,-1 0 0 0 0,2 0 0 0 0,0 1-1 0 0,1-1 1 0 0,1 0 0 0 0,0-1-1 0 0,1 1 1 0 0,1-1 0 0 0,0 1 0 0 0,2-1-1 0 0,-1-1 1 0 0,2 1 0 0 0,16 24-1 0 0,-22-36-187 0 0,0 0 0 0 0,0 0-1 0 0,0 0 1 0 0,1-1 0 0 0,-1 1-1 0 0,1-1 1 0 0,0 1 0 0 0,0-1-1 0 0,-1 0 1 0 0,2 0 0 0 0,-1 0-1 0 0,0 0 1 0 0,0-1 0 0 0,0 1-1 0 0,1-1 1 0 0,-1 0 0 0 0,1 0 0 0 0,-1 0-1 0 0,1-1 1 0 0,-1 1 0 0 0,1-1-1 0 0,0 0 1 0 0,-1 1 0 0 0,1-2-1 0 0,-1 1 1 0 0,1 0 0 0 0,5-2-1 0 0,-3 0-53 0 0,0-1 0 0 0,0 0 0 0 0,0 0 0 0 0,-1 0 0 0 0,1 0 0 0 0,-1-1 0 0 0,0 0 1 0 0,0 0-1 0 0,-1-1 0 0 0,1 1 0 0 0,-1-1 0 0 0,0 0 0 0 0,0 0 0 0 0,5-10 0 0 0,-3 7-75 0 0,-1 0 0 0 0,0-1 0 0 0,0 0 0 0 0,-1 0 0 0 0,0 0 0 0 0,-1 0 0 0 0,0-1 1 0 0,0 1-1 0 0,-1-1 0 0 0,-1 0 0 0 0,1 0 0 0 0,-2 1 0 0 0,1-1 0 0 0,-1 0 0 0 0,-1 0 1 0 0,0 0-1 0 0,0 0 0 0 0,-4-14 0 0 0,-1 7-116 0 0,-1 0 0 0 0,0 1 0 0 0,-1 0 0 0 0,-1 0 0 0 0,-20-28 0 0 0,7 27-375 0 0,18 17-316 0 0,12 9 407 0 0,24 6-2697 0 0,-17-11 1686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4.8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1 684 0 0,'0'0'653'0'0,"0"0"-29"0"0,0 0-26 0 0,0 0-27 0 0,0 0-21 0 0,0 4-40 0 0,9 59 1879 0 0,0 83 0 0 0,-2-12-439 0 0,-3-57-730 0 0,-2-99-1449 0 0,1 0 1 0 0,0 0-1 0 0,11-34 0 0 0,-6 23-14 0 0,-5 21 149 0 0,1 0 0 0 0,0 0 0 0 0,0 1-1 0 0,1 0 1 0 0,1 0 0 0 0,0 0 0 0 0,0 1-1 0 0,1 0 1 0 0,0 0 0 0 0,1 0 0 0 0,14-13 0 0 0,-18 19 79 0 0,1 0 1 0 0,0 0-1 0 0,1 1 1 0 0,-1-1-1 0 0,0 1 1 0 0,1 0 0 0 0,0 0-1 0 0,0 1 1 0 0,-1 0-1 0 0,2 0 1 0 0,-1 0 0 0 0,0 1-1 0 0,0 0 1 0 0,0 0-1 0 0,1 1 1 0 0,-1-1-1 0 0,0 1 1 0 0,1 1 0 0 0,-1-1-1 0 0,0 1 1 0 0,0 0-1 0 0,0 1 1 0 0,12 3 0 0 0,-10-2 41 0 0,-1 0 0 0 0,1 1 0 0 0,-1 0 0 0 0,0 0 0 0 0,-1 1 0 0 0,1-1 0 0 0,-1 2 0 0 0,1-1 1 0 0,-2 1-1 0 0,1 0 0 0 0,-1 0 0 0 0,0 0 0 0 0,0 1 0 0 0,6 11 0 0 0,-3-2 170 0 0,0 0 0 0 0,-2 1-1 0 0,0 0 1 0 0,-1 0 0 0 0,4 28-1 0 0,1-3 237 0 0,-9-56-560 0 0,1 0 0 0 0,0-1 0 0 0,0 1 0 0 0,6-16 0 0 0,-4 17 3 0 0,3-8-101 0 0,0 0 0 0 0,2 1 0 0 0,17-31 0 0 0,-24 46 191 0 0,1 1-1 0 0,1-1 0 0 0,-1 1 1 0 0,1-1-1 0 0,0 1 1 0 0,0 0-1 0 0,0 0 0 0 0,0 1 1 0 0,1-1-1 0 0,0 1 0 0 0,-1 0 1 0 0,1 1-1 0 0,0-1 0 0 0,0 1 1 0 0,1 0-1 0 0,-1 0 0 0 0,0 0 1 0 0,1 1-1 0 0,6-2 1 0 0,-7 3 43 0 0,-1 1 0 0 0,0-1 1 0 0,0 0-1 0 0,0 1 0 0 0,0 0 1 0 0,0 0-1 0 0,0 1 1 0 0,0-1-1 0 0,0 1 0 0 0,0-1 1 0 0,0 1-1 0 0,0 0 0 0 0,-1 1 1 0 0,0-1-1 0 0,1 1 1 0 0,-1 0-1 0 0,0-1 0 0 0,0 1 1 0 0,0 0-1 0 0,0 1 0 0 0,-1-1 1 0 0,1 1-1 0 0,1 3 1 0 0,7 11 121 0 0,-1 0 0 0 0,-1 0 0 0 0,10 26 0 0 0,-14-28 39 0 0,1 0 0 0 0,-2 0 0 0 0,-1 0 0 0 0,0 0-1 0 0,2 28 1 0 0,-6-36-815 0 0,1-10-2103 0 0,0-11-398 0 0,1 2 669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7.5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1 236 0 0,'1'17'4941'0'0,"13"75"-4243"0"0,15 118 143 0 0,-20-50-55 0 0,-15-30 1473 0 0,6-129-2074 0 0,0-1-57 0 0,-16-75-8 0 0,16 38-282 0 0,3-1 1 0 0,1 1-1 0 0,1 0 0 0 0,3 0 0 0 0,20-64 1 0 0,-24 86 69 0 0,1-1 1 0 0,1 1 0 0 0,0 0-1 0 0,1 1 1 0 0,0 0 0 0 0,2 0 0 0 0,15-22-1 0 0,-22 34 99 0 0,0 1-1 0 0,0-1 0 0 0,0 1 0 0 0,0-1 0 0 0,0 1 0 0 0,0 0 0 0 0,1 0 1 0 0,-1 0-1 0 0,0 0 0 0 0,1 0 0 0 0,-1 0 0 0 0,1 1 0 0 0,-1-1 0 0 0,1 1 1 0 0,-1-1-1 0 0,1 1 0 0 0,-1 0 0 0 0,1 0 0 0 0,-1 1 0 0 0,1-1 0 0 0,-1 0 0 0 0,1 1 1 0 0,-1-1-1 0 0,0 1 0 0 0,1 0 0 0 0,-1 0 0 0 0,0 0 0 0 0,1 0 0 0 0,-1 0 1 0 0,0 0-1 0 0,0 1 0 0 0,0-1 0 0 0,2 3 0 0 0,4 2 69 0 0,-1 0 0 0 0,1 0 0 0 0,-1 1 0 0 0,-1 1 0 0 0,1-1 0 0 0,-1 1 0 0 0,6 11 0 0 0,1 3 143 0 0,-1 1 0 0 0,-1 1 0 0 0,-2 0 0 0 0,10 35 0 0 0,-16-45-61 0 0,2 6 23 0 0,-2-12-87 0 0,1-5-59 0 0,4 5 113 0 0,-14 9 133 0 0,-2-1-286 0 0,8-15 23 0 0,0-1-5 0 0,0 0-2 0 0,0 0 0 0 0,0 0-2 0 0,-4-21-24 0 0,2 5-101 0 0,1-1 0 0 0,1 0 0 0 0,0 0 0 0 0,4-23 0 0 0,-3 32 63 0 0,0 0-1 0 0,1 1 1 0 0,0-1 0 0 0,1 0 0 0 0,0 1 0 0 0,0 0-1 0 0,1-1 1 0 0,0 1 0 0 0,0 1 0 0 0,0-1-1 0 0,7-7 1 0 0,-9 11 42 0 0,5-4-45 0 0,-1 0 1 0 0,1 1-1 0 0,0 0 0 0 0,9-7 1 0 0,-13 11 45 0 0,1 0 1 0 0,-1 0 0 0 0,1 1-1 0 0,-1 0 1 0 0,1-1 0 0 0,-1 1 0 0 0,1 1-1 0 0,0-1 1 0 0,0 0 0 0 0,-1 1-1 0 0,1 0 1 0 0,0 0 0 0 0,7 1-1 0 0,-5-1 13 0 0,0 1-1 0 0,0 0 1 0 0,-1 1 0 0 0,1 0-1 0 0,-1-1 1 0 0,1 2 0 0 0,-1-1-1 0 0,10 7 1 0 0,-8-5 21 0 0,-1 1 0 0 0,0 1 0 0 0,0-1 0 0 0,-1 1 0 0 0,1 0 0 0 0,-1 1 0 0 0,0-1 0 0 0,-1 1 0 0 0,7 11 0 0 0,-3-1 86 0 0,-1 1-1 0 0,-1-1 1 0 0,-1 1-1 0 0,0 0 1 0 0,-1 1-1 0 0,3 28 1 0 0,-7-38-141 0 0,4 23 358 0 0,0-22-964 0 0,0-4-314 0 0,-3-6 372 0 0,2 5-1081 0 0,-2-4-1421 0 0,-1-1 818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8.1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4 252 0 0,'0'0'271'0'0,"0"0"-24"0"0,0 0-30 0 0,0 0-17 0 0,0 0-22 0 0,0 0-20 0 0,0 0-10 0 0,0 0-20 0 0,0 0-7 0 0,0 0-7 0 0,0 0-8 0 0,0 0 3 0 0,-7-3 34 0 0,5 4 3467 0 0,0 17-3304 0 0,1-1 0 0 0,1 0 0 0 0,1 0 0 0 0,0 1-1 0 0,7 31 1 0 0,30 85 901 0 0,-27-104-751 0 0,19 34 1 0 0,-22-48-286 0 0,-7-15-173 0 0,-1 0-1 0 0,1 1 1 0 0,-1-1-1 0 0,1 0 1 0 0,0 0-1 0 0,-1 0 1 0 0,1 0-1 0 0,0 0 1 0 0,0 0-1 0 0,0 0 1 0 0,0 0-1 0 0,0 0 1 0 0,0 0-1 0 0,0-1 1 0 0,0 1-1 0 0,0 0 1 0 0,1-1-1 0 0,-1 1 1 0 0,0 0-1 0 0,0-1 1 0 0,0 0-1 0 0,1 1 1 0 0,-1-1-1 0 0,0 0 1 0 0,1 0-1 0 0,-1 1 1 0 0,0-1-1 0 0,1 0 1 0 0,-1 0-1 0 0,0-1 1 0 0,1 1-1 0 0,-1 0 1 0 0,0 0-1 0 0,1-1 1 0 0,-1 1-1 0 0,0 0 1 0 0,0-1-1 0 0,0 0 1 0 0,1 1-1 0 0,-1-1 1 0 0,0 0-1 0 0,0 1 1 0 0,0-1-1 0 0,0 0 1 0 0,0 0-1 0 0,2-2 1 0 0,3-2-97 0 0,-1 0 0 0 0,1-1 1 0 0,-1 0-1 0 0,0 0 0 0 0,-1 0 0 0 0,7-11 1 0 0,5-16-688 0 0,22-72 0 0 0,-3 8-199 0 0,-34 94 964 0 0,0 0 1 0 0,0 1 0 0 0,1-1 0 0 0,-1 0 0 0 0,1 1-1 0 0,-1 0 1 0 0,1-1 0 0 0,0 1 0 0 0,0 0-1 0 0,0 0 1 0 0,0 0 0 0 0,1 0 0 0 0,-1 0-1 0 0,0 0 1 0 0,1 1 0 0 0,0-1 0 0 0,4-1 0 0 0,-6 3 50 0 0,1 2 14 0 0,7 15 97 0 0,0 0 0 0 0,-1 1 0 0 0,0 0 0 0 0,-2 1 0 0 0,7 27 0 0 0,-5-16 157 0 0,14 34 1 0 0,19 45-63 0 0,-30-97-1199 0 0,-10-12 926 0 0,-1 0 0 0 0,1 0 1 0 0,0 0-1 0 0,-1 0 0 0 0,1 0 1 0 0,0 0-1 0 0,-1-1 0 0 0,1 1 0 0 0,0 0 1 0 0,-1 0-1 0 0,1-1 0 0 0,-1 1 1 0 0,1 0-1 0 0,0-1 0 0 0,-1 1 1 0 0,1-1-1 0 0,-1 1 0 0 0,1-1 0 0 0,-1 1 1 0 0,1-1-1 0 0,-1 1 0 0 0,0-1 1 0 0,1 1-1 0 0,-1-1 0 0 0,0 0 1 0 0,1 0-1 0 0,17-43-2333 0 0,-15 37 1239 0 0,3-12-386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8.5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1 224 0 0,'3'1'363'0'0,"0"0"-276"0"0,-1 1 0 0 0,1-1 0 0 0,0 1-1 0 0,-1 0 1 0 0,1 0 0 0 0,-1 0 0 0 0,0 0-1 0 0,1 0 1 0 0,-1 0 0 0 0,0 1 0 0 0,0-1-1 0 0,0 1 1 0 0,-1-1 0 0 0,1 1 0 0 0,-1 0-1 0 0,1-1 1 0 0,-1 1 0 0 0,0 0 0 0 0,0 0-1 0 0,0 0 1 0 0,-1 0 0 0 0,1 4-1 0 0,2 11 400 0 0,-1 0-1 0 0,0 32 1 0 0,-1-21 139 0 0,0 57 735 0 0,-2-49-748 0 0,2-1 1 0 0,9 59-1 0 0,2-42-362 0 0,-1-20-3676 0 0,-11-32 1651 0 0,0-1 137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9.0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81 168 0 0,'0'0'662'0'0,"0"0"-43"0"0,2 2-34 0 0,7 4-330 0 0,-1-2 0 0 0,1 1 0 0 0,0-1 0 0 0,1 0 0 0 0,-1-1 0 0 0,1 0 0 0 0,-1-1 0 0 0,1 0 0 0 0,0 0 0 0 0,16 0 0 0 0,12 0-66 0 0,54-5 0 0 0,-41 1-702 0 0,-1-3 0 0 0,0-2 1 0 0,86-23-1 0 0,-133 29 547 0 0,1 0 0 0 0,-1 0-1 0 0,0-1 1 0 0,1 1 0 0 0,-1-1 0 0 0,0 0 0 0 0,0 0 0 0 0,0 0 0 0 0,-1 0 0 0 0,1-1 0 0 0,0 1 0 0 0,-1-1 0 0 0,1 0 0 0 0,-1 1 0 0 0,0-1 0 0 0,0 0 0 0 0,0 0 0 0 0,-1-1 0 0 0,1 1 0 0 0,-1 0 0 0 0,1 0-1 0 0,-1-1 1 0 0,1-5 0 0 0,-2 8 162 0 0,0 1 26 0 0,-4-3 240 0 0,4 3-440 0 0,0-1 0 0 0,0 1 0 0 0,-1 0 1 0 0,1-1-1 0 0,0 1 0 0 0,-1-1 0 0 0,1 1 1 0 0,0 0-1 0 0,-1-1 0 0 0,1 1 0 0 0,-1 0 1 0 0,1-1-1 0 0,-1 1 0 0 0,1 0 0 0 0,0 0 1 0 0,-1 0-1 0 0,1-1 0 0 0,-1 1 0 0 0,1 0 1 0 0,-1 0-1 0 0,1 0 0 0 0,-1 0 0 0 0,1 0 1 0 0,-1 0-1 0 0,0 0 0 0 0,1 0 0 0 0,-1 0 1 0 0,1 0-1 0 0,-1 0 0 0 0,1 0 0 0 0,-1 0 1 0 0,0 1-1 0 0,-4 0 69 0 0,-1 1 0 0 0,1 0-1 0 0,0 0 1 0 0,0 1 0 0 0,0 0 0 0 0,0-1 0 0 0,1 2 0 0 0,-1-1 0 0 0,1 0-1 0 0,0 1 1 0 0,0 0 0 0 0,0 0 0 0 0,0 0 0 0 0,-4 6 0 0 0,3-2 40 0 0,0 0 0 0 0,1 0 0 0 0,0 1 0 0 0,0-1 1 0 0,0 1-1 0 0,1 0 0 0 0,1 0 0 0 0,-3 14 0 0 0,3-14-6 0 0,1 1 1 0 0,1 0-1 0 0,-1 0 0 0 0,2 0 0 0 0,-1 0 1 0 0,1 0-1 0 0,1 0 0 0 0,3 10 0 0 0,-4-14-32 0 0,1 0 0 0 0,1 0-1 0 0,-1 0 1 0 0,1 0-1 0 0,0-1 1 0 0,0 1 0 0 0,1-1-1 0 0,-1 0 1 0 0,1 0-1 0 0,0 0 1 0 0,1-1 0 0 0,8 9-1 0 0,-9-11-89 0 0,-1 0-1 0 0,0 0 1 0 0,0 0-1 0 0,1-1 0 0 0,-1 1 1 0 0,1-1-1 0 0,0 1 1 0 0,-1-1-1 0 0,1-1 0 0 0,0 1 1 0 0,0 0-1 0 0,0-1 1 0 0,-1 0-1 0 0,1 0 1 0 0,0 0-1 0 0,0 0 0 0 0,0 0 1 0 0,-1-1-1 0 0,1 0 1 0 0,0 0-1 0 0,0 0 0 0 0,-1 0 1 0 0,1-1-1 0 0,-1 1 1 0 0,1-1-1 0 0,-1 0 1 0 0,0 0-1 0 0,1 0 0 0 0,-1 0 1 0 0,0-1-1 0 0,3-3 1 0 0,4-3-198 0 0,0-1 0 0 0,-1 0 0 0 0,0-1 1 0 0,-1 0-1 0 0,0 0 0 0 0,0-1 0 0 0,7-16 0 0 0,-11 16-71 0 0,-1 0-1 0 0,1-1 1 0 0,-2 1-1 0 0,0-1 1 0 0,0 0-1 0 0,-1 1 1 0 0,-1-24-1 0 0,0 35 182 0 0,0 1 33 0 0,0 0 31 0 0,5 17 32 0 0,6 32 309 0 0,-7-26-78 0 0,1-1 0 0 0,1 1-1 0 0,0-1 1 0 0,2 0 0 0 0,15 29 0 0 0,-21-47-260 0 0,1-1-1 0 0,-1 1 1 0 0,1-1 0 0 0,-1 1 0 0 0,1-1 0 0 0,0 0 0 0 0,0 0-1 0 0,1 0 1 0 0,5 3 0 0 0,-8-5-46 0 0,1 0-1 0 0,-1-1 0 0 0,1 1 1 0 0,-1-1-1 0 0,1 1 1 0 0,-1-1-1 0 0,1 0 1 0 0,0 1-1 0 0,-1-1 1 0 0,1 0-1 0 0,-1 0 0 0 0,1 0 1 0 0,0-1-1 0 0,-1 1 1 0 0,1 0-1 0 0,-1 0 1 0 0,1-1-1 0 0,-1 1 1 0 0,1-1-1 0 0,-1 0 0 0 0,1 1 1 0 0,-1-1-1 0 0,0 0 1 0 0,1 0-1 0 0,-1 0 1 0 0,0 0-1 0 0,1 0 1 0 0,-1 0-1 0 0,0 0 0 0 0,1-1 1 0 0,48-46-3380 0 0,-33 30 1836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9.3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 3 572 0 0,'0'0'57'0'0,"0"0"0"0"0,-1 0-1 0 0,1-1 1 0 0,0 1 0 0 0,0 0 0 0 0,0 0 0 0 0,-1 0-1 0 0,1 0 1 0 0,0-1 0 0 0,0 1 0 0 0,-1 0-1 0 0,1 0 1 0 0,0 0 0 0 0,0 0 0 0 0,-1 0 0 0 0,1 0-1 0 0,0 0 1 0 0,-1 0 0 0 0,1 0 0 0 0,0 0 0 0 0,0 0-1 0 0,-1 0 1 0 0,1 0 0 0 0,0 0 0 0 0,-1 0-1 0 0,1 0 1 0 0,0 0 0 0 0,0 0 0 0 0,-1 0 0 0 0,1 0-1 0 0,0 0 1 0 0,0 0 0 0 0,-1 1 0 0 0,1-1 0 0 0,-8 35 1384 0 0,-5 68 1 0 0,-2 6-10 0 0,13-86-1164 0 0,0-1 1 0 0,1 1-1 0 0,2 0 0 0 0,3 26 1 0 0,-1-7 104 0 0,4 13 65 0 0,-7-51-539 0 0,1 1 1 0 0,0-1 0 0 0,0-1 0 0 0,1 1-1 0 0,-1 0 1 0 0,1 0 0 0 0,0 0-1 0 0,0-1 1 0 0,0 1 0 0 0,5 5 0 0 0,-2-7-742 0 0,-5-5-3175 0 0,-4-18 2291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49.6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1 144 460 0 0,'0'0'75'0'0,"0"1"0"0"0,0 0-1 0 0,0-1 1 0 0,0 1 0 0 0,1 0 0 0 0,-1 0 0 0 0,0-1-1 0 0,0 1 1 0 0,1 0 0 0 0,-1-1 0 0 0,0 1 0 0 0,1 0-1 0 0,-1-1 1 0 0,1 1 0 0 0,-1-1 0 0 0,1 1 0 0 0,-1-1-1 0 0,1 1 1 0 0,-1-1 0 0 0,1 1 0 0 0,0-1 0 0 0,-1 1-1 0 0,1-1 1 0 0,0 0 0 0 0,0 1 0 0 0,25 5 1094 0 0,25-9-52 0 0,-5-7-1055 0 0,0-3 1 0 0,-1-1-1 0 0,70-33 0 0 0,-58 23-735 0 0,-30 12 261 0 0,79-28-725 0 0,-105 39 1211 0 0,2 1-3 0 0,-1 0 1 0 0,0 0-1 0 0,1 0 1 0 0,-1 0-1 0 0,1 0 1 0 0,-1 0 0 0 0,0 1-1 0 0,1-1 1 0 0,-1 1-1 0 0,0-1 1 0 0,1 1-1 0 0,-1 0 1 0 0,0 0-1 0 0,0 0 1 0 0,0 0 0 0 0,1 1-1 0 0,-1-1 1 0 0,-1 0-1 0 0,1 1 1 0 0,0 0-1 0 0,0-1 1 0 0,0 1 0 0 0,-1 0-1 0 0,1 0 1 0 0,-1 0-1 0 0,0 0 1 0 0,1 0-1 0 0,-1 0 1 0 0,0 0-1 0 0,0 0 1 0 0,0 1 0 0 0,-1-1-1 0 0,1 0 1 0 0,0 1-1 0 0,-1 2 1 0 0,11 100 2299 0 0,-1 49-276 0 0,-10-152-2353 0 0,0-2-117 0 0,1-5-155 0 0,5-53-4143 0 0,-4 34 2423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0.0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66 296 0 0,'0'0'635'0'0,"0"0"-37"0"0,0 0-21 0 0,0 0-8 0 0,0 0-35 0 0,0 0-10 0 0,0 0-11 0 0,5-1-3 0 0,13 0-32 0 0,-17 2-405 0 0,-1-1 1 0 0,1 1-1 0 0,-1-1 1 0 0,1 1-1 0 0,-1-1 1 0 0,1 1-1 0 0,-1-1 1 0 0,1 1-1 0 0,-1 0 0 0 0,0-1 1 0 0,1 1-1 0 0,-1 0 1 0 0,0-1-1 0 0,0 1 1 0 0,1 0-1 0 0,-1-1 1 0 0,0 1-1 0 0,0 0 1 0 0,0 0-1 0 0,0-1 1 0 0,0 1-1 0 0,0 0 1 0 0,0 1-1 0 0,0-2-67 0 0,9 57 1132 0 0,2 0 0 0 0,3 0 0 0 0,31 80 1 0 0,-42-128-999 0 0,2 1 1 0 0,-1-1 0 0 0,1 0 0 0 0,1-1 0 0 0,0 0-1 0 0,0 1 1 0 0,9 8 0 0 0,-14-16-68 0 0,2-5-39 0 0,4-7-118 0 0,0 0 1 0 0,-1 0 0 0 0,0-1 0 0 0,-1 0-1 0 0,-1 0 1 0 0,5-18 0 0 0,15-86-1181 0 0,-10 36 24 0 0,-13 79 1227 0 0,24-133-5262 0 0,-21 99 2789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0.3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1 356 0 0,'13'29'2653'0'0,"-21"69"784"0"0,5-71-2618 0 0,0 1-1 0 0,3 53 1 0 0,1-56-499 0 0,2 25 213 0 0,-3-48-581 0 0,0 0 0 0 0,0 0-1 0 0,0-1 1 0 0,1 1-1 0 0,-1 0 1 0 0,1 0 0 0 0,-1-1-1 0 0,1 1 1 0 0,0 0-1 0 0,0-1 1 0 0,0 1 0 0 0,0 0-1 0 0,0-1 1 0 0,0 1-1 0 0,0-1 1 0 0,0 0 0 0 0,0 1-1 0 0,1-1 1 0 0,2 2-1 0 0,-4-3-381 0 0,4-1-92 0 0,0-2-6 0 0,0 1 0 0 0,0-1 0 0 0,-1 0 1 0 0,1 0-1 0 0,-1 0 0 0 0,1 0 0 0 0,3-7 0 0 0,6-3-1508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0.6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58 0 556 0 0,'0'0'645'0'0,"0"0"-36"0"0,0 4-38 0 0,-19 73 1985 0 0,10-43-1944 0 0,1 0 0 0 0,2 0 0 0 0,-3 40 0 0 0,3 152 1415 0 0,6-158-1885 0 0,0-53-497 0 0,2-13-5268 0 0,11-15 3611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1.1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26 280 0 0,'2'-9'1627'0'0,"3"6"-1419"0"0,1 0 1 0 0,0 1-1 0 0,0 0 0 0 0,0 0 1 0 0,1 1-1 0 0,-1-1 1 0 0,0 1-1 0 0,1 1 0 0 0,-1-1 1 0 0,8 1-1 0 0,73 8 622 0 0,-36-2-463 0 0,9 0-124 0 0,-24-2 76 0 0,71-2 0 0 0,-84-6 25 0 0,-20 3-272 0 0,-1 1-1 0 0,1-1 1 0 0,-1 1 0 0 0,1-1-1 0 0,-1 1 1 0 0,1 0-1 0 0,-1 0 1 0 0,1 0-1 0 0,3 1 1 0 0,-5 0-46 0 0,0-1 0 0 0,0 1 0 0 0,-1-1 0 0 0,1 1 0 0 0,0 0 0 0 0,0 0 0 0 0,0-1 0 0 0,-1 1 0 0 0,1 0-1 0 0,-1 0 1 0 0,1 0 0 0 0,-1 0 0 0 0,1 0 0 0 0,-1 0 0 0 0,1 0 0 0 0,-1 0 0 0 0,0 0 0 0 0,1 0 0 0 0,-1 0 0 0 0,0 0 0 0 0,0 0 0 0 0,0 0 0 0 0,0 0 0 0 0,0 0 0 0 0,0 0 0 0 0,0 0-1 0 0,0 2 1 0 0,0 8 355 0 0,0 1-1 0 0,1-1 1 0 0,4 19-1 0 0,-4-27-331 0 0,-1 0 0 0 0,1 0 0 0 0,1 1 0 0 0,-1-1 0 0 0,0 0 0 0 0,1 0 0 0 0,-1 0 0 0 0,1 0 0 0 0,0-1 0 0 0,0 1 0 0 0,0 0 0 0 0,0-1 0 0 0,1 1 0 0 0,-1-1 0 0 0,1 0 0 0 0,4 4 0 0 0,-3-4-8 0 0,2 2 3 0 0,1-1 1 0 0,-1 1 0 0 0,1-1 0 0 0,0 0 0 0 0,0-1 0 0 0,9 2 0 0 0,-14-3-54 0 0,1-1 0 0 0,-1 0 0 0 0,1 0 0 0 0,-1 0 0 0 0,1 0-1 0 0,-1-1 1 0 0,1 1 0 0 0,-1-1 0 0 0,1 1 0 0 0,-1-1 0 0 0,1 0 0 0 0,-1 0 0 0 0,0 0 0 0 0,0 0-1 0 0,1-1 1 0 0,-1 1 0 0 0,0 0 0 0 0,0-1 0 0 0,0 0 0 0 0,0 1 0 0 0,-1-1 0 0 0,1 0-1 0 0,2-3 1 0 0,5-7-82 0 0,-1-1 0 0 0,14-26-1 0 0,-15 26-7 0 0,0-1 0 0 0,18-23 1 0 0,-24 36 91 0 0,1-1 0 0 0,-1 1 0 0 0,0 0 0 0 0,1 0 0 0 0,-1-1 0 0 0,0 1 0 0 0,1 0 0 0 0,0 0 0 0 0,-1 0 0 0 0,1 0 0 0 0,3-1 0 0 0,-4 2-13 0 0,0 2-5 0 0,2 2 18 0 0,-1 0 0 0 0,0 0-1 0 0,0 1 1 0 0,0-1 0 0 0,-1 0 0 0 0,0 1 0 0 0,0-1-1 0 0,0 1 1 0 0,0-1 0 0 0,0 1 0 0 0,-1 7 0 0 0,-3 61-17 0 0,1-41 7 0 0,-8 139-99 0 0,0 155-66 0 0,13-277 306 0 0,-2-1-1 0 0,-2 0 1 0 0,-2 1-1 0 0,-14 75 1 0 0,14-115-42 0 0,0 0 0 0 0,0 0 1 0 0,0 0-1 0 0,-1-1 0 0 0,0 0 1 0 0,-1 0-1 0 0,0 0 0 0 0,0 0 1 0 0,-1-1-1 0 0,0 1 0 0 0,-9 8 0 0 0,11-13-43 0 0,-1 1 0 0 0,1-1 0 0 0,-1 0 0 0 0,0 0-1 0 0,1 0 1 0 0,-1-1 0 0 0,0 0 0 0 0,-1 0-1 0 0,1 0 1 0 0,0 0 0 0 0,-1-1 0 0 0,1 0 0 0 0,0 0-1 0 0,-1 0 1 0 0,0-1 0 0 0,1 0 0 0 0,-1 0-1 0 0,1 0 1 0 0,-1-1 0 0 0,-7-1 0 0 0,-1-2-84 0 0,1 1 0 0 0,-1-2 0 0 0,1 0 0 0 0,0 0 0 0 0,1-1 0 0 0,-1-1 0 0 0,1 0 0 0 0,0-1 0 0 0,1 0 0 0 0,0-1 1 0 0,-16-15-1 0 0,21 17-62 0 0,0 0 1 0 0,1 0-1 0 0,0 0 1 0 0,0-1-1 0 0,1 1 1 0 0,-1-1 0 0 0,2 0-1 0 0,-1 0 1 0 0,1-1-1 0 0,1 1 1 0 0,-1-1 0 0 0,1 1-1 0 0,1-1 1 0 0,0 0-1 0 0,0 0 1 0 0,0 0-1 0 0,1 1 1 0 0,1-1 0 0 0,1-12-1 0 0,0 13-297 0 0,0 0 1 0 0,0 0-1 0 0,1 1 0 0 0,0-1 1 0 0,1 0-1 0 0,-1 1 0 0 0,2 0 1 0 0,-1 0-1 0 0,1 0 0 0 0,0 0 1 0 0,0 1-1 0 0,11-10 0 0 0,7-5-1810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1.6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18 416 0 0,'9'-17'3854'0'0,"-6"28"-2427"0"0,-6 39-1186 0 0,3-39 312 0 0,-5 97 495 0 0,11 109 0 0 0,1-118-876 0 0,-2-25-1663 0 0,-1-25-2333 0 0,-3-37 1884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1.9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0 852 0 0,'-5'6'1056'0'0,"1"-2"-104"0"0,4-4-96 0 0,-2 9-96 0 0,2-9-68 0 0,-4 6-91 0 0,4-6-113 0 0,-4 4-128 0 0,4-4-164 0 0,0 0-180 0 0,0 0-248 0 0,0 0-260 0 0,0 0-529 0 0,0 0-1103 0 0,0 0 496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9.6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227 9 44 0 0,'0'0'431'0'0,"-1"3"-44"0"0,-5 7 18 0 0,-1 0 0 0 0,0 0 1 0 0,-1-1-1 0 0,0 0 0 0 0,0 0 0 0 0,-1-1 0 0 0,0 0 0 0 0,-14 10 1 0 0,-23 22 761 0 0,-41 52 492 0 0,87-92-1657 0 0,0 0 0 0 0,0-1-1 0 0,0 1 1 0 0,1 0 0 0 0,-1 0-1 0 0,0 0 1 0 0,0-1 0 0 0,0 1-1 0 0,0 0 1 0 0,0 0 0 0 0,0 0-1 0 0,0-1 1 0 0,0 1 0 0 0,0 0-1 0 0,0 0 1 0 0,0 0 0 0 0,0-1-1 0 0,0 1 1 0 0,0 0 0 0 0,0 0-1 0 0,0 0 1 0 0,0-1 0 0 0,0 1-1 0 0,0 0 1 0 0,-1 0 0 0 0,1 0-1 0 0,0 0 1 0 0,0-1 0 0 0,0 1-1 0 0,0 0 1 0 0,0 0 0 0 0,0 0-1 0 0,-1 0 1 0 0,1-1 0 0 0,0 1-1 0 0,0 0 1 0 0,0 0 0 0 0,0 0-1 0 0,-1 0 1 0 0,1 0 0 0 0,0 0-1 0 0,0 0 1 0 0,0 0 0 0 0,-1 0-1 0 0,1-1 1 0 0,0 1 0 0 0,0 0-1 0 0,0 0 1 0 0,-1 0 0 0 0,1 0-1 0 0,0 0 1 0 0,0 0 0 0 0,0 0-1 0 0,-1 0 1 0 0,1 0 0 0 0,0 1-1 0 0,0-1 1 0 0,0 0 0 0 0,-1 0-1 0 0,1 0 1 0 0,0 0 0 0 0,0 0-1 0 0,0 0 1 0 0,0 0 0 0 0,-1 0-1 0 0,1 0 1 0 0,0 1 0 0 0,0-1-1 0 0,2-21-82 0 0,8-1-62 0 0,1-1-1 0 0,14-22 0 0 0,10-19 5 0 0,-32 60 148 0 0,-1-1-1 0 0,0 1 1 0 0,1-1-1 0 0,0 1 0 0 0,0 0 1 0 0,0 0-1 0 0,7-7 1 0 0,-9 11 16 0 0,-1 0-6 0 0,39-12 372 0 0,-35 11-370 0 0,-1 1 0 0 0,1 0 0 0 0,0 0 0 0 0,-1 1 0 0 0,1-1-1 0 0,-1 1 1 0 0,1 0 0 0 0,-1 0 0 0 0,0 0 0 0 0,1 0 0 0 0,-1 0 0 0 0,6 4 0 0 0,39 24 150 0 0,149 111 295 0 0,-134-86-177 0 0,-62-54-265 0 0,-19-3-2197 0 0,-5-1-1268 0 0,21 4 1803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6:59.9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0 180 0 0,'44'153'2903'0'0,"6"25"-1811"0"0,-49-171-1060 0 0,25 128 832 0 0,9 152 0 0 0,-35-270-808 0 0,2-1 0 0 0,0 1 0 0 0,0-1 0 0 0,8 23 0 0 0,-10-38-258 0 0,0-1-78 0 0,0 0-161 0 0,0 0-532 0 0,0 0-662 0 0,0 0 123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2.1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131 16 584 0 0,'-26'-4'2989'0'0,"20"4"-2427"0"0,-1-1 1 0 0,1 0-1 0 0,0 0 0 0 0,-11-4 1 0 0,16 4-489 0 0,0 1 1 0 0,0-1 0 0 0,0 1 0 0 0,0-1-1 0 0,-1 1 1 0 0,1 0 0 0 0,0 0-1 0 0,0 0 1 0 0,0 0 0 0 0,0-1 0 0 0,0 1-1 0 0,-1 1 1 0 0,1-1 0 0 0,0 0 0 0 0,0 0-1 0 0,0 0 1 0 0,0 1 0 0 0,0-1 0 0 0,0 0-1 0 0,0 1 1 0 0,0-1 0 0 0,0 1 0 0 0,0-1-1 0 0,-1 2 1 0 0,0-1-3 0 0,0 1 0 0 0,0 0-1 0 0,0 0 1 0 0,1 0 0 0 0,-1 0 0 0 0,1 1-1 0 0,-1-1 1 0 0,1 0 0 0 0,0 1 0 0 0,-1 2-1 0 0,-2 6 80 0 0,1 0 0 0 0,1 0 0 0 0,-3 19 0 0 0,4-16-15 0 0,0 1 0 0 0,1 0 0 0 0,0 0 0 0 0,1-1 0 0 0,6 29 0 0 0,-5-36-96 0 0,0 1-1 0 0,0-1 0 0 0,1 0 0 0 0,0 0 0 0 0,0 0 0 0 0,1 0 0 0 0,0 0 0 0 0,0-1 0 0 0,0 0 0 0 0,1 1 0 0 0,0-2 0 0 0,0 1 0 0 0,7 6 0 0 0,-10-11-33 0 0,0 1 0 0 0,0-1 0 0 0,0 0 1 0 0,1 1-1 0 0,-1-1 0 0 0,0 0 0 0 0,1 0 0 0 0,-1-1 0 0 0,0 1 1 0 0,1 0-1 0 0,-1-1 0 0 0,1 1 0 0 0,-1-1 0 0 0,1 0 0 0 0,0 0 1 0 0,-1 0-1 0 0,1 0 0 0 0,-1 0 0 0 0,5-2 0 0 0,-2 1-28 0 0,-1-1 0 0 0,0 0-1 0 0,0 0 1 0 0,1 0 0 0 0,-1 0-1 0 0,0-1 1 0 0,-1 1 0 0 0,1-1-1 0 0,-1 0 1 0 0,6-6 0 0 0,-5 5-32 0 0,1-1-1 0 0,-1 0 1 0 0,0 0 0 0 0,0 0-1 0 0,-1-1 1 0 0,0 0 0 0 0,0 1 0 0 0,0-1-1 0 0,-1 0 1 0 0,0 0 0 0 0,0-1 0 0 0,0 1-1 0 0,-1 0 1 0 0,0-1 0 0 0,0 1 0 0 0,0-8-1 0 0,-3 5-24 0 0,0 0 0 0 0,-1 0 0 0 0,1 0 0 0 0,-2 0 0 0 0,1 1 0 0 0,-1-1 0 0 0,-1 1 0 0 0,0 0 0 0 0,0 0 0 0 0,0 1-1 0 0,-1-1 1 0 0,0 1 0 0 0,-1 0 0 0 0,1 1 0 0 0,-1 0 0 0 0,0 0 0 0 0,-1 0 0 0 0,0 1 0 0 0,-10-6 0 0 0,18 11-30 0 0,-9-4 51 0 0,6 4-5058 0 0,3 0 3368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2.4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112 8 228 0 0,'-2'-1'128'0'0,"0"0"-1"0"0,0 0 0 0 0,0 0 1 0 0,-1 0-1 0 0,1 0 1 0 0,0 1-1 0 0,-1-1 1 0 0,1 1-1 0 0,0 0 1 0 0,-1 0-1 0 0,1 0 1 0 0,0 0-1 0 0,-1 0 1 0 0,1 0-1 0 0,0 0 1 0 0,-1 1-1 0 0,1-1 1 0 0,0 1-1 0 0,-1 0 1 0 0,1 0-1 0 0,0 0 1 0 0,0 0-1 0 0,0 0 1 0 0,0 0-1 0 0,0 0 1 0 0,0 1-1 0 0,-3 2 1 0 0,1 0-47 0 0,0-1 1 0 0,0 0-1 0 0,1 1 1 0 0,-1 0 0 0 0,1 0-1 0 0,0 0 1 0 0,0 0 0 0 0,1 1-1 0 0,-1-1 1 0 0,1 1 0 0 0,0-1-1 0 0,-2 9 1 0 0,2 0 35 0 0,0-1-1 0 0,1 1 1 0 0,0 0 0 0 0,1 0-1 0 0,1-1 1 0 0,2 19-1 0 0,22 77 400 0 0,-14-67-296 0 0,70 240 895 0 0,-77-268-1114 0 0,-1-6-189 0 0,-1 1 1 0 0,0-1-1 0 0,-1 1 0 0 0,2 13 0 0 0,-15-18-3322 0 0,-6-6 1776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2.7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69 452 0 0,'7'-4'580'0'0,"-1"0"-60"0"0,-2 1-76 0 0,3-1-72 0 0,-1-4-56 0 0,3 4-64 0 0,1-3-76 0 0,1-1-128 0 0,2 2-104 0 0,-5 0-112 0 0,5 1-324 0 0,-4-1-532 0 0,3 2 240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3.1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102 9 144 0 0,'-3'-1'421'0'0,"-1"-1"-294"0"0,0 1-1 0 0,0 0 1 0 0,0 0-1 0 0,-1 0 0 0 0,1 0 1 0 0,0 1-1 0 0,0 0 0 0 0,-1 0 1 0 0,1 0-1 0 0,0 0 1 0 0,0 1-1 0 0,0 0 0 0 0,-1 0 1 0 0,1 0-1 0 0,0 0 0 0 0,0 0 1 0 0,0 1-1 0 0,0 0 1 0 0,-5 3-1 0 0,8-2-60 0 0,-1 0 1 0 0,0 1-1 0 0,1-1 1 0 0,0 1-1 0 0,0-1 0 0 0,0 1 1 0 0,-1 6-1 0 0,3 7 130 0 0,1 1 0 0 0,1-1 0 0 0,6 23-1 0 0,2 11 136 0 0,-2-10 170 0 0,26 71 0 0 0,-15-55-184 0 0,-8-20-85 0 0,-1 0 1 0 0,-1 1 0 0 0,-2 1-1 0 0,4 65 1 0 0,-12-104-362 0 0,-2 13 299 0 0,2-12-285 0 0,0-1 0 0 0,0 0-1 0 0,0 1 1 0 0,0-1 0 0 0,0 0-1 0 0,-1 1 1 0 0,1-1 0 0 0,0 0-1 0 0,0 1 1 0 0,0-1 0 0 0,0 0-1 0 0,0 1 1 0 0,0-1-1 0 0,-1 0 1 0 0,1 1 0 0 0,0-1-1 0 0,0 0 1 0 0,0 0 0 0 0,-1 1-1 0 0,1-1 1 0 0,0 0 0 0 0,0 0-1 0 0,-1 1 1 0 0,1-1 0 0 0,0 0-1 0 0,0 0 1 0 0,-1 0 0 0 0,1 0-1 0 0,0 1 1 0 0,-1-1 0 0 0,1 0-1 0 0,0 0 1 0 0,-1 0 0 0 0,1 0-1 0 0,0 0 1 0 0,-1 0 0 0 0,1 0-1 0 0,0 0 1 0 0,-1 0 0 0 0,-23-13-1377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3.4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81 120 0 0,'0'0'744'0'0,"0"0"-88"0"0,4-4-88 0 0,-4 4-44 0 0,13-2-60 0 0,-7-2-84 0 0,5 2-72 0 0,-1-3-80 0 0,1-1-88 0 0,4-2-128 0 0,4-3-104 0 0,-4 1-100 0 0,6 2-116 0 0,-6 3-284 0 0,5-3-644 0 0,-5 0 284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3.7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127 5 316 0 0,'0'0'519'0'0,"0"0"-45"0"0,0 0-62 0 0,0 0-45 0 0,0 0-28 0 0,0 0-28 0 0,0 0-29 0 0,-4-1-54 0 0,-13-1-17 0 0,13 1-5 0 0,0 1-143 0 0,0 1 1 0 0,0 0-1 0 0,0 0 0 0 0,1 0 0 0 0,-1 0 1 0 0,0 1-1 0 0,1-1 0 0 0,-1 1 1 0 0,1 0-1 0 0,0 0 0 0 0,-1 0 0 0 0,-4 5 1 0 0,-32 34 512 0 0,39-40-561 0 0,0 1 0 0 0,0-1 0 0 0,0 1 0 0 0,0 0 0 0 0,0-1 0 0 0,1 1 0 0 0,-1 0 0 0 0,0 0 0 0 0,1 0 0 0 0,-1-1 0 0 0,1 1 0 0 0,0 0 0 0 0,-1 0 0 0 0,1 0 0 0 0,0 0 0 0 0,0 0 0 0 0,0 0 0 0 0,1 0 0 0 0,-1 0 0 0 0,0-1 0 0 0,1 1 0 0 0,-1 0 0 0 0,1 0 0 0 0,0 0 0 0 0,0 0 0 0 0,-1-1 0 0 0,1 1 0 0 0,0 0 0 0 0,0-1 0 0 0,1 1 0 0 0,-1-1 0 0 0,0 1 0 0 0,0-1 0 0 0,1 0 0 0 0,-1 1 0 0 0,1-1 1 0 0,1 1-1 0 0,9 7 18 0 0,0 0 1 0 0,0-1 0 0 0,27 12-1 0 0,-18-9 12 0 0,-10-4-24 0 0,0 0-1 0 0,0 0 1 0 0,-1 1-1 0 0,0 1 1 0 0,-1 0 0 0 0,13 14-1 0 0,-20-21 4 0 0,-1-1 0 0 0,1 1 0 0 0,-1 0 0 0 0,1 0 0 0 0,-1 0-1 0 0,0 0 1 0 0,0 0 0 0 0,0 0 0 0 0,0 1 0 0 0,0-1-1 0 0,-1 0 1 0 0,1 1 0 0 0,0-1 0 0 0,-1 0 0 0 0,0 1 0 0 0,0-1-1 0 0,1 0 1 0 0,-1 1 0 0 0,-1-1 0 0 0,1 0 0 0 0,0 1-1 0 0,-1-1 1 0 0,1 0 0 0 0,-1 1 0 0 0,1-1 0 0 0,-1 0 0 0 0,0 0-1 0 0,0 1 1 0 0,0-1 0 0 0,-1 0 0 0 0,1 0 0 0 0,0 0-1 0 0,-1 0 1 0 0,1-1 0 0 0,-1 1 0 0 0,0 0 0 0 0,1-1 0 0 0,-1 1-1 0 0,0-1 1 0 0,0 1 0 0 0,0-1 0 0 0,-4 2 0 0 0,1 0 10 0 0,-1 0 0 0 0,0-1 1 0 0,0 0-1 0 0,0 0 0 0 0,0 0 1 0 0,-9 1-1 0 0,5-1-52 0 0,8-2-6 0 0,1 1 0 0 0,0-1 1 0 0,-1 0-1 0 0,1-1 0 0 0,0 1 1 0 0,-1 0-1 0 0,1 0 0 0 0,0 0 1 0 0,-1-1-1 0 0,1 1 0 0 0,0-1 1 0 0,0 1-1 0 0,-1-1 0 0 0,1 1 1 0 0,0-1-1 0 0,0 0 0 0 0,0 0 1 0 0,0 0-1 0 0,0 1 0 0 0,0-1 1 0 0,0 0-1 0 0,0 0 0 0 0,0 0 1 0 0,1 0-1 0 0,-1-1 0 0 0,0 1 1 0 0,0 0-1 0 0,1 0 0 0 0,-1 0 1 0 0,1 0-1 0 0,-1-1 0 0 0,1 1 1 0 0,0 0-1 0 0,-1-1 0 0 0,1 1 1 0 0,0-2-1 0 0,-1-2-423 0 0,0 0 0 0 0,0 0 0 0 0,1 0 1 0 0,-1-1-1 0 0,1 1 0 0 0,0 0 0 0 0,2-10 0 0 0,5-2-1103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4.0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55 190 212 0 0,'10'-2'1159'0'0,"-7"-1"-1124"0"0,0 0 0 0 0,0 0 0 0 0,0-1 0 0 0,-1 1 0 0 0,1-1 0 0 0,-1 1 0 0 0,0-1 0 0 0,-1 0 0 0 0,1 0 0 0 0,0 0 0 0 0,-1 0 0 0 0,0 0 0 0 0,0 0 0 0 0,0 0 0 0 0,-1-1 0 0 0,1 1 0 0 0,-1 0 0 0 0,0 0 0 0 0,0-1 0 0 0,-1 1 0 0 0,0-5 0 0 0,0 3-70 0 0,1 1 1 0 0,-1 0 0 0 0,0-1-1 0 0,-1 1 1 0 0,1 0 0 0 0,-1 0-1 0 0,0 0 1 0 0,0 0 0 0 0,-1 0-1 0 0,1 1 1 0 0,-1-1-1 0 0,0 1 1 0 0,0 0 0 0 0,-1-1-1 0 0,1 1 1 0 0,-9-7 0 0 0,11 10 70 0 0,0 1 0 0 0,0-1 0 0 0,-1 0 1 0 0,1 0-1 0 0,0 0 0 0 0,0 1 0 0 0,-1-1 0 0 0,1 1 0 0 0,0-1 1 0 0,-1 1-1 0 0,1 0 0 0 0,-1-1 0 0 0,1 1 0 0 0,-1 0 1 0 0,1 0-1 0 0,0 0 0 0 0,-1 0 0 0 0,1 0 0 0 0,-1 0 0 0 0,1 0 1 0 0,-1 1-1 0 0,0-1 0 0 0,0 1 9 0 0,1 0 1 0 0,0 0-1 0 0,0 0 0 0 0,0 0 1 0 0,0 0-1 0 0,0 0 1 0 0,0 0-1 0 0,1 1 0 0 0,-1-1 1 0 0,0 0-1 0 0,0 0 0 0 0,1 1 1 0 0,-1-1-1 0 0,1 0 1 0 0,-1 1-1 0 0,1-1 0 0 0,-1 3 1 0 0,0 5 164 0 0,0-1 0 0 0,1 1-1 0 0,0 0 1 0 0,0-1 0 0 0,4 17 0 0 0,2-3 186 0 0,0 0 0 0 0,2-1-1 0 0,1 1 1 0 0,1-2 0 0 0,17 30-1 0 0,-19-37-234 0 0,-5-8-127 0 0,-1-1 1 0 0,1 0-1 0 0,1 0 0 0 0,-1 0 0 0 0,0 0 1 0 0,1-1-1 0 0,0 1 0 0 0,0-1 0 0 0,0 0 1 0 0,0 0-1 0 0,1 0 0 0 0,-1-1 0 0 0,6 3 1 0 0,-8-4-226 0 0,1 0 0 0 0,0 0 0 0 0,0 0 0 0 0,0-1 0 0 0,0 1 0 0 0,0-1 0 0 0,0 1 1 0 0,0-1-1 0 0,0 0 0 0 0,0 0 0 0 0,0 0 0 0 0,0-1 0 0 0,0 1 0 0 0,0-1 0 0 0,0 0 0 0 0,0 1 1 0 0,0-1-1 0 0,0-1 0 0 0,0 1 0 0 0,-1 0 0 0 0,1-1 0 0 0,0 1 0 0 0,2-3 0 0 0,7-7-1439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4.3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169 0 452 0 0,'-5'25'1410'0'0,"5"148"2004"0"0,4-128-2758 0 0,2-1 0 0 0,22 83 0 0 0,-16-76-461 0 0,-11-46-364 0 0,0-1-1 0 0,1 1 0 0 0,-1 0 0 0 0,1 0 0 0 0,0-1 1 0 0,0 1-1 0 0,1-1 0 0 0,3 6 0 0 0,-5-9-409 0 0,-1-1-423 0 0,0 0-640 0 0,0 0 126 0 0</inkml:trace>
  <inkml:trace contextRef="#ctx0" brushRef="#br0" timeOffset="1">0 184 376 0 0,'0'0'736'0'0,"0"0"-44"0"0,11-7-64 0 0,-3 5-20 0 0,5-2-24 0 0,-2 2-64 0 0,8-4-48 0 0,-4-3-68 0 0,2 3-20 0 0,4-2-75 0 0,1 3-97 0 0,5-9-112 0 0,3 3-76 0 0,0-7-184 0 0,0 7-232 0 0,-5-1-525 0 0,1 3-995 0 0,-7-3 440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5.38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94 117 144 0 0,'-6'-7'1137'0'0,"1"0"0"0"0,1-1 0 0 0,-1 0 0 0 0,-5-13 0 0 0,10 21-894 0 0,0 0-4 0 0,-1-1 79 0 0,1 1-303 0 0,0 0 1 0 0,0-1-1 0 0,0 1 0 0 0,-1 0 0 0 0,1 0 0 0 0,0 0 1 0 0,0 0-1 0 0,0 0 0 0 0,0 0 0 0 0,0-1 0 0 0,0 1 0 0 0,0 0 1 0 0,-1 0-1 0 0,1 0 0 0 0,0 0 0 0 0,0 0 0 0 0,0 0 1 0 0,0 0-1 0 0,0 0 0 0 0,-1 0 0 0 0,1 0 0 0 0,0 0 1 0 0,0 0-1 0 0,0 0 0 0 0,0 0 0 0 0,0 0 0 0 0,-1 0 0 0 0,1 0 1 0 0,0 0-1 0 0,0 0 0 0 0,0 0 0 0 0,0 0 0 0 0,0 0 1 0 0,-1 0-1 0 0,1 0 0 0 0,0 0 0 0 0,0 0 0 0 0,0 0 1 0 0,0 0-1 0 0,0 0 0 0 0,0 1 0 0 0,-1-1 0 0 0,1 0 1 0 0,0 0-1 0 0,0 0 0 0 0,0 0 0 0 0,0 0 0 0 0,0 0 0 0 0,0 1 1 0 0,-10 23 521 0 0,2 0 0 0 0,0 1 0 0 0,2 0 0 0 0,0 0 0 0 0,-2 45 0 0 0,9-69-1288 0 0,3-7 480 0 0,1-11 22 0 0,-6 1-76 0 0,0 1-1 0 0,-8-30 1 0 0,7 36 255 0 0,-1-1 0 0 0,1 1 1 0 0,1 0-1 0 0,0-1 1 0 0,0 0-1 0 0,1 1 1 0 0,0-1-1 0 0,1 1 1 0 0,3-19-1 0 0,-2 24 95 0 0,0 0 0 0 0,1 0 0 0 0,-1 0 0 0 0,1 0 0 0 0,0 1 0 0 0,0-1 1 0 0,0 1-1 0 0,0 0 0 0 0,6-5 0 0 0,-3 3 118 0 0,-5 4-120 0 0,-1 1-1 0 0,0 0-8 0 0,0 0 3 0 0,27 1 122 0 0,-8 3-98 0 0,0 2 0 0 0,-1 1 0 0 0,32 15 0 0 0,-27-11 36 0 0,41 13-1 0 0,-37-17-28 0 0,-8-2-25 0 0,1 0 1 0 0,-1 2 0 0 0,0 0-1 0 0,21 11 1 0 0,-40-14-2089 0 0,-9-1 1610 0 0,-16-4-2953 0 0,13-4 1812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5.7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72 0 0,'0'0'633'0'0,"4"2"-15"0"0,23 17 391 0 0,-1 1-1 0 0,-1 1 1 0 0,40 42-1 0 0,61 86 524 0 0,-105-124-1240 0 0,30 44 311 0 0,50 90 0 0 0,-86-126-1408 0 0,-13-19-3308 0 0,-2-12 2160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6.4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1 160 0 0,'0'0'579'0'0,"0"0"-5"0"0,0 0-9 0 0,0 0 0 0 0,0 0-10 0 0,1 4-33 0 0,5 18 22 0 0,1 1 0 0 0,1-1 0 0 0,1-1 0 0 0,1 0 0 0 0,1 0 0 0 0,15 21 0 0 0,29 59 682 0 0,-21-34-516 0 0,-25-52-467 0 0,0 1 0 0 0,-1 0 0 0 0,-1 1 0 0 0,0 0 0 0 0,6 28 0 0 0,-8-22-14 0 0,-2-7 50 0 0,0 0 0 0 0,1 28 0 0 0,-4-43-247 0 0,0-1-46 0 0,0 0-38 0 0,-5-13-56 0 0,1 0 1 0 0,1 0-1 0 0,0-1 0 0 0,1 1 0 0 0,1-1 0 0 0,0 1 0 0 0,0-1 0 0 0,3-22 0 0 0,-1 4-154 0 0,-1 25 148 0 0,1-1 0 0 0,0 1 0 0 0,0-1 0 0 0,1 1 0 0 0,-1-1 1 0 0,2 1-1 0 0,-1 0 0 0 0,1 0 0 0 0,4-8 0 0 0,-6 14 86 0 0,0-1 1 0 0,0 0-1 0 0,0 1 1 0 0,0-1-1 0 0,0 1 1 0 0,0-1-1 0 0,1 1 1 0 0,-1-1-1 0 0,0 1 1 0 0,1 0-1 0 0,-1 0 1 0 0,1 0-1 0 0,-1 0 0 0 0,1 0 1 0 0,0 0-1 0 0,-1 0 1 0 0,1 0-1 0 0,0 1 1 0 0,0-1-1 0 0,0 0 1 0 0,-1 1-1 0 0,1 0 1 0 0,0-1-1 0 0,0 1 1 0 0,0 0-1 0 0,0 0 1 0 0,0 0-1 0 0,0 0 1 0 0,-1 1-1 0 0,1-1 0 0 0,0 0 1 0 0,0 1-1 0 0,0-1 1 0 0,0 1-1 0 0,-1 0 1 0 0,1-1-1 0 0,0 1 1 0 0,-1 0-1 0 0,1 0 1 0 0,0 0-1 0 0,-1 0 1 0 0,2 2-1 0 0,7 5-34 0 0,-2-1 0 0 0,1 1 0 0 0,-1 0 0 0 0,0 1 0 0 0,-1 0 0 0 0,0 0 0 0 0,0 1-1 0 0,-1 0 1 0 0,0 0 0 0 0,-1 1 0 0 0,5 13 0 0 0,-8-18 65 0 0,1 0-1 0 0,-2 0 1 0 0,1 0-1 0 0,-1 1 1 0 0,0-1-1 0 0,0 0 1 0 0,0 1-1 0 0,-1-1 1 0 0,0 1-1 0 0,0-1 1 0 0,-1 1-1 0 0,0-1 1 0 0,0 0-1 0 0,-1 1 1 0 0,1-1-1 0 0,-1 0 1 0 0,-1 0-1 0 0,1 0 1 0 0,-1 0-1 0 0,0-1 1 0 0,-7 10-1 0 0,5-9-11 0 0,0-1-1 0 0,-1 0 1 0 0,0 0 0 0 0,0-1-1 0 0,0 0 1 0 0,0 0 0 0 0,-1 0-1 0 0,0-1 1 0 0,1 0 0 0 0,-1 0-1 0 0,-1-1 1 0 0,1 0 0 0 0,0 0-1 0 0,0-1 1 0 0,-15 2 0 0 0,21-3-20 0 0,0 0 0 0 0,0 0 0 0 0,0 0 0 0 0,0-1-1 0 0,0 1 1 0 0,0 0 0 0 0,0 0 0 0 0,0 0 0 0 0,0-1 0 0 0,0 1 0 0 0,0 0 0 0 0,0-1 0 0 0,1 1 0 0 0,-1-1 0 0 0,0 1 0 0 0,0-1 0 0 0,0 0 0 0 0,1 1 0 0 0,-1-1 0 0 0,0 0 0 0 0,1 1 0 0 0,-1-1 0 0 0,1 0 0 0 0,-1 0 0 0 0,1 1 0 0 0,-1-1 0 0 0,1 0 0 0 0,-1 0 0 0 0,1 0 0 0 0,0 0 0 0 0,-1 0 0 0 0,1 0 0 0 0,0-1-1 0 0,-1 0-296 0 0,1-1 0 0 0,0 1 0 0 0,0-1-1 0 0,0 1 1 0 0,0-1 0 0 0,1 1-1 0 0,-1-1 1 0 0,1 1 0 0 0,-1-1 0 0 0,3-3-1 0 0,0-5-1239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6.9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125 36 324 0 0,'-4'-6'751'0'0,"2"4"-524"0"0,1 0-1 0 0,-1 0 0 0 0,0 0 0 0 0,1 0 1 0 0,-1 0-1 0 0,0 0 0 0 0,0 0 1 0 0,0 1-1 0 0,0-1 0 0 0,0 1 1 0 0,-1-1-1 0 0,1 1 0 0 0,0 0 1 0 0,-1 0-1 0 0,1 0 0 0 0,-1 0 1 0 0,1 0-1 0 0,-4 0 0 0 0,4 1 84 0 0,-17 9 280 0 0,16-6-500 0 0,0-1 0 0 0,0 1 0 0 0,0-1 0 0 0,1 1 0 0 0,-1 0 0 0 0,1 0 0 0 0,-1 0 1 0 0,1 1-1 0 0,0-1 0 0 0,0 0 0 0 0,-2 7 0 0 0,-12 42 816 0 0,14-45-779 0 0,0 5 55 0 0,0 0 0 0 0,0 1-1 0 0,1-1 1 0 0,1 1 0 0 0,0-1 0 0 0,1 1-1 0 0,0-1 1 0 0,1 0 0 0 0,0 0-1 0 0,5 13 1 0 0,-5-16-118 0 0,1-1 0 0 0,0 0 0 0 0,0 0 1 0 0,1-1-1 0 0,0 1 0 0 0,1-1 0 0 0,-1 1 0 0 0,2-1 0 0 0,-1-1 0 0 0,1 1 1 0 0,-1-1-1 0 0,2 0 0 0 0,-1 0 0 0 0,1-1 0 0 0,9 7 0 0 0,-14-11-90 0 0,-1-1 0 0 0,1 1-1 0 0,-1 0 1 0 0,1-1 0 0 0,-1 1-1 0 0,1-1 1 0 0,-1 0-1 0 0,1 1 1 0 0,-1-1 0 0 0,1 0-1 0 0,0 0 1 0 0,-1 0 0 0 0,1 0-1 0 0,-1 0 1 0 0,1-1 0 0 0,-1 1-1 0 0,1 0 1 0 0,-1-1-1 0 0,1 1 1 0 0,-1-1 0 0 0,1 1-1 0 0,-1-1 1 0 0,1 0 0 0 0,-1 0-1 0 0,0 1 1 0 0,1-1 0 0 0,-1 0-1 0 0,0 0 1 0 0,0-1-1 0 0,0 1 1 0 0,0 0 0 0 0,0 0-1 0 0,0 0 1 0 0,0-1 0 0 0,0 1-1 0 0,0 0 1 0 0,0-1 0 0 0,-1 1-1 0 0,1-1 1 0 0,0-2-1 0 0,2-3-133 0 0,0 0 0 0 0,-1 0 0 0 0,0-1-1 0 0,0 1 1 0 0,0-1 0 0 0,-1 1 0 0 0,0-11-1 0 0,-3-8-388 0 0,-1 1 0 0 0,-1-1-1 0 0,-1 0 1 0 0,-14-42 0 0 0,19 62 122 0 0,8 17 361 0 0,9 23 139 0 0,53 157 191 0 0,-63-174-411 0 0,8 16-3290 0 0,-15-32 1992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7.3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151 0 120 0 0,'-6'3'291'0'0,"0"0"-1"0"0,0 0 1 0 0,1 1 0 0 0,-1-1-1 0 0,1 1 1 0 0,-1 0-1 0 0,1 1 1 0 0,0-1 0 0 0,1 1-1 0 0,-1 0 1 0 0,1 0 0 0 0,-6 9-1 0 0,9-10-214 0 0,-1-1 1 0 0,1 1-1 0 0,-1-1 0 0 0,1 1 0 0 0,0 0 1 0 0,0-1-1 0 0,1 1 0 0 0,-1 0 1 0 0,1 0-1 0 0,0 0 0 0 0,0 0 0 0 0,0-1 1 0 0,0 1-1 0 0,1 0 0 0 0,-1 0 0 0 0,1-1 1 0 0,0 1-1 0 0,0 0 0 0 0,1-1 0 0 0,-1 1 1 0 0,1-1-1 0 0,0 1 0 0 0,2 3 1 0 0,6 7 46 0 0,0-1 0 0 0,1 1 0 0 0,0-2 0 0 0,17 15 1 0 0,-11-11-63 0 0,-13-11-44 0 0,0-1 1 0 0,-1 1-1 0 0,1 0 1 0 0,-1 1-1 0 0,0-1 1 0 0,0 0-1 0 0,-1 1 0 0 0,1 0 1 0 0,-1-1-1 0 0,0 1 1 0 0,-1 0-1 0 0,0 0 1 0 0,0 0-1 0 0,0 1 1 0 0,0-1-1 0 0,-1 0 1 0 0,-1 12-1 0 0,-1-13 33 0 0,-1 1-1 0 0,0 0 1 0 0,0-1 0 0 0,0 1 0 0 0,-1-1-1 0 0,1 0 1 0 0,-1 0 0 0 0,0-1 0 0 0,-1 1-1 0 0,1-1 1 0 0,-1 0 0 0 0,0 0 0 0 0,0 0-1 0 0,0-1 1 0 0,-1 0 0 0 0,-8 5 0 0 0,10-6-41 0 0,0 0 1 0 0,-1-1 0 0 0,0 1 0 0 0,1-1-1 0 0,-1 0 1 0 0,0 0 0 0 0,1 0-1 0 0,-1 0 1 0 0,0-1 0 0 0,0 0 0 0 0,0 0-1 0 0,1 0 1 0 0,-1-1 0 0 0,0 0-1 0 0,0 0 1 0 0,1 0 0 0 0,-1 0 0 0 0,0-1-1 0 0,1 1 1 0 0,-1-1 0 0 0,-7-5-1 0 0,10 5-50 0 0,1 1-1 0 0,-1 0 0 0 0,1-1 0 0 0,-1 0 0 0 0,1 1 0 0 0,0-1 0 0 0,0 0 0 0 0,0 1 1 0 0,0-1-1 0 0,0 0 0 0 0,0 0 0 0 0,0 0 0 0 0,0 0 0 0 0,1 0 0 0 0,-1 0 0 0 0,1 0 1 0 0,0 0-1 0 0,-1 0 0 0 0,1 0 0 0 0,0-1 0 0 0,0 1 0 0 0,1 0 0 0 0,-1 0 0 0 0,0 0 1 0 0,1 0-1 0 0,-1 0 0 0 0,1 0 0 0 0,-1 0 0 0 0,1 0 0 0 0,0 0 0 0 0,0 0 0 0 0,0 0 1 0 0,0 1-1 0 0,2-4 0 0 0,2-3-477 0 0,0 1 1 0 0,1 0-1 0 0,-1 0 1 0 0,1 0-1 0 0,0 0 1 0 0,13-9-1 0 0,-1 2-993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7.6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26 174 256 0 0,'9'-11'152'0'0,"-1"1"0"0"0,-1-1 0 0 0,0-1-1 0 0,0 1 1 0 0,-1-1 0 0 0,-1 0 0 0 0,0-1 0 0 0,5-17 0 0 0,-7 1 128 0 0,-3 28-249 0 0,0 0-1 0 0,0 0 1 0 0,0 0 0 0 0,0 0-1 0 0,-1 0 1 0 0,1 0-1 0 0,0 0 1 0 0,0 0-1 0 0,-1 0 1 0 0,1 0 0 0 0,-1 0-1 0 0,1 0 1 0 0,-1 0-1 0 0,0 0 1 0 0,1 0-1 0 0,-1 0 1 0 0,0 1-1 0 0,1-1 1 0 0,-1 0 0 0 0,0 0-1 0 0,0 1 1 0 0,-1-2-1 0 0,1 2 200 0 0,-25 16 584 0 0,21-11-615 0 0,0 1-1 0 0,0 0 0 0 0,0 1 1 0 0,1-1-1 0 0,0 1 1 0 0,0 0-1 0 0,1 0 0 0 0,0 0 1 0 0,0 1-1 0 0,0-1 0 0 0,1 1 1 0 0,0-1-1 0 0,-1 15 1 0 0,2-9 70 0 0,0-1 0 0 0,0 0 0 0 0,2 0 0 0 0,-1 0 0 0 0,2 0 0 0 0,-1 0 0 0 0,2 0 0 0 0,4 16 0 0 0,-5-24-231 0 0,-1 1 0 0 0,1-1 0 0 0,0 0 0 0 0,0 0 0 0 0,0 0 0 0 0,1 0 0 0 0,-1-1 0 0 0,1 1 0 0 0,0-1 0 0 0,0 0 0 0 0,1 1 0 0 0,-1-1 0 0 0,0 0 0 0 0,1-1 1 0 0,0 1-1 0 0,0-1 0 0 0,0 0 0 0 0,0 0 0 0 0,0 0 0 0 0,0 0 0 0 0,0 0 0 0 0,1-1 0 0 0,-1 0 0 0 0,0 0 0 0 0,1 0 0 0 0,-1-1 0 0 0,1 1 0 0 0,-1-1 0 0 0,1 0 0 0 0,-1-1 0 0 0,6 0 0 0 0,9-2-1030 0 0,1 0 1 0 0,0-2-1 0 0,-1-1 0 0 0,0 0 0 0 0,30-15 0 0 0,-25 11-1323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5:07:07.9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1 148 0 0,'0'0'1072'0'0,"0"0"-120"0"0,0 0-108 0 0,0 0-124 0 0,0 0-132 0 0,-17 13-92 0 0,17-13-80 0 0,0 0-103 0 0,0 0-121 0 0,0 0-88 0 0,0 0-160 0 0,0 0-152 0 0,0 0-229 0 0,0 0-423 0 0,0 0-928 0 0,0 0 412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21.4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1 130 332 0 0,'14'0'1927'0'0,"30"-3"88"0"0,91-19 181 0 0,-94 17-1961 0 0,0 3-1 0 0,81 6 0 0 0,288 21 370 0 0,-238-18-435 0 0,-49-1-104 0 0,-108-6-57 0 0,116 5 114 0 0,198-19 0 0 0,-191 3-13 0 0,179 9 0 0 0,-94 4 27 0 0,254-9 131 0 0,-318-5-185 0 0,-66 4-47 0 0,195-15 57 0 0,160-8-13 0 0,-359 27-71 0 0,514-10 36 0 0,-361 4-20 0 0,-40 0-3 0 0,-191 10-23 0 0,150 2-8 0 0,-137 0-1 0 0,0 1 1 0 0,0 1 0 0 0,-1 1-1 0 0,40 13 1 0 0,-42-7 131 0 0,-1 0 0 0 0,0 2 0 0 0,0 0-1 0 0,-1 1 1 0 0,29 29 0 0 0,-48-43-120 0 0,0 0 0 0 0,0 0-1 0 0,1 0 1 0 0,-1 0-1 0 0,0 0 1 0 0,0 0 0 0 0,0 0-1 0 0,0 0 1 0 0,0 0 0 0 0,0 1-1 0 0,1-1 1 0 0,-1 0 0 0 0,0 0-1 0 0,0 0 1 0 0,0 0 0 0 0,0 0-1 0 0,1 0 1 0 0,-1 0 0 0 0,0 0-1 0 0,0 0 1 0 0,0 0-1 0 0,0 0 1 0 0,0 0 0 0 0,1 0-1 0 0,-1 0 1 0 0,0 0 0 0 0,0 0-1 0 0,0 0 1 0 0,0 0 0 0 0,1 0-1 0 0,-1-1 1 0 0,0 1 0 0 0,0 0-1 0 0,0 0 1 0 0,0 0-1 0 0,0 0 1 0 0,0 0 0 0 0,1 0-1 0 0,-1 0 1 0 0,0 0 0 0 0,0-1-1 0 0,0 1 1 0 0,0 0 0 0 0,0 0-1 0 0,0 0 1 0 0,0-1 0 0 0,4-10-295 0 0,-3-15-1290 0 0,-8 0-2414 0 0,4 14 1697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23.9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93 0 420 0 0,'0'0'545'0'0,"0"0"-31"0"0,0 0-17 0 0,0 0-23 0 0,0 0-20 0 0,0 0-24 0 0,0 0-22 0 0,0 0-29 0 0,0 0-22 0 0,0 0-22 0 0,0 0-34 0 0,0 0-27 0 0,-2 3-34 0 0,-1 3-85 0 0,-1 0 1 0 0,1 1 0 0 0,0 0-1 0 0,1 0 1 0 0,-1 0-1 0 0,1 0 1 0 0,1 0-1 0 0,-3 15 1 0 0,-6 26 297 0 0,0-7-308 0 0,1 0-1 0 0,-3 48 0 0 0,5-30-117 0 0,1-22 49 0 0,0 1 75 0 0,3 0-1 0 0,1 0 0 0 0,3 54 1 0 0,22 117 260 0 0,-10-111-331 0 0,-1 32-21 0 0,-5 64-15 0 0,-13 13 141 0 0,5-142-144 0 0,2 0 0 0 0,20 128-1 0 0,-5-72-36 0 0,1 167 0 0 0,-25 14-28 0 0,4-198 48 0 0,0 1 102 0 0,19 197 0 0 0,13 60 69 0 0,-19-203-96 0 0,1 65 212 0 0,-2-24-118 0 0,-8-147-154 0 0,-2 106 10 0 0,2-92-28 0 0,-1 16 2 0 0,-17 26 40 0 0,-1 13 438 0 0,13-93-374 0 0,5-26-113 0 0,-1 0-1 0 0,1 0 0 0 0,1 1 1 0 0,-1-1-1 0 0,1 1 1 0 0,-1-1-1 0 0,1 0 0 0 0,0 1 1 0 0,0-1-1 0 0,0 1 0 0 0,1-1 1 0 0,1 7-1 0 0,-1-3-9 0 0,0 0-1 0 0,0 0 1 0 0,0 1-1 0 0,-1-1 1 0 0,0 9 0 0 0,3 31 19 0 0,8-2-102 0 0,-7-29 76 0 0,-1-1 1 0 0,-1 1-1 0 0,-1 0 0 0 0,0 0 0 0 0,-2 16 1 0 0,-10 81 36 0 0,10-102-33 0 0,-5 28-60 0 0,-9 97-68 0 0,14-116 19 0 0,1 0-1 0 0,1 1 1 0 0,0-1 0 0 0,7 31 0 0 0,-3-22-91 0 0,-4-23-4 0 0,-1 1-1 0 0,1-1 1 0 0,0 0 0 0 0,1 0 0 0 0,-1 1 0 0 0,1-1-1 0 0,1 0 1 0 0,-1 0 0 0 0,1-1 0 0 0,5 9 0 0 0,-7-12-71 0 0,1 0 1 0 0,-1 0 0 0 0,0 0 0 0 0,0 0-1 0 0,0 0 1 0 0,0 0 0 0 0,0 0-1 0 0,0 0 1 0 0,-1 1 0 0 0,1-1-1 0 0,-1 0 1 0 0,1 0 0 0 0,-1 1 0 0 0,0-1-1 0 0,0 0 1 0 0,0 1 0 0 0,0-1-1 0 0,-1 0 1 0 0,1 0 0 0 0,0 1-1 0 0,-1-1 1 0 0,-1 3 0 0 0,-2-1-920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25.6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58 64 0 0,'19'-27'2852'0'0,"-3"16"-1641"0"0,-6 12-183 0 0,-9 1-939 0 0,0 0-1 0 0,0 0 0 0 0,0 0 0 0 0,0 1 0 0 0,0-1 0 0 0,-1 0 0 0 0,1 0 0 0 0,0 1 0 0 0,-1-1 0 0 0,0 4 0 0 0,1-1-109 0 0,0 12 206 0 0,-1 1-1 0 0,0-1 0 0 0,-2 1 0 0 0,-4 23 1 0 0,4-26-79 0 0,-12 72 508 0 0,5 2 0 0 0,3-1 0 0 0,7 108 0 0 0,9-82-164 0 0,-10-112-451 0 0,0-1-1 0 0,0 1 1 0 0,0-1 0 0 0,0 1-1 0 0,1 0 1 0 0,-1-1 0 0 0,0 0-1 0 0,1 1 1 0 0,-1-1 0 0 0,1 1 0 0 0,0-1-1 0 0,0 0 1 0 0,-1 1 0 0 0,2 0-1 0 0,4-2-201 0 0,-4-15 27 0 0,-2-12-65 0 0,-10-282-1515 0 0,-2 218 1488 0 0,-2-37-17 0 0,10 89 261 0 0,2 20 9 0 0,1 0 0 0 0,1-28 1 0 0,0 43 18 0 0,0 0 1 0 0,1 0 0 0 0,-1 0 0 0 0,1 0 0 0 0,0 0-1 0 0,0 0 1 0 0,1 1 0 0 0,-1-1 0 0 0,1 0 0 0 0,-1 1-1 0 0,1 0 1 0 0,1-1 0 0 0,-1 1 0 0 0,0 0 0 0 0,1 0-1 0 0,-1 0 1 0 0,5-4 0 0 0,-1 4 4 0 0,1 1 1 0 0,-1 0-1 0 0,1 0 0 0 0,-1 0 0 0 0,1 1 1 0 0,0 0-1 0 0,-1 0 0 0 0,1 1 0 0 0,0 0 1 0 0,-1 0-1 0 0,1 1 0 0 0,7 0 1 0 0,23 0 5 0 0,-17-2-4 0 0,-9 0-13 0 0,1 0-1 0 0,-1 0 1 0 0,1 2 0 0 0,-1-1 0 0 0,1 1 0 0 0,0 1-1 0 0,14 4 1 0 0,-25-6 5 0 0,0 1-1 0 0,0-1 1 0 0,0 1-1 0 0,0-1 1 0 0,0 1-1 0 0,0 0 1 0 0,0-1-1 0 0,0 1 1 0 0,0 0-1 0 0,0 0 0 0 0,0 0 1 0 0,0 0-1 0 0,-1 0 1 0 0,1 0-1 0 0,0 0 1 0 0,-1 0-1 0 0,1 0 1 0 0,-1 0-1 0 0,1 0 1 0 0,-1 0-1 0 0,1 0 1 0 0,-1 1-1 0 0,1 0 1 0 0,-1 2 14 0 0,0-1 0 0 0,0 1 1 0 0,0 0-1 0 0,0-1 1 0 0,0 1-1 0 0,-1-1 1 0 0,-1 8-1 0 0,-2 1 66 0 0,-1 1 0 0 0,0 0 0 0 0,-8 13-1 0 0,5-13-5 0 0,0-1 0 0 0,-2 1 0 0 0,1-2 0 0 0,-2 1 0 0 0,1-2 0 0 0,-2 1 0 0 0,1-1 0 0 0,-1-1 0 0 0,-1 0-1 0 0,0-1 1 0 0,0 0 0 0 0,0-1 0 0 0,-27 10 0 0 0,26-15-445 0 0,14-2 263 0 0,-1 0 1 0 0,1 0 0 0 0,0 0 0 0 0,0 0 0 0 0,-1 0-1 0 0,1 0 1 0 0,0 0 0 0 0,-1 0 0 0 0,1 0 0 0 0,0 0-1 0 0,-1 0 1 0 0,1 0 0 0 0,0 0 0 0 0,0 0 0 0 0,-1 0-1 0 0,1 0 1 0 0,0 0 0 0 0,-1 0 0 0 0,1 0 0 0 0,0 0-1 0 0,0-1 1 0 0,-1 1 0 0 0,1 0 0 0 0,0 0 0 0 0,0 0-1 0 0,-1-1 1 0 0,1 1 0 0 0,0 0 0 0 0,0 0 0 0 0,0 0-1 0 0,-1-1 1 0 0,1 1 0 0 0,0 0 0 0 0,0 0 0 0 0,0-1-1 0 0,0 1 1 0 0,0 0 0 0 0,0-1 0 0 0,0 1 0 0 0,-1 0 0 0 0,1-1-1 0 0,0 1 1 0 0,0 0 0 0 0,0 0 0 0 0,0-1 0 0 0,0 0-1 0 0,0 1-1907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27.0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298 93 484 0 0,'1'-29'2484'0'0,"-1"26"-2359"0"0,0 0 0 0 0,-1 1-1 0 0,1-1 1 0 0,-1 0-1 0 0,0 1 1 0 0,0-1 0 0 0,0 1-1 0 0,0-1 1 0 0,0 1 0 0 0,-1 0-1 0 0,1-1 1 0 0,-1 1 0 0 0,1 0-1 0 0,-1 0 1 0 0,0 0-1 0 0,0 0 1 0 0,0 0 0 0 0,-3-2-1 0 0,1 2-14 0 0,0 0-1 0 0,0 0 1 0 0,0 0-1 0 0,0 0 1 0 0,0 1-1 0 0,-1 0 0 0 0,1 0 1 0 0,-1 0-1 0 0,1 0 1 0 0,-7 0-1 0 0,2 1 22 0 0,0 0-1 0 0,-1 1 1 0 0,1 0 0 0 0,0 0-1 0 0,0 1 1 0 0,0 0-1 0 0,0 0 1 0 0,0 1 0 0 0,0 1-1 0 0,-9 4 1 0 0,8-2 32 0 0,1 1 1 0 0,-1 0-1 0 0,1 1 1 0 0,0 0-1 0 0,0 1 1 0 0,-11 14-1 0 0,16-18-111 0 0,1 0 0 0 0,-1 0 0 0 0,1 0 0 0 0,0 1 0 0 0,0-1 0 0 0,0 1 0 0 0,1 0 0 0 0,0 0 0 0 0,0-1 0 0 0,0 2 0 0 0,1-1 0 0 0,0 0 0 0 0,0 0 0 0 0,1 9 0 0 0,0-12-27 0 0,0 0-1 0 0,0-1 1 0 0,1 1-1 0 0,0 0 1 0 0,-1-1 0 0 0,1 1-1 0 0,0 0 1 0 0,0-1-1 0 0,0 1 1 0 0,1-1 0 0 0,-1 0-1 0 0,1 1 1 0 0,-1-1-1 0 0,1 0 1 0 0,0 0 0 0 0,0 0-1 0 0,0 0 1 0 0,4 3-1 0 0,-2-3-3 0 0,-1 1 0 0 0,1-2 0 0 0,0 1 0 0 0,1 0-1 0 0,-1-1 1 0 0,0 0 0 0 0,0 0 0 0 0,1 0 0 0 0,-1 0-1 0 0,9 0 1 0 0,-2-1-20 0 0,1-1-1 0 0,-1 0 0 0 0,1-1 1 0 0,-1 0-1 0 0,0-1 0 0 0,0 0 1 0 0,0 0-1 0 0,13-7 0 0 0,-14 5-52 0 0,-1 0-1 0 0,0-1 1 0 0,0 0-1 0 0,0-1 1 0 0,0 0-1 0 0,-1 0 1 0 0,0-1-1 0 0,10-13 1 0 0,-14 15-26 0 0,1 0 0 0 0,-1 0 0 0 0,-1-1 0 0 0,1 1 0 0 0,-1-1 0 0 0,0 0 0 0 0,-1 0 0 0 0,1 0 0 0 0,-1 0 0 0 0,-1-1 0 0 0,1 1 0 0 0,-1-15-1 0 0,-2 1-180 0 0,1 16-82 0 0,4 17 287 0 0,-4-9 61 0 0,1 0-1 0 0,-2 0 1 0 0,1 0 0 0 0,0 0-1 0 0,-1 0 1 0 0,1 0 0 0 0,-1 0 0 0 0,0 0-1 0 0,0-1 1 0 0,0 1 0 0 0,0 0 0 0 0,0-1-1 0 0,-3 5 1 0 0,-4 10 25 0 0,-10 38 77 0 0,-2 7 184 0 0,1 2 1 0 0,-9 65 0 0 0,25-108-181 0 0,1-1 0 0 0,1 0 0 0 0,0 0 0 0 0,2 1 0 0 0,0-1 0 0 0,2 0 0 0 0,0 0 0 0 0,1 0 0 0 0,1 0 0 0 0,14 36 0 0 0,-17-51-84 0 0,1 1 0 0 0,0-1 0 0 0,0 0-1 0 0,0 1 1 0 0,1-1 0 0 0,-1-1 0 0 0,1 1-1 0 0,0 0 1 0 0,1-1 0 0 0,-1 0-1 0 0,1 0 1 0 0,0 0 0 0 0,0-1 0 0 0,0 0-1 0 0,0 0 1 0 0,1 0 0 0 0,-1 0 0 0 0,1-1-1 0 0,0 0 1 0 0,-1 0 0 0 0,11 2 0 0 0,-8-3-42 0 0,0-1 1 0 0,0 0-1 0 0,0 0 0 0 0,0-1 1 0 0,0 1-1 0 0,0-2 1 0 0,0 1-1 0 0,-1-1 1 0 0,1 0-1 0 0,0-1 0 0 0,-1 0 1 0 0,0 0-1 0 0,1-1 1 0 0,-1 1-1 0 0,-1-2 1 0 0,9-5-1 0 0,-4 2-92 0 0,-1 0 0 0 0,0-1 1 0 0,0 0-1 0 0,-1 0 0 0 0,-1-1 0 0 0,1 0 0 0 0,-1-1 1 0 0,-1 0-1 0 0,0 0 0 0 0,-1-1 0 0 0,0 1 0 0 0,0-1 1 0 0,-1-1-1 0 0,5-23 0 0 0,-9 33 65 0 0,0-1 1 0 0,-1 1-1 0 0,1 0 0 0 0,-1-1 0 0 0,0 1 1 0 0,0-1-1 0 0,0 1 0 0 0,0-1 1 0 0,-1 1-1 0 0,0-1 0 0 0,1 1 1 0 0,-1-1-1 0 0,-1 1 0 0 0,1 0 1 0 0,0 0-1 0 0,-1 0 0 0 0,1-1 1 0 0,-1 1-1 0 0,0 1 0 0 0,0-1 1 0 0,0 0-1 0 0,-1 0 0 0 0,1 1 1 0 0,-1-1-1 0 0,1 1 0 0 0,-6-4 1 0 0,4 4-4 0 0,-1 0 0 0 0,1 0 1 0 0,0 0-1 0 0,-1 0 1 0 0,1 1-1 0 0,-1 0 1 0 0,0 0-1 0 0,1 0 1 0 0,-1 1-1 0 0,-5-1 1 0 0,-31 6-188 0 0,28-2 82 0 0,1 1 0 0 0,-1 0 1 0 0,1 1-1 0 0,-1 1 0 0 0,-17 11 0 0 0,-3 10-3745 0 0,27-20 2137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28.8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5 127 380 0 0,'-1'-3'409'0'0,"0"0"0"0"0,0 0-1 0 0,1 0 1 0 0,-1-1 0 0 0,1 1 0 0 0,0 0-1 0 0,0-5 1 0 0,0 6 221 0 0,0 1-335 0 0,0 1-9 0 0,0 0-16 0 0,0 0-8 0 0,2 2-8 0 0,1 4-108 0 0,-1 1 0 0 0,1-1 0 0 0,-1 1-1 0 0,0-1 1 0 0,0 1 0 0 0,-1 0 0 0 0,1 12 0 0 0,1 58 345 0 0,-2-42-388 0 0,2 12 86 0 0,2 0 1 0 0,2 0-1 0 0,2-1 0 0 0,2 0 1 0 0,2 0-1 0 0,22 50 0 0 0,-32-86-146 0 0,-1-2-7 0 0,2 0-13 0 0,-3-8-47 0 0,-1 0-32 0 0,0 0-27 0 0,0-22-160 0 0,-1 7 68 0 0,-1 1-1 0 0,-1-1 1 0 0,0 0 0 0 0,-8-23 0 0 0,-5-22-319 0 0,-4-42-237 0 0,11 65 582 0 0,1-1 0 0 0,2 0 1 0 0,1-1-1 0 0,2 1 0 0 0,4-59 0 0 0,0 91 155 0 0,0 0 1 0 0,1 0-1 0 0,-1 0 0 0 0,1 1 0 0 0,1-1 1 0 0,2-5-1 0 0,14-14 39 0 0,-3 14 10 0 0,-10 7-33 0 0,-2 1-13 0 0,0 1 1 0 0,0 0-1 0 0,0 0 0 0 0,0 0 0 0 0,0 0 0 0 0,0 1 0 0 0,1-1 0 0 0,-1 1 1 0 0,0 0-1 0 0,1 1 0 0 0,-1-1 0 0 0,1 1 0 0 0,-1 0 0 0 0,1 0 1 0 0,-1 0-1 0 0,1 1 0 0 0,-1-1 0 0 0,1 1 0 0 0,-1 0 0 0 0,0 0 1 0 0,1 1-1 0 0,5 2 0 0 0,-7-2-3 0 0,1 0 1 0 0,-1 0-1 0 0,0 1 1 0 0,0-1-1 0 0,0 1 1 0 0,-1-1-1 0 0,1 1 1 0 0,0 0-1 0 0,-1 0 1 0 0,0 0-1 0 0,0 0 1 0 0,0 0-1 0 0,0 0 1 0 0,0 1-1 0 0,-1-1 1 0 0,1 1-1 0 0,-1-1 1 0 0,0 1-1 0 0,0 0 1 0 0,-1-1-1 0 0,1 1 1 0 0,-1 0-1 0 0,1 0 1 0 0,-1 0-1 0 0,0-1 1 0 0,-1 1-1 0 0,0 4 1 0 0,-2 6 21 0 0,0 0 0 0 0,-2 0 0 0 0,1-1 0 0 0,-2 1 0 0 0,0-1 0 0 0,0 0 0 0 0,-2-1 0 0 0,1 0 1 0 0,-1 0-1 0 0,-1 0 0 0 0,0-1 0 0 0,-1 0 0 0 0,0-1 0 0 0,-1 0 0 0 0,0-1 0 0 0,0 0 0 0 0,-1-1 0 0 0,0 0 0 0 0,-18 8 0 0 0,28-15-219 0 0,0 0-1 0 0,-1-1 1 0 0,1 1-1 0 0,0-1 1 0 0,-1 0-1 0 0,1 1 1 0 0,0-1-1 0 0,0 0 1 0 0,-1-1-1 0 0,1 1 1 0 0,0 0-1 0 0,-1-1 1 0 0,1 1-1 0 0,0-1 1 0 0,0 0-1 0 0,0 1 0 0 0,-1-1 1 0 0,1 0-1 0 0,-2-2 1 0 0,-4-4-1346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0.3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250 0 152 0 0,'-12'0'351'0'0,"0"1"-1"0"0,0 0 1 0 0,0 1-1 0 0,1 1 1 0 0,-1-1-1 0 0,0 2 1 0 0,1 0-1 0 0,0 0 1 0 0,0 1 0 0 0,0 0-1 0 0,0 1 1 0 0,-11 8-1 0 0,14-8-240 0 0,1-1 0 0 0,1 1-1 0 0,-1 0 1 0 0,1 1 0 0 0,0 0-1 0 0,0 0 1 0 0,1 0 0 0 0,0 1-1 0 0,0 0 1 0 0,1-1 0 0 0,0 2-1 0 0,0-1 1 0 0,1 0 0 0 0,0 1 0 0 0,0 0-1 0 0,-2 14 1 0 0,4-8 39 0 0,0 0 1 0 0,1 1-1 0 0,0-1 0 0 0,1 0 1 0 0,1 0-1 0 0,0-1 1 0 0,1 1-1 0 0,1 0 0 0 0,0-1 1 0 0,10 23-1 0 0,-6-20 20 0 0,1 1 0 0 0,1-2 0 0 0,0 1 0 0 0,1-1 0 0 0,1-1 0 0 0,1 0 0 0 0,25 24 0 0 0,-25-29-113 0 0,0-1 0 0 0,1 0 1 0 0,0-1-1 0 0,1-1 0 0 0,-1 0 1 0 0,1-1-1 0 0,0 0 0 0 0,1-1 0 0 0,0-1 1 0 0,-1-1-1 0 0,1 0 0 0 0,0-1 1 0 0,1-1-1 0 0,-1 0 0 0 0,0-1 0 0 0,0-1 1 0 0,0 0-1 0 0,31-7 0 0 0,-33 4-122 0 0,1-1 0 0 0,-1 0 0 0 0,0-1-1 0 0,0-1 1 0 0,-1 0 0 0 0,0-1-1 0 0,0 0 1 0 0,-1-1 0 0 0,0 0 0 0 0,0-1-1 0 0,-1-1 1 0 0,0 0 0 0 0,-1 0 0 0 0,17-25-1 0 0,-20 26 14 0 0,-1 0-1 0 0,0-1 1 0 0,-1 0-1 0 0,0 0 1 0 0,-1 0-1 0 0,0 0 1 0 0,-1-1-1 0 0,0 1 0 0 0,-1-1 1 0 0,0 0-1 0 0,-1 0 1 0 0,0 0-1 0 0,-1 0 1 0 0,0 0-1 0 0,-1 1 1 0 0,0-1-1 0 0,-1 0 1 0 0,-1 0-1 0 0,-4-14 0 0 0,3 14 6 0 0,-1 0 0 0 0,0 1 0 0 0,-1 0 0 0 0,0 0 0 0 0,0 1 0 0 0,-1-1 0 0 0,-1 1 0 0 0,0 1 0 0 0,0 0 0 0 0,-1 0 0 0 0,0 0 0 0 0,-1 1 0 0 0,1 0 0 0 0,-20-10 0 0 0,20 13 30 0 0,1 1 1 0 0,-1 1-1 0 0,0-1 0 0 0,0 2 1 0 0,0-1-1 0 0,0 1 1 0 0,-1 1-1 0 0,1-1 0 0 0,0 2 1 0 0,-1-1-1 0 0,1 1 0 0 0,-1 1 1 0 0,1 0-1 0 0,-1 0 0 0 0,1 1 1 0 0,0 0-1 0 0,0 0 0 0 0,0 1 1 0 0,-17 8-1 0 0,-28 21-48 0 0,50-30-5 0 0,1 1 1 0 0,0-1 0 0 0,0 1 0 0 0,0 0 0 0 0,0 0 0 0 0,0 0-1 0 0,1 0 1 0 0,-1 0 0 0 0,1 1 0 0 0,0-1 0 0 0,0 1 0 0 0,0 0-1 0 0,-1 4 1 0 0,2-7-44 0 0,1 0-1 0 0,0 0 0 0 0,0 0 1 0 0,0 0-1 0 0,0-1 1 0 0,0 1-1 0 0,0 0 0 0 0,1 0 1 0 0,-1 0-1 0 0,0 0 0 0 0,0-1 1 0 0,1 1-1 0 0,-1 0 1 0 0,0 0-1 0 0,1-1 0 0 0,-1 1 1 0 0,0 0-1 0 0,1 0 1 0 0,-1-1-1 0 0,1 1 0 0 0,0-1 1 0 0,-1 1-1 0 0,1 0 1 0 0,-1-1-1 0 0,1 1 0 0 0,0-1 1 0 0,0 1-1 0 0,-1-1 0 0 0,1 0 1 0 0,0 1-1 0 0,1-1 1 0 0,6 5-1454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0.9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64 120 0 0,'0'0'490'0'0,"0"0"-11"0"0,0 0-17 0 0,0 0-18 0 0,0 0-36 0 0,4 0-9 0 0,22 0 216 0 0,7 1-66 0 0,1-2-1 0 0,34-5 0 0 0,277-42 37 0 0,-291 42-1206 0 0,-26 2-2277 0 0,-28 4 1698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1.3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0 424 0 0,'12'9'1685'0'0,"-5"-3"-12"0"0,-2 32-1087 0 0,-1 0 1 0 0,-1 1 0 0 0,-5 58 0 0 0,1 0-165 0 0,2-65-572 0 0,8 163 1043 0 0,-4-159-3073 0 0,15 57 1 0 0,-18-82 524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2.9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253 106 188 0 0,'2'-6'312'0'0,"0"-1"1"0"0,-1 1-1 0 0,0-1 0 0 0,0 1 1 0 0,0-1-1 0 0,-1-13 0 0 0,0 18-240 0 0,-1 0 0 0 0,1 0 0 0 0,-1 0 1 0 0,1 0-1 0 0,-1 1 0 0 0,0-1 0 0 0,0 0 0 0 0,0 0 0 0 0,0 0 0 0 0,0 1 0 0 0,0-1 0 0 0,0 1 0 0 0,-1-1 0 0 0,1 1 0 0 0,-1-1 0 0 0,1 1 0 0 0,-1 0 0 0 0,1 0 0 0 0,-1-1 0 0 0,0 1 0 0 0,0 0 0 0 0,1 1 0 0 0,-1-1 1 0 0,0 0-1 0 0,0 0 0 0 0,0 1 0 0 0,-2-1 0 0 0,-6-1 103 0 0,1 0 1 0 0,-1 0 0 0 0,0 1-1 0 0,0 1 1 0 0,0-1-1 0 0,0 2 1 0 0,1-1 0 0 0,-1 1-1 0 0,0 1 1 0 0,0 0 0 0 0,1 0-1 0 0,-1 1 1 0 0,-17 8-1 0 0,23-9-107 0 0,-1 0-1 0 0,1 0 1 0 0,0 1 0 0 0,0 0-1 0 0,0 0 1 0 0,0 0-1 0 0,0 1 1 0 0,1-1-1 0 0,-1 1 1 0 0,1-1-1 0 0,0 1 1 0 0,0 0 0 0 0,0 1-1 0 0,1-1 1 0 0,0 0-1 0 0,0 1 1 0 0,0-1-1 0 0,0 1 1 0 0,0 0-1 0 0,1 0 1 0 0,0-1-1 0 0,0 1 1 0 0,0 0 0 0 0,1 0-1 0 0,0 0 1 0 0,0 0-1 0 0,0 0 1 0 0,0 0-1 0 0,3 8 1 0 0,-2-7-1 0 0,1 1 1 0 0,-1-1-1 0 0,2 1 0 0 0,-1-1 1 0 0,1 0-1 0 0,0 0 0 0 0,0 0 1 0 0,1-1-1 0 0,-1 1 1 0 0,1-1-1 0 0,1 0 0 0 0,-1 0 1 0 0,1 0-1 0 0,0 0 1 0 0,0-1-1 0 0,0 0 0 0 0,0 0 1 0 0,1 0-1 0 0,0-1 0 0 0,-1 0 1 0 0,10 4-1 0 0,-7-4-45 0 0,0 0 0 0 0,1-1-1 0 0,-1 0 1 0 0,0 0 0 0 0,1-1-1 0 0,-1 0 1 0 0,1 0 0 0 0,-1-1-1 0 0,1 0 1 0 0,-1-1 0 0 0,1 0-1 0 0,-1 0 1 0 0,0-1 0 0 0,1 0-1 0 0,-1 0 1 0 0,11-5 0 0 0,-16 6-53 0 0,0-1 1 0 0,0 1 0 0 0,0-1 0 0 0,0 0 0 0 0,0 1-1 0 0,0-1 1 0 0,-1-1 0 0 0,1 1 0 0 0,0 0 0 0 0,-1-1-1 0 0,0 1 1 0 0,0-1 0 0 0,0 0 0 0 0,0 0 0 0 0,0 0-1 0 0,0 0 1 0 0,-1 0 0 0 0,1 0 0 0 0,-1 0 0 0 0,0 0-1 0 0,0 0 1 0 0,0-1 0 0 0,0 1 0 0 0,-1-1 0 0 0,0 1-1 0 0,1 0 1 0 0,-1-1 0 0 0,-1-4 0 0 0,0 0-60 0 0,0 0 0 0 0,-1 0 0 0 0,0 0 0 0 0,-1 0 0 0 0,0 1 0 0 0,0-1 0 0 0,-1 1 0 0 0,0-1 0 0 0,0 1 0 0 0,-7-9-1 0 0,-4-12-362 0 0,15 28 445 0 0,0 0-1 0 0,0 0 1 0 0,0 1 0 0 0,0-1 0 0 0,0 0-1 0 0,0 0 1 0 0,1 0 0 0 0,-1 0 0 0 0,0 0-1 0 0,0-1 1 0 0,0 1 0 0 0,0 0 0 0 0,0 0-1 0 0,0 0 1 0 0,0 0 0 0 0,0 0 0 0 0,0 0-1 0 0,0 0 1 0 0,0 0 0 0 0,0 0 0 0 0,0 0-1 0 0,5 15 28 0 0,-1 3 36 0 0,-1-1-1 0 0,0 1 1 0 0,-2 0-1 0 0,0 0 1 0 0,-1 0-1 0 0,-1 0 1 0 0,-3 22-1 0 0,-1 29 170 0 0,3 9 134 0 0,12 106 1 0 0,-6-149-212 0 0,2 0 1 0 0,1 0-1 0 0,2 0 1 0 0,2-1-1 0 0,19 46 1 0 0,-27-74-131 0 0,0-1-1 0 0,0 1 1 0 0,0-1 0 0 0,1 0 0 0 0,-1 0-1 0 0,1 0 1 0 0,0 0 0 0 0,1-1 0 0 0,-1 1-1 0 0,1-1 1 0 0,0-1 0 0 0,0 1 0 0 0,0 0-1 0 0,0-1 1 0 0,1 0 0 0 0,-1-1 0 0 0,1 1-1 0 0,0-1 1 0 0,0 0 0 0 0,0 0-1 0 0,0-1 1 0 0,11 2 0 0 0,-10-3-75 0 0,1 0 1 0 0,-1 0-1 0 0,1-1 1 0 0,-1 0-1 0 0,1-1 1 0 0,-1 1-1 0 0,0-1 1 0 0,0-1-1 0 0,0 1 1 0 0,0-1 0 0 0,0-1-1 0 0,0 1 1 0 0,-1-1-1 0 0,0 0 1 0 0,1-1-1 0 0,-1 1 1 0 0,-1-1-1 0 0,10-10 1 0 0,-10 9-107 0 0,0-1 1 0 0,0 1 0 0 0,0-1-1 0 0,-1 0 1 0 0,0-1 0 0 0,0 1 0 0 0,-1-1-1 0 0,0 0 1 0 0,0 0 0 0 0,-1 0-1 0 0,3-16 1 0 0,-5 21 94 0 0,1-1 0 0 0,-1 1 0 0 0,0 0 0 0 0,0-1 0 0 0,0 1 0 0 0,-1 0 0 0 0,1-1 0 0 0,-1 1 0 0 0,0 0 0 0 0,0-1 0 0 0,0 1 0 0 0,0 0 0 0 0,0 0 0 0 0,-1 0 0 0 0,1 0 0 0 0,-1 0 0 0 0,0 1 0 0 0,0-1 0 0 0,0 0 0 0 0,0 1 0 0 0,-1-1 0 0 0,1 1 0 0 0,-1 0 0 0 0,1 0 0 0 0,-1 0 0 0 0,0 0 0 0 0,0 0 0 0 0,1 1 0 0 0,-1-1 0 0 0,-1 1 0 0 0,1 0 0 0 0,-4-2 0 0 0,-38-7-272 0 0,28 8 316 0 0,0 1 0 0 0,-25 1-1 0 0,30 0 19 0 0,1 1-1 0 0,0 1 1 0 0,0 0 0 0 0,0 0-1 0 0,0 1 1 0 0,0 0 0 0 0,0 1-1 0 0,-18 10 1 0 0,28-14-221 0 0,1 0-183 0 0,0 0-414 0 0,0 0-546 0 0,0 0 106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4.9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29 336 0 0,'9'-27'2896'0'0,"-9"26"-2620"0"0,1 9 2351 0 0,5 30-2340 0 0,-5 79 269 0 0,-2-60-342 0 0,-10 296 713 0 0,7-270-713 0 0,-1 6 194 0 0,4 1 1 0 0,17 148-1 0 0,-8-182-289 0 0,31 151 271 0 0,17 94 193 0 0,-56-301-581 0 0,4 30 116 0 0,-3 0 0 0 0,0 0 0 0 0,-5 45 1 0 0,-21 89 274 0 0,17-121-313 0 0,3-14-41 0 0,0 0 0 0 0,2 0-1 0 0,1 0 1 0 0,2 1-1 0 0,3 31 1 0 0,24 80 50 0 0,6 45-88 0 0,-25-50-120 0 0,-6-72-168 0 0,1 38-89 0 0,6 84 0 0 0,1-51 285 0 0,-7-78 77 0 0,11 67-1 0 0,11 83-42 0 0,-17-123-8 0 0,12 73-92 0 0,7 101 7 0 0,-22-165 141 0 0,1 40-26 0 0,24 135 0 0 0,-28-260 35 0 0,36 245-106 0 0,-36-121 337 0 0,-3-87-158 0 0,6 63 0 0 0,-4-40-23 0 0,-2-55-25 0 0,1 0 0 0 0,0 1 0 0 0,1-1 0 0 0,5 26 0 0 0,-1-20 8 0 0,-1-1-1 0 0,-1 1 0 0 0,0 0 0 0 0,-1 33 1 0 0,-3-20-19 0 0,-8 38 0 0 0,5-38 62 0 0,-1 38 1 0 0,5-64-86 0 0,1-1 1 0 0,0 1-1 0 0,1-1 0 0 0,-1 0 0 0 0,1 1 1 0 0,0-1-1 0 0,4 7 0 0 0,9 29-51 0 0,-10-5 53 0 0,-1-1 0 0 0,-2 1 1 0 0,-1-1-1 0 0,-2 1 0 0 0,-2 0 0 0 0,-7 40 1 0 0,6-59 76 0 0,0 0 1 0 0,-7 19-1 0 0,11-36-93 0 0,0 0-37 0 0,0 0-40 0 0,-1-2 20 0 0,0-1-1 0 0,0 0 1 0 0,1 0 0 0 0,-1 1 0 0 0,0-1 0 0 0,1 0 0 0 0,0 0 0 0 0,0-3 0 0 0,2-5-1128 0 0,0 0 0 0 0,1 1 0 0 0,7-19 0 0 0,-9 25 175 0 0,5-8-1327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6.0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9 132 0 0,'23'2'705'0'0,"-1"0"0"0"0,1-2 0 0 0,0-1-1 0 0,30-4 1 0 0,25-1 99 0 0,155 11-248 0 0,-229-5-730 0 0,-1 0 0 0 0,0 0 0 0 0,1 1-1 0 0,-1-1 1 0 0,0 1 0 0 0,1 0-1 0 0,-1 0 1 0 0,0 0 0 0 0,0 0-1 0 0,0 1 1 0 0,0-1 0 0 0,0 1-1 0 0,0-1 1 0 0,-1 1 0 0 0,1 0-1 0 0,0 1 1 0 0,2 1 0 0 0,-3 3-885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6.3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0 368 0 0,'11'133'3509'0'0,"1"0"-2249"0"0,-12-111-1313 0 0,0-5-667 0 0,0-1 0 0 0,-1 1 0 0 0,-4 24 0 0 0,1-27-520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7.2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14 268 0 0,'0'0'469'0'0,"0"0"17"0"0,0 0 3 0 0,3-1 12 0 0,6-2-262 0 0,0 0 0 0 0,0 1 0 0 0,0 0 0 0 0,0 1 0 0 0,1 0 0 0 0,-1 1 0 0 0,13 0 0 0 0,74 9 821 0 0,-33-1-569 0 0,323 3 276 0 0,-361-12-1056 0 0,-18 0-123 0 0,0 1 0 0 0,0 0 0 0 0,0 0 0 0 0,0 0 0 0 0,13 4 0 0 0,-18-3-984 0 0,1 1 110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7.5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0 432 0 0,'-3'14'545'0'0,"0"0"-1"0"0,2 0 1 0 0,-1 0 0 0 0,2 1-1 0 0,0-1 1 0 0,0 0 0 0 0,3 16-1 0 0,-1-3-95 0 0,18 134 896 0 0,-7-97-1435 0 0,-1-23-397 0 0,-3 21-2757 0 0,-7-47 1690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8.1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80 0 0,'0'0'489'0'0,"2"2"-19"0"0,3 1-314 0 0,-1 1 1 0 0,0 0 0 0 0,0 0-1 0 0,0 1 1 0 0,-1-1 0 0 0,1 1-1 0 0,-1 0 1 0 0,0 0 0 0 0,-1 0-1 0 0,1 0 1 0 0,1 6-1 0 0,22 71 638 0 0,-17-49-431 0 0,1 2-106 0 0,-1-1 0 0 0,-2 1 0 0 0,-2 0-1 0 0,-1 0 1 0 0,-2 1 0 0 0,-1-1 0 0 0,-1 1 0 0 0,-8 48 0 0 0,1-64-65 0 0,1-2-186 0 0,4-8-725 0 0,-11-44-303 0 0,-4-23-1606 0 0,12 36 1376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8.4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1 126 64 0 0,'0'-13'557'0'0,"0"10"-330"0"0,-1 0 0 0 0,1-1 1 0 0,0 1-1 0 0,1 0 0 0 0,-1 0 1 0 0,0 0-1 0 0,1 0 1 0 0,0-1-1 0 0,1-3 0 0 0,-1 6-153 0 0,0 0 0 0 0,-1 0-1 0 0,1 0 1 0 0,0 0 0 0 0,0 0-1 0 0,0 1 1 0 0,-1-1 0 0 0,1 0-1 0 0,0 0 1 0 0,0 1 0 0 0,0-1 0 0 0,0 0-1 0 0,1 1 1 0 0,-1-1 0 0 0,1 1-1 0 0,18-4 396 0 0,28 0 243 0 0,-19 3-628 0 0,0-2 0 0 0,0-1 0 0 0,0-1 0 0 0,54-17 0 0 0,-74 19-284 0 0,0-1-221 0 0,-1 0 0 0 0,1 1 1 0 0,-1 1-1 0 0,1-1 1 0 0,10 0-1 0 0,-19 5-696 0 0,0 9 84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8.7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1 656 0 0,'-4'1'624'0'0,"4"-1"-40"0"0,0 0-52 0 0,0 9-40 0 0,0-9-36 0 0,9 7-52 0 0,-1-6-48 0 0,-1 1-24 0 0,5-2-68 0 0,2 0-52 0 0,3-2-92 0 0,9-3-84 0 0,0 2-152 0 0,1 1-96 0 0,1-1-64 0 0,11-1-468 0 0,-15 4-808 0 0,2 0 356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9.5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79 174 212 0 0,'-3'-40'2702'0'0,"2"38"-2405"0"0,2 1 145 0 0,0-3-517 0 0,0 5 1757 0 0,7 50-873 0 0,3 102-1 0 0,-7-66-287 0 0,-2-48-264 0 0,6 55 305 0 0,5-30-233 0 0,-11-55-274 0 0,-2-7-55 0 0,0 0-1 0 0,1 0 1 0 0,-1 0-1 0 0,0 0 0 0 0,1 0 1 0 0,0 0-1 0 0,-1 0 0 0 0,1 0 1 0 0,0 0-1 0 0,0 0 1 0 0,0 0-1 0 0,0-1 0 0 0,0 1 1 0 0,1 0-1 0 0,1 1 0 0 0,-2-2-63 0 0,-1-1-45 0 0,12-33-407 0 0,-10-12 69 0 0,-3 0-1 0 0,-2 1 1 0 0,-2 0 0 0 0,-1 0-1 0 0,-3 0 1 0 0,-1 1 0 0 0,-3 0 0 0 0,-1 1-1 0 0,-2 0 1 0 0,-31-58 0 0 0,17 50 1369 0 0,30 49-737 0 0,0 1-2 0 0,0 0 35 0 0,5-2 183 0 0,-1 1-275 0 0,-1 1 126 0 0,37 2 260 0 0,0-3 0 0 0,1-1-1 0 0,73-14 1 0 0,22-2-1259 0 0,-113 19-144 0 0,-23-1 831 0 0,1 0 0 0 0,-1 0-1 0 0,0 0 1 0 0,1 1 0 0 0,-1-1 0 0 0,0 0-1 0 0,1 0 1 0 0,-1 0 0 0 0,0 0 0 0 0,1 0-1 0 0,-1 1 1 0 0,0-1 0 0 0,0 0 0 0 0,1 0-1 0 0,-1 1 1 0 0,0-1 0 0 0,0 0-1 0 0,1 0 1 0 0,-1 1 0 0 0,0-1 0 0 0,0 0-1 0 0,0 1 1 0 0,0-1 0 0 0,1 0 0 0 0,-1 1-1 0 0,0-1 1 0 0,0 0 0 0 0,0 1-1 0 0,0-1 1 0 0,0 0 0 0 0,0 1 0 0 0,0-1-1 0 0,0 0 1 0 0,0 1 0 0 0,0-1 0 0 0,0 0-1 0 0,0 1 1 0 0,0-1 0 0 0,0 0-1 0 0,0 1 1 0 0,0-1 0 0 0,-1 0 0 0 0,1 1-1 0 0,0-1 1 0 0,0 0 0 0 0,0 1 0 0 0,0-1-1 0 0,-1 0 1 0 0,1 0 0 0 0,0 1-1 0 0,-1-1 1 0 0,-3 8-1376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39.8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74 804 0 0,'12'2'784'0'0,"1"-2"-76"0"0,5-2-80 0 0,-3 0-52 0 0,4-3-80 0 0,7-3-64 0 0,2-1-112 0 0,0-1-92 0 0,0 2-136 0 0,-2 1-184 0 0,2-3-324 0 0,-4 2-344 0 0,-5 4-828 0 0,-3 1 368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0.8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0 188 0 0,'-1'1'96'0'0,"0"0"-1"0"0,1-1 1 0 0,-1 1 0 0 0,0 0-1 0 0,1 0 1 0 0,-1 0 0 0 0,1 0-1 0 0,0-1 1 0 0,-1 1 0 0 0,1 0-1 0 0,-1 0 1 0 0,1 0 0 0 0,0 0-1 0 0,0 0 1 0 0,0 0 0 0 0,0 0-1 0 0,-1 0 1 0 0,1 0 0 0 0,1 0-1 0 0,-1 0 1 0 0,0 0 0 0 0,0 0-1 0 0,0 0 1 0 0,0 0 0 0 0,1 0-1 0 0,-1 0 1 0 0,0 0 0 0 0,1 0-1 0 0,-1 0 1 0 0,1 0 0 0 0,-1 0-1 0 0,1-1 1 0 0,-1 1 0 0 0,1 0-1 0 0,0 0 1 0 0,-1-1 0 0 0,1 1-1 0 0,0 0 1 0 0,0-1 0 0 0,0 1-1 0 0,-1 0 1 0 0,1-1 0 0 0,0 1-1 0 0,0-1 1 0 0,0 0 0 0 0,0 1-1 0 0,0-1 1 0 0,0 0 0 0 0,0 1-1 0 0,0-1 1 0 0,2 0 0 0 0,8 3 125 0 0,1 0 0 0 0,-1-1 0 0 0,20 0 0 0 0,-16 0 21 0 0,37 6 10 0 0,-9-3-222 0 0,78 22-1 0 0,-115-25-277 0 0,1 0 1 0 0,-1 0-1 0 0,1 0 0 0 0,-1 1 1 0 0,0 0-1 0 0,0 0 1 0 0,0 1-1 0 0,0 0 0 0 0,-1 0 1 0 0,0 0-1 0 0,7 6 0 0 0,-12-9-1127 0 0,0-1 106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1.1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0 324 0 0,'0'6'213'0'0,"-1"-1"0"0"0,1 0 0 0 0,0 1-1 0 0,0-1 1 0 0,0 0 0 0 0,1 1 0 0 0,0-1 0 0 0,0 0 0 0 0,0 0-1 0 0,4 10 1 0 0,3 14 444 0 0,-3-6-252 0 0,0-2-1 0 0,2 1 0 0 0,14 30 0 0 0,-11-30-576 0 0,-2 1-1 0 0,9 34 1 0 0,-14-41-2013 0 0,-3-8 924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1.6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0 552 0 0,'3'17'3705'0'0,"10"60"-2824"0"0,30 145 534 0 0,-16-82-628 0 0,-27-139-873 0 0,0 9 275 0 0,-1-8-601 0 0,-1-2-370 0 0,-23-48-830 0 0,13 24-501 0 0,3 3 689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1.9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71 416 0 0,'3'-4'219'0'0,"1"0"0"0"0,0-1 0 0 0,-1 1 0 0 0,1 1-1 0 0,0-1 1 0 0,1 0 0 0 0,-1 1 0 0 0,1 0 0 0 0,0 0 0 0 0,-1 1 0 0 0,1-1 0 0 0,0 1 0 0 0,1 0-1 0 0,-1 0 1 0 0,8-1 0 0 0,8-1 388 0 0,0 1-1 0 0,39-1 1 0 0,-40 4-1858 0 0,-1-1 0 0 0,33-6 1 0 0,-52 7 128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2.2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0 368 0 0,'0'1'99'0'0,"0"0"-1"0"0,-1 0 1 0 0,1 0-1 0 0,0 0 1 0 0,0 0-1 0 0,-1 0 1 0 0,1 0 0 0 0,0 0-1 0 0,0 0 1 0 0,0 0-1 0 0,0 0 1 0 0,1 0-1 0 0,-1 0 1 0 0,0 0 0 0 0,0 0-1 0 0,0 0 1 0 0,1 0-1 0 0,-1 0 1 0 0,1 0-1 0 0,-1 0 1 0 0,0-1 0 0 0,1 1-1 0 0,0 0 1 0 0,-1 0-1 0 0,1 0 1 0 0,-1-1 0 0 0,1 1-1 0 0,1 1 1 0 0,0-1-4 0 0,0 0 1 0 0,0 0-1 0 0,1 0 1 0 0,-1-1-1 0 0,0 1 1 0 0,1 0-1 0 0,-1-1 1 0 0,0 0-1 0 0,1 1 1 0 0,-1-1 0 0 0,5-1-1 0 0,7 0-126 0 0,0-1 0 0 0,0 0 0 0 0,15-6 0 0 0,-27 8 10 0 0,50-13-2267 0 0,-37 8 1196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2.6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82 256 0 0,'0'0'64'0'0,"0"-1"-1"0"0,0 1 1 0 0,0 0 0 0 0,0-1-1 0 0,0 1 1 0 0,0 0 0 0 0,-1-1-1 0 0,1 1 1 0 0,0-1 0 0 0,0 1-1 0 0,1 0 1 0 0,-1-1 0 0 0,0 1-1 0 0,0 0 1 0 0,0-1 0 0 0,0 1-1 0 0,0 0 1 0 0,0-1 0 0 0,0 1-1 0 0,0 0 1 0 0,1 0 0 0 0,-1-1-1 0 0,0 1 1 0 0,0 0 0 0 0,0-1-1 0 0,1 1 1 0 0,-1 0 0 0 0,1-1-1 0 0,18-5 606 0 0,1 0-1 0 0,-1 1 0 0 0,1 1 1 0 0,27-2-1 0 0,0 0-39 0 0,298-31 1037 0 0,-344 37-1685 0 0,12-1-368 0 0,0 1 0 0 0,-1 0-1 0 0,1 1 1 0 0,13 2 0 0 0,-24-1 342 0 0,0-1-3047 0 0,-2-1 1601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2.9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0 392 0 0,'0'0'525'0'0,"0"0"-17"0"0,0 0-21 0 0,0 0-43 0 0,0 0-34 0 0,4 13 936 0 0,0-4-1176 0 0,0 0 0 0 0,-1 0 1 0 0,0 0-1 0 0,0 1 0 0 0,-1-1 1 0 0,-1 1-1 0 0,1-1 0 0 0,-1 13 1 0 0,-4 77 276 0 0,2-97-436 0 0,-1 31-64 0 0,-3 44-106 0 0,7-26-3221 0 0,-1-43 1965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3.3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4 256 0 0,'-1'-4'503'0'0,"1"4"-428"0"0,0 0 0 0 0,0 0 0 0 0,0 0 0 0 0,0 0 0 0 0,0 0 0 0 0,0 1 0 0 0,0-1 0 0 0,0 0 0 0 0,0 0 0 0 0,0 0 0 0 0,0 0 0 0 0,0 0 0 0 0,0 0 0 0 0,0 0 0 0 0,0 0 0 0 0,-1 0 0 0 0,1 0 0 0 0,0 0 0 0 0,0 0 0 0 0,0 1 0 0 0,0-1 0 0 0,0 0 0 0 0,0 0 0 0 0,0 0 0 0 0,0 0 0 0 0,0 0 0 0 0,0 0 0 0 0,0 0 0 0 0,0 0 0 0 0,0 0 0 0 0,0 0 0 0 0,0 0 0 0 0,0 0 0 0 0,-1 0 0 0 0,1 0 0 0 0,0 0 0 0 0,0 0 0 0 0,0 0 0 0 0,0 0 0 0 0,0 0 0 0 0,0 0 0 0 0,0 0 0 0 0,0 0 0 0 0,11 135 2046 0 0,-2-48-1144 0 0,21 198 780 0 0,-29-273-1665 0 0,1 3-1171 0 0,-7-26 185 0 0,-17-77-3168 0 0,12 55 2387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3.6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42 156 0 0,'-1'-1'392'0'0,"-4"0"-342"0"0,3-1 2499 0 0,2 2-1922 0 0,0 0-41 0 0,0 0-46 0 0,0 0-28 0 0,0 0-35 0 0,0 0-53 0 0,22 9 323 0 0,-11-9-607 0 0,0 1-1 0 0,0-2 1 0 0,1 1 0 0 0,-1-1 0 0 0,0-1 0 0 0,0 0-1 0 0,14-5 1 0 0,8 0-39 0 0,11-4-111 0 0,20-4-300 0 0,-59 15 152 0 0,0-1 0 0 0,1 1 1 0 0,-1-1-1 0 0,0 2 1 0 0,0-1-1 0 0,0 0 0 0 0,1 1 1 0 0,-1 0-1 0 0,8 3 1 0 0,-12-4 38 0 0,0 1 0 0 0,-1-1 0 0 0,1 0 1 0 0,0 1-1 0 0,-1-1 0 0 0,1 0 0 0 0,0 1 1 0 0,-1-1-1 0 0,1 1 0 0 0,-1-1 0 0 0,1 1 1 0 0,-1 0-1 0 0,1-1 0 0 0,-1 1 0 0 0,0-1 1 0 0,1 1-1 0 0,-1 0 0 0 0,0-1 0 0 0,1 1 1 0 0,-1 0-1 0 0,0-1 0 0 0,0 1 0 0 0,1 0 1 0 0,-1 0-1 0 0,0-1 0 0 0,0 1 0 0 0,0 0 1 0 0,0 1-1 0 0,0 5-1536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3.9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37 424 0 0,'-1'1'147'0'0,"1"-1"0"0"0,-1 1 0 0 0,1-1 0 0 0,-1 1 0 0 0,1-1 0 0 0,0 1 0 0 0,-1-1 0 0 0,1 1 0 0 0,0 0 0 0 0,-1-1 0 0 0,1 1 0 0 0,0-1 0 0 0,0 1-1 0 0,0 0 1 0 0,-1-1 0 0 0,1 1 0 0 0,0 0 0 0 0,0-1 0 0 0,0 1 0 0 0,0 0 0 0 0,0-1 0 0 0,0 1 0 0 0,0 0 0 0 0,0-1 0 0 0,1 1 0 0 0,-1-1 0 0 0,0 1 0 0 0,1 0 0 0 0,-1 0-27 0 0,1 0-1 0 0,0-1 1 0 0,0 1 0 0 0,0-1 0 0 0,0 1 0 0 0,0-1-1 0 0,0 1 1 0 0,0-1 0 0 0,0 0 0 0 0,0 1-1 0 0,0-1 1 0 0,0 0 0 0 0,0 0 0 0 0,0 0 0 0 0,0 0-1 0 0,1 0 1 0 0,55-6 987 0 0,-44 4-667 0 0,134-25 540 0 0,-28 4-6381 0 0,-99 21 3237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5.2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49 484 0 0,'21'-10'1452'0'0,"75"3"825"0"0,56-8-819 0 0,-92 7-1128 0 0,116 0 0 0 0,-162 11-926 0 0,-15 3-228 0 0,-19 7-1995 0 0,15-11 1639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5.5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 0 0,'0'0'68'0'0,"0"0"-20"0"0,0 0 8 0 0,0 0 0 0 0,0 0-24 0 0,0 0-24 0 0,0 0-60 0 0,0 0-48 0 0,0 0 20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5.9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0 152 0 0,'2'52'1971'0'0,"12"69"0"0"0,16 28-222 0 0,-20-107-1401 0 0,3 25 134 0 0,-6-28-206 0 0,-2-4-157 0 0,-4-12-284 0 0,-1-16-16 0 0,0-3 26 0 0,0 0 44 0 0,0-3-3829 0 0,0-1 2524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6.2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64 380 0 0,'31'-2'1303'0'0,"0"-2"-1"0"0,0 0 1 0 0,39-12 0 0 0,41-6-497 0 0,-76 17-844 0 0,66-6 23 0 0,-61 12-1480 0 0,-13 2-436 0 0,-10 0 289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7.0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45 68 0 0,'0'0'707'0'0,"0"0"-25"0"0,2-9 1214 0 0,4 5-1535 0 0,0 1-1 0 0,1 0 1 0 0,-1 0-1 0 0,1 1 1 0 0,0-1-1 0 0,0 2 1 0 0,0-1 0 0 0,0 1-1 0 0,0 0 1 0 0,12 0-1 0 0,11 0 245 0 0,34 5-1 0 0,147 16-181 0 0,-208-20-556 0 0,0 0-1 0 0,1 0 0 0 0,-1 0 0 0 0,0-1 0 0 0,0 1 0 0 0,0-1 0 0 0,5-2 0 0 0,-7 3 6 0 0,0 0 0 0 0,0-1-1 0 0,0 1 1 0 0,0-1 0 0 0,0 1 0 0 0,0-1 0 0 0,0 1 0 0 0,0-1 0 0 0,0 0 0 0 0,0 1 0 0 0,-1-1 0 0 0,1 0 0 0 0,0 0 0 0 0,0 0 0 0 0,-1 1 0 0 0,1-1-1 0 0,-1 0 1 0 0,1 0 0 0 0,-1 0 0 0 0,1 0 0 0 0,-1 0 0 0 0,1 0 0 0 0,-1 0 0 0 0,0 0 0 0 0,1-2 0 0 0,-2 1-1594 0 0,-4-5 130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7.3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1 508 0 0,'-1'6'383'0'0,"-1"0"0"0"0,1 1 0 0 0,0-1 0 0 0,0 1 0 0 0,1 0 1 0 0,0-1-1 0 0,0 1 0 0 0,0-1 0 0 0,3 12 0 0 0,0 28 634 0 0,-4-30-628 0 0,2 0-1 0 0,0 0 0 0 0,6 31 0 0 0,-3-25-102 0 0,3 35 351 0 0,-6-38-578 0 0,1-1 0 0 0,1 1 0 0 0,1-1 0 0 0,6 19 0 0 0,11 33-4688 0 0,-17-58 2659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8.0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40 408 0 0,'0'0'654'0'0,"0"0"-27"0"0,0 0-17 0 0,5 1-12 0 0,15 2 33 0 0,1-2 0 0 0,0 1-1 0 0,-1-2 1 0 0,22-3 0 0 0,89-15 499 0 0,18-2-344 0 0,-125 18-757 0 0,-17 0-75 0 0,0 1 0 0 0,0 1 0 0 0,0-1 0 0 0,0 1 0 0 0,0 0-1 0 0,0 1 1 0 0,1 0 0 0 0,8 2 0 0 0,-16-3 23 0 0,1 0-1 0 0,-1 0 0 0 0,1 0 0 0 0,-1 1 0 0 0,0-1 1 0 0,1 0-1 0 0,-1 0 0 0 0,1 1 0 0 0,-1-1 0 0 0,0 0 0 0 0,1 0 1 0 0,-1 1-1 0 0,0-1 0 0 0,1 0 0 0 0,-1 1 0 0 0,0-1 1 0 0,0 0-1 0 0,1 1 0 0 0,-1-1 0 0 0,0 0 0 0 0,0 1 1 0 0,0-1-1 0 0,0 1 0 0 0,1-1 0 0 0,-1 1 0 0 0,0-1 1 0 0,0 0-1 0 0,0 1 0 0 0,0-1 0 0 0,0 1 0 0 0,0-1 1 0 0,0 1-1 0 0,-9 15-736 0 0,-17 7-440 0 0,-2-10-1198 0 0,11-6 1024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8.3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 14 8 0 0,'-5'-4'460'0'0,"-9"-6"3161"0"0,14 33-1836 0 0,1-16-2028 0 0,19 157 1694 0 0,-6-58-1828 0 0,-2-12-3389 0 0,-10-71 2111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9.0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36 111 8 0 0,'-25'-22'3310'0'0,"24"21"-2922"0"0,1 1-18 0 0,0 0-26 0 0,0 0-22 0 0,-1 3-18 0 0,1 2-198 0 0,0 1 1 0 0,0 0 0 0 0,1 0-1 0 0,0-1 1 0 0,0 1 0 0 0,0-1-1 0 0,0 1 1 0 0,1-1 0 0 0,0 1-1 0 0,5 8 1 0 0,7 28 271 0 0,-4 5-88 0 0,55 208 1253 0 0,-49-183-1191 0 0,-13-53-369 0 0,-2-17 22 0 0,0-1-241 0 0,-1 0-193 0 0,-2-6 170 0 0,-42-139-2357 0 0,-22-64-172 0 0,61 193 2872 0 0,1 0 0 0 0,0-1-1 0 0,1 1 1 0 0,0-1 0 0 0,2 1 0 0 0,-1-1-1 0 0,2 0 1 0 0,0 0 0 0 0,3-21 0 0 0,7 20 484 0 0,-8 15-472 0 0,1 0 1 0 0,0 0-1 0 0,-1 0 1 0 0,1 0-1 0 0,0 1 1 0 0,0-1-1 0 0,6-1 1 0 0,48-11 923 0 0,-48 12-869 0 0,64-7 97 0 0,146 2-1 0 0,-212 7-379 0 0,-6 0 165 0 0,0 0-158 0 0,0-1 0 0 0,-1 1 1 0 0,1 0-1 0 0,0 0 1 0 0,-1 0-1 0 0,1 0 0 0 0,0 0 1 0 0,0 0-1 0 0,-1 0 1 0 0,1 0-1 0 0,0 0 0 0 0,-1 1 1 0 0,1-1-1 0 0,0 0 1 0 0,-1 0-1 0 0,1 1 0 0 0,0-1 1 0 0,-1 0-1 0 0,1 1 0 0 0,-1-1 1 0 0,1 1-1 0 0,0-1 1 0 0,-1 1-1 0 0,1-1 0 0 0,-1 1 1 0 0,1-1-1 0 0,0 2 1 0 0,-2 4-1394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4:49.3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 0 0,'4'3'2375'0'0,"8"6"-846"0"0,4-5-932 0 0,-1-1 0 0 0,1 0 0 0 0,0 0-1 0 0,0-2 1 0 0,0 0 0 0 0,31-2 0 0 0,-11 0-95 0 0,85-2 34 0 0,7 0-5566 0 0,-101 4 2716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00.9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0 48 0 0,'-3'11'1311'0'0,"3"-4"-758"0"0,0 5 81 0 0,7 38 759 0 0,67 367 2391 0 0,-73-412-3762 0 0,53 441 1882 0 0,-4 117-829 0 0,-46-525-1052 0 0,40 343 371 0 0,-34-290-303 0 0,7 92 65 0 0,27 495 468 0 0,-32-539-498 0 0,10 140 55 0 0,2 38-66 0 0,4 109 60 0 0,-21-141 117 0 0,2 246 20 0 0,-1-413-212 0 0,-6-108-590 0 0,-2-12 73 0 0,-1-27-311 0 0,0-37-869 0 0,6-5-4189 0 0,-3 55 3371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02.7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1 116 0 0,'0'0'523'0'0,"0"0"-21"0"0,0 0-21 0 0,1 17 1491 0 0,5 12-578 0 0,-5-17-1032 0 0,4 19 252 0 0,-2 1-1 0 0,-1-1 0 0 0,-1 1 0 0 0,-7 58 0 0 0,2-42-259 0 0,3 55 0 0 0,11 69 283 0 0,62 292 496 0 0,6-91-531 0 0,-26-140-300 0 0,-2 76 48 0 0,-15-126-246 0 0,13 237 0 0 0,-30-213-43 0 0,2 61 116 0 0,-10 3-14 0 0,11 205-35 0 0,10-155-61 0 0,-25-290-55 0 0,2 0 0 0 0,16 45 1 0 0,8 27-13 0 0,-26-82 19 0 0,2 15 224 0 0,-7-3 400 0 0,0-24-597 0 0,0 0-1 0 0,-1 0 0 0 0,0 0 1 0 0,-3 11-1 0 0,3-10-12 0 0,-1 0 1 0 0,2 0-1 0 0,1 16 0 0 0,0-5 0 0 0,11 140 310 0 0,-11-146-309 0 0,1 0-1 0 0,0 0 1 0 0,1-1 0 0 0,0 1-1 0 0,1-1 1 0 0,1 0 0 0 0,0-1-1 0 0,1 1 1 0 0,9 12-1 0 0,-9-14-25 0 0,0 0 10 0 0,-1 0-1 0 0,0 0 1 0 0,-1 0 0 0 0,-1 1-1 0 0,6 21 1 0 0,-3-5 187 0 0,-7-28-164 0 0,1 38 120 0 0,1 24-121 0 0,-4-32 2 0 0,-3-12-102 0 0,3-12 25 0 0,0 1 1 0 0,0 0 0 0 0,1 0-1 0 0,0 0 1 0 0,0 14 0 0 0,1-22 3 0 0,0 0-29 0 0,0 0-32 0 0,0 0-35 0 0,0 0-47 0 0,0 0-49 0 0,0 0-72 0 0,-2-2-77 0 0,0-7-82 0 0,-1 1 0 0 0,1-1 0 0 0,0 1 1 0 0,1-1-1 0 0,-1-16 0 0 0,-3-26-2501 0 0,-3 15-167 0 0,-3 2 237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04.9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98 260 0 0,'0'0'297'0'0,"0"0"-3"0"0,2 0 2288 0 0,12 4-2444 0 0,7 5 494 0 0,2-1 1 0 0,-1-1-1 0 0,1-1 1 0 0,43 6-1 0 0,-56-11-504 0 0,43 7 302 0 0,103 20 523 0 0,-55-4-455 0 0,122 11 0 0 0,-130-24-350 0 0,117 9 65 0 0,-52-13-164 0 0,164 0 27 0 0,-42-28 11 0 0,-157 10-58 0 0,312-15 57 0 0,75-9-28 0 0,-387 24-47 0 0,254-27 36 0 0,-140 7 1 0 0,391-1 0 0 0,-352 51-6 0 0,44 2 48 0 0,-155-22-20 0 0,275 6 25 0 0,-164-2-63 0 0,68-39 12 0 0,-301 31-37 0 0,48 0 1 0 0,-90 5 5 0 0,21-3 178 0 0,-9 0-148 0 0,-12 2-50 0 0,-1 1-4 0 0,17-19-51 0 0,59-4 125 0 0,-30 10 10 0 0,-33 11-52 0 0,-1-1 0 0 0,1-1 0 0 0,12-5-1 0 0,-24 9-18 0 0,-1 0 2 0 0,8 1-2182 0 0,-20 2-2242 0 0,5-1 4282 0 0,-6 3-2218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06.0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60 0 396 0 0,'0'0'525'0'0,"0"0"-21"0"0,0 0-31 0 0,0 0-3 0 0,0 0-5 0 0,1 3-13 0 0,17 59 987 0 0,-3 0 0 0 0,13 125-1 0 0,-25-165-1236 0 0,21 153 719 0 0,16 154 269 0 0,-20-140-342 0 0,-58-420-1596 0 0,-69-229 1 0 0,84 390 721 0 0,15 48 27 0 0,0-2 0 0 0,1 1-1 0 0,2-1 1 0 0,0 1 0 0 0,-2-36 0 0 0,7 56-1 0 0,0 0 0 0 0,0-1 0 0 0,0 1 0 0 0,0 0 0 0 0,0 0 0 0 0,1-1 0 0 0,-1 1 0 0 0,1 0 0 0 0,0 0 0 0 0,0 0 0 0 0,0 0 0 0 0,1 0 0 0 0,-1 0 0 0 0,1 0 0 0 0,-1 0 0 0 0,1 0 0 0 0,0 1 0 0 0,0-1 0 0 0,0 1 0 0 0,0-1 0 0 0,1 1 0 0 0,-1 0 0 0 0,1 0 0 0 0,-1 0 0 0 0,1 0 0 0 0,0 0 0 0 0,0 1 1 0 0,0-1-1 0 0,0 1 0 0 0,0 0 0 0 0,0 0 0 0 0,0 0 0 0 0,0 0 0 0 0,0 0 0 0 0,0 1 0 0 0,5-1 0 0 0,0 1-17 0 0,1 0 0 0 0,-1 1 0 0 0,0 0 0 0 0,1 0 1 0 0,-1 1-1 0 0,0 0 0 0 0,0 0 0 0 0,0 1 0 0 0,-1 0 0 0 0,1 0 0 0 0,0 1 1 0 0,-1 0-1 0 0,8 6 0 0 0,-8-6-8 0 0,-1 1 0 0 0,0 0 0 0 0,0 1 0 0 0,0-1 0 0 0,0 1 0 0 0,-1 0 0 0 0,0 0 0 0 0,0 1 0 0 0,-1 0 0 0 0,0 0 1 0 0,5 11-1 0 0,-7-13 32 0 0,0 0 0 0 0,-1 1-1 0 0,0-1 1 0 0,-1 0 0 0 0,1 1 0 0 0,-1-1 0 0 0,0 0 0 0 0,0 1 0 0 0,-1-1 0 0 0,1 1 0 0 0,-1-1 0 0 0,0 0 0 0 0,-1 1 0 0 0,1-1 0 0 0,-1 0 0 0 0,0 0 0 0 0,-6 9 0 0 0,1-1 71 0 0,-1 0 0 0 0,0 0 0 0 0,-1-1 0 0 0,-1 0 0 0 0,0-1 1 0 0,0 0-1 0 0,-1-1 0 0 0,-1 0 0 0 0,1 0 0 0 0,-24 13 0 0 0,-1 3-469 0 0,35-26 105 0 0,1 0-86 0 0,0 0-116 0 0,0 0-202 0 0,0 0-694 0 0,0 0-919 0 0,0 0 177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07.2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231 58 376 0 0,'0'-6'294'0'0,"0"3"14"0"0,0-1 0 0 0,0 0 0 0 0,0 0 0 0 0,0 0 0 0 0,-1 0 0 0 0,0 1 1 0 0,0-1-1 0 0,-1-5 0 0 0,1 8-252 0 0,0 0 0 0 0,0 0 0 0 0,0 0 0 0 0,0 0 0 0 0,0 0 0 0 0,0 0 0 0 0,0 0 0 0 0,0 1 1 0 0,0-1-1 0 0,0 1 0 0 0,0-1 0 0 0,-1 0 0 0 0,1 1 0 0 0,0 0 0 0 0,0-1 0 0 0,-1 1 0 0 0,1 0 0 0 0,0 0 0 0 0,0 0 0 0 0,-1-1 0 0 0,1 1 1 0 0,0 0-1 0 0,-1 1 0 0 0,1-1 0 0 0,0 0 0 0 0,0 0 0 0 0,-1 1 0 0 0,1-1 0 0 0,-2 1 0 0 0,-4 2 38 0 0,0-1-1 0 0,0 1 1 0 0,0 0 0 0 0,1 0-1 0 0,-1 1 1 0 0,1 0 0 0 0,0 0-1 0 0,0 1 1 0 0,-7 5 0 0 0,-1 4 89 0 0,0 0 0 0 0,-14 19 1 0 0,20-22-57 0 0,1-1 0 0 0,0 1 0 0 0,0 0 0 0 0,1 0 0 0 0,1 1 0 0 0,0 0 0 0 0,-4 15 0 0 0,7-21-29 0 0,1 1 0 0 0,-1 0 1 0 0,2-1-1 0 0,-1 1 0 0 0,1 0 1 0 0,0 0-1 0 0,0 0 0 0 0,1 0 0 0 0,0-1 1 0 0,0 1-1 0 0,1 0 0 0 0,0-1 0 0 0,0 1 1 0 0,0-1-1 0 0,4 7 0 0 0,-5-10-69 0 0,0-1 1 0 0,1 1-1 0 0,-1-1 0 0 0,1 0 1 0 0,-1 0-1 0 0,1 0 0 0 0,0 0 1 0 0,0 0-1 0 0,-1 0 0 0 0,1 0 1 0 0,1-1-1 0 0,-1 1 0 0 0,0-1 0 0 0,0 1 1 0 0,0-1-1 0 0,1 0 0 0 0,-1 0 1 0 0,1 0-1 0 0,-1 0 0 0 0,1 0 1 0 0,-1-1-1 0 0,1 1 0 0 0,0-1 1 0 0,-1 0-1 0 0,1 0 0 0 0,0 1 0 0 0,-1-2 1 0 0,4 1-1 0 0,-1-1-6 0 0,0 0-1 0 0,0-1 1 0 0,0 0-1 0 0,0 1 1 0 0,0-2-1 0 0,0 1 1 0 0,0-1-1 0 0,-1 1 0 0 0,1-1 1 0 0,-1 0-1 0 0,0-1 1 0 0,0 1-1 0 0,5-6 1 0 0,5-6-32 0 0,0 0-1 0 0,-1-1 1 0 0,-1 0 0 0 0,0-1-1 0 0,-1 0 1 0 0,13-31 0 0 0,-17 33-71 0 0,-5 11 18 0 0,0 0 1 0 0,-1 0 0 0 0,1 0 0 0 0,-1 1 0 0 0,0-2-1 0 0,0 1 1 0 0,0 0 0 0 0,-1 0 0 0 0,1-5 0 0 0,-3 19 19 0 0,0-1 0 0 0,0 1 0 0 0,-1-1 0 0 0,-5 14 0 0 0,-2 5-6 0 0,-2 22 27 0 0,2-1 1 0 0,2 2-1 0 0,2-1 0 0 0,3 1 0 0 0,1 0 1 0 0,3 0-1 0 0,12 80 0 0 0,-12-119 20 0 0,47 264 150 0 0,-36-225-41 0 0,2-1-1 0 0,3-1 1 0 0,30 64 0 0 0,-41-101-89 0 0,8 17 55 0 0,23 35-1 0 0,-31-56-56 0 0,-1 0 1 0 0,1 0-1 0 0,1-1 0 0 0,-1 0 1 0 0,1 0-1 0 0,1-1 1 0 0,-1 0-1 0 0,17 10 1 0 0,-22-14-24 0 0,1-1 1 0 0,-1 0 0 0 0,1 1 0 0 0,-1-1 0 0 0,1-1-1 0 0,-1 1 1 0 0,1 0 0 0 0,-1 0 0 0 0,1-1 0 0 0,0 0 0 0 0,-1 0-1 0 0,1 1 1 0 0,0-1 0 0 0,0-1 0 0 0,-1 1 0 0 0,1 0-1 0 0,0-1 1 0 0,-1 1 0 0 0,1-1 0 0 0,4-2 0 0 0,-4 1-31 0 0,1 0 1 0 0,-1 0-1 0 0,0-1 0 0 0,0 0 1 0 0,0 1-1 0 0,0-1 1 0 0,0 0-1 0 0,-1 0 1 0 0,1-1-1 0 0,-1 1 0 0 0,0-1 1 0 0,3-4-1 0 0,1-6-135 0 0,-1-1 0 0 0,0 1 1 0 0,0-1-1 0 0,-2 0 0 0 0,0 0 0 0 0,1-17 0 0 0,-3 18-32 0 0,0 0 0 0 0,-1 0 0 0 0,-1 1 0 0 0,0-1 1 0 0,-1 0-1 0 0,-1 1 0 0 0,0-1 0 0 0,-1 1 0 0 0,0 0 0 0 0,-1 0 0 0 0,-11-21 0 0 0,13 29 115 0 0,0-1-1 0 0,-1 1 1 0 0,1 0 0 0 0,-1 1 0 0 0,0-1-1 0 0,0 1 1 0 0,-1 0 0 0 0,1 0-1 0 0,-1 0 1 0 0,0 0 0 0 0,0 1-1 0 0,0 0 1 0 0,0 0 0 0 0,-1 0-1 0 0,1 0 1 0 0,-1 1 0 0 0,0 0-1 0 0,0 1 1 0 0,0-1 0 0 0,0 1-1 0 0,0 0 1 0 0,0 0 0 0 0,0 1-1 0 0,0 0 1 0 0,0 0 0 0 0,0 0-1 0 0,0 1 1 0 0,-7 1 0 0 0,-24 10-1701 0 0,27-8 924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08.4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70 108 0 0,'7'-27'1555'0'0,"-6"23"-1235"0"0,0-1 1 0 0,0 1 0 0 0,0-1 0 0 0,1 1-1 0 0,-1 0 1 0 0,1 0 0 0 0,0 0-1 0 0,3-4 1 0 0,-4 7-43 0 0,0 1-182 0 0,0 1-1 0 0,-1-1 1 0 0,1 1-1 0 0,0 0 1 0 0,0-1-1 0 0,0 1 1 0 0,-1 0-1 0 0,1-1 1 0 0,0 1-1 0 0,-1 0 1 0 0,1 0-1 0 0,-1-1 1 0 0,1 1-1 0 0,-1 0 1 0 0,1 0-1 0 0,-1 0 1 0 0,0 0-1 0 0,1 0 1 0 0,-1 0-1 0 0,0 0 1 0 0,0-1-1 0 0,1 1 1 0 0,-1 0-1 0 0,0 0 1 0 0,0 2-1 0 0,3 35-55 0 0,-2-29 195 0 0,35 370 1373 0 0,-14-186-980 0 0,-18-170-587 0 0,29 162 244 0 0,0-31-50 0 0,-29-136-457 0 0,-7-27-47 0 0,-7-31-2 0 0,1-15 55 0 0,-65-547-1573 0 0,69 537 1677 0 0,-1-47-17 0 0,6 101 104 0 0,1 0 0 0 0,0 0-1 0 0,0 0 1 0 0,1 0 0 0 0,1 1 0 0 0,0-1 0 0 0,8-17 0 0 0,-10 26 24 0 0,-1 1 1 0 0,1-1 0 0 0,0 1 0 0 0,0-1 0 0 0,0 1 0 0 0,1 0-1 0 0,-1-1 1 0 0,0 1 0 0 0,0 0 0 0 0,1 0 0 0 0,-1 0-1 0 0,1 0 1 0 0,-1 0 0 0 0,1 0 0 0 0,-1 0 0 0 0,1 1 0 0 0,-1-1-1 0 0,1 0 1 0 0,0 1 0 0 0,1-1 0 0 0,1 0-1 0 0,0 1 1 0 0,0 0-1 0 0,0 0 1 0 0,0 0 0 0 0,0 1-1 0 0,0-1 1 0 0,0 1-1 0 0,6 2 1 0 0,6 3-20 0 0,0 1 1 0 0,-1 0 0 0 0,19 12 0 0 0,-28-15-2 0 0,2 0 7 0 0,0 1 1 0 0,-1 0-1 0 0,0 0 1 0 0,0 1-1 0 0,-1-1 0 0 0,1 2 1 0 0,-1-1-1 0 0,0 1 1 0 0,7 10-1 0 0,-11-13 25 0 0,0-1 1 0 0,-1 1-1 0 0,1 0 0 0 0,-1 0 0 0 0,0-1 0 0 0,0 1 0 0 0,0 0 0 0 0,0 0 0 0 0,-1 0 0 0 0,0 0 0 0 0,0 0 0 0 0,0 0 0 0 0,0 0 0 0 0,0 0 0 0 0,-1 0 0 0 0,0 0 0 0 0,1 0 0 0 0,-2 0 0 0 0,1 0 0 0 0,0-1 1 0 0,-1 1-1 0 0,0 0 0 0 0,-2 3 0 0 0,-3 5 38 0 0,-1-1 1 0 0,0 0-1 0 0,0 0 0 0 0,-1-1 1 0 0,0-1-1 0 0,-1 1 1 0 0,0-1-1 0 0,-1-1 1 0 0,0 0-1 0 0,0-1 1 0 0,-17 9-1 0 0,22-14-81 0 0,0 0 0 0 0,0 0 1 0 0,0-1-1 0 0,0 0 0 0 0,0 0 0 0 0,-6-1 0 0 0,11 1-54 0 0,0-1 0 0 0,0 0-1 0 0,0 0 1 0 0,0 0 0 0 0,1 0-1 0 0,-1 0 1 0 0,0 0 0 0 0,0 0-1 0 0,0 0 1 0 0,0-1 0 0 0,1 1 0 0 0,-1 0-1 0 0,0 0 1 0 0,0-1 0 0 0,1 1-1 0 0,-1 0 1 0 0,0-1 0 0 0,0 1-1 0 0,1-1 1 0 0,-1 1 0 0 0,0-1-1 0 0,1 1 1 0 0,-1-1 0 0 0,1 0 0 0 0,-1 1-1 0 0,1-1 1 0 0,-1 0 0 0 0,1 1-1 0 0,-1-1 1 0 0,1 0 0 0 0,0 0-1 0 0,-1 1 1 0 0,1-1 0 0 0,0 0-1 0 0,0 0 1 0 0,-1 0 0 0 0,1 1 0 0 0,0-1-1 0 0,0 0 1 0 0,0 0 0 0 0,0 0-1 0 0,0 0 1 0 0,0 1 0 0 0,0-1-1 0 0,0 0 1 0 0,1 0 0 0 0,-1 0-1 0 0,0 1 1 0 0,0-1 0 0 0,1 0-1 0 0,-1 0 1 0 0,0 1 0 0 0,1-1 0 0 0,0-1-1 0 0,3-5-1501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12.1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316 3 200 0 0,'0'0'95'0'0,"0"0"0"0"0,-1-1 1 0 0,1 1-1 0 0,0 0 0 0 0,0 0 0 0 0,0 0 1 0 0,0 0-1 0 0,0 0 0 0 0,0 0 0 0 0,0-1 0 0 0,0 1 1 0 0,0 0-1 0 0,0 0 0 0 0,0 0 0 0 0,0 0 0 0 0,-1 0 1 0 0,1 0-1 0 0,0 0 0 0 0,0 0 0 0 0,0 0 1 0 0,0-1-1 0 0,0 1 0 0 0,0 0 0 0 0,-1 0 0 0 0,1 0 1 0 0,0 0-1 0 0,0 0 0 0 0,0 0 0 0 0,0 0 0 0 0,0 0 1 0 0,-1 0-1 0 0,1 0 0 0 0,0 0 0 0 0,0 0 1 0 0,0 0-1 0 0,0 0 0 0 0,0 0 0 0 0,-1 0 0 0 0,1 0 1 0 0,0 0-1 0 0,0 0 0 0 0,0 0 0 0 0,0 0 0 0 0,0 1 1 0 0,0-1-1 0 0,-1 0 0 0 0,1 0 0 0 0,0 0 1 0 0,0 0-1 0 0,0 0 0 0 0,0 0 0 0 0,0 0 0 0 0,0 0 1 0 0,0 1-1 0 0,0-1 0 0 0,-1 0 0 0 0,1 0 0 0 0,0 0 1 0 0,-10 14 1444 0 0,-11 24-2179 0 0,18-33 1182 0 0,-40 67 15 0 0,-3-2 1 0 0,-69 80-1 0 0,62-82-65 0 0,51-66-468 0 0,0 0 0 0 0,0 1 0 0 0,1-1 0 0 0,-1 1 0 0 0,1-1 0 0 0,-1 1 0 0 0,1-1 0 0 0,0 1 0 0 0,0 0 0 0 0,0-1 0 0 0,1 1 0 0 0,-1 0 0 0 0,1 0 0 0 0,-1 4 0 0 0,1-5-17 0 0,1 0-1 0 0,-1-1 1 0 0,1 1 0 0 0,0 0-1 0 0,-1 0 1 0 0,1-1 0 0 0,0 1-1 0 0,0 0 1 0 0,0-1 0 0 0,0 1-1 0 0,0-1 1 0 0,1 1 0 0 0,-1-1-1 0 0,0 1 1 0 0,1-1 0 0 0,-1 0-1 0 0,1 0 1 0 0,-1 0 0 0 0,1 0-1 0 0,-1 0 1 0 0,1 0 0 0 0,0 0-1 0 0,1 0 1 0 0,226 93 74 0 0,-30-10 3 0 0,-196-83-806 0 0,-2-1-220 0 0,-22-10 28 0 0,5 1-2948 0 0,10 7 1769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13.5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0 260 104 0 0,'12'1'3512'0'0,"54"-7"-1930"0"0,-14 4-866 0 0,0 2 1 0 0,77 11-1 0 0,-56-5-363 0 0,19 0 156 0 0,0-4 1 0 0,134-15-1 0 0,-185 10-358 0 0,-39 3-119 0 0,-1 0-27 0 0,-1 0 0 0 0,0 0 0 0 0,1 1 0 0 0,-1-1 0 0 0,1 0-1 0 0,-1 0 1 0 0,0 0 0 0 0,1 1 0 0 0,-1-1 0 0 0,0 0 0 0 0,1 1 0 0 0,-1-1 0 0 0,0 0 0 0 0,1 1 0 0 0,-1-1 0 0 0,0 0 0 0 0,0 1 0 0 0,0-1 0 0 0,1 0 0 0 0,-1 1-1 0 0,0-1 1 0 0,0 1 0 0 0,0-1 0 0 0,1 1 0 0 0,-3 1-3 0 0,-12 3-11 0 0,13-5-16 0 0,-20-5-904 0 0,20-3 729 0 0,1-1 0 0 0,0 1 0 0 0,1-1 0 0 0,0 1 0 0 0,0-1 0 0 0,1 1-1 0 0,0 0 1 0 0,0-1 0 0 0,7-13 0 0 0,-9 21 191 0 0,0 1 14 0 0,-1-9 1097 0 0,-41 25-992 0 0,40-16-127 0 0,2 0-10 0 0,-25-5-142 0 0,18-1 70 0 0,0 0 1 0 0,0-1-1 0 0,1 1 1 0 0,0-1 0 0 0,0 0-1 0 0,1-1 1 0 0,-7-11-1 0 0,-18-22-115 0 0,29 40 220 0 0,-1 0 0 0 0,1-1-1 0 0,0 1 1 0 0,0 0 0 0 0,0 0-1 0 0,-1-1 1 0 0,1 1 0 0 0,1-1-1 0 0,-1 1 1 0 0,0-1 0 0 0,0 1-1 0 0,0-1 1 0 0,1 0 0 0 0,-1 1-1 0 0,1-1 1 0 0,-1 0 0 0 0,1 0 0 0 0,0 1-1 0 0,0-1 1 0 0,0 0 0 0 0,0 1-1 0 0,0-3 1 0 0,1 2 17 0 0,0 1 24 0 0,1 1-1 0 0,-1-1 1 0 0,1 0-1 0 0,-1 0 1 0 0,0 0 0 0 0,1 0-1 0 0,-1 0 1 0 0,0 0-1 0 0,0 0 1 0 0,0-1-1 0 0,0 1 1 0 0,0 0-1 0 0,0-1 1 0 0,2-2-1 0 0,4-5 725 0 0,-6 8-724 0 0,-1 1-9 0 0,0 0-4 0 0,0 0-8 0 0,0 0 2 0 0,0 0-1 0 0,0 0-3 0 0,0 0-3 0 0,0 0 1 0 0,0 0 6 0 0,0 0-4 0 0,0 0 4 0 0,0 0-4 0 0,0 0 8 0 0,0 0 15 0 0,0 0 7 0 0,0 0-2 0 0,0 0-2 0 0,0 0 2 0 0,0 0-8 0 0,0 0 3 0 0,0 0 0 0 0,0 0-5 0 0,0 0-11 0 0,0 0-2 0 0,0 0-11 0 0,0 0-4 0 0,0 0 18 0 0,23 22 122 0 0,121 118 432 0 0,-118-116-476 0 0,1-1 0 0 0,47 31 0 0 0,-39-34 53 0 0,-35-19-162 0 0,0-1 0 0 0,0 0 0 0 0,1 1 0 0 0,-1-1 0 0 0,0 1 1 0 0,0-1-1 0 0,0 0 0 0 0,1 1 0 0 0,-1-1 0 0 0,0 1 0 0 0,0-1 0 0 0,0 1 0 0 0,0-1 0 0 0,0 1 0 0 0,0-1 0 0 0,0 1 1 0 0,0-1-1 0 0,0 0 0 0 0,0 1 0 0 0,0-1 0 0 0,0 1 0 0 0,0-1 0 0 0,-1 1 0 0 0,1-1 0 0 0,0 0 0 0 0,0 1 0 0 0,0-1 1 0 0,-1 1-1 0 0,1-1 0 0 0,0 0 0 0 0,0 1 0 0 0,-1-1 0 0 0,1 0 0 0 0,0 1 0 0 0,-1-1 0 0 0,1 0 0 0 0,0 1 1 0 0,-1-1-1 0 0,0 0 0 0 0,-14 14 27 0 0,-122 85 147 0 0,114-81-97 0 0,1 2 0 0 0,-23 25 0 0 0,-11 10 234 0 0,55-54-319 0 0,-3 2-15 0 0,1 0-1 0 0,-1 1 0 0 0,1-1 0 0 0,0 0 0 0 0,-1 1 0 0 0,2 0 1 0 0,-1 0-1 0 0,0 0 0 0 0,-2 6 0 0 0,5-11-7 0 0,0 1 0 0 0,0 0 1 0 0,0 0-1 0 0,0 0 0 0 0,0 0 0 0 0,0 0 0 0 0,1 0 0 0 0,-1-1 1 0 0,0 1-1 0 0,0 0 0 0 0,0 0 0 0 0,0 0 0 0 0,0 0 1 0 0,0 0-1 0 0,0 0 0 0 0,0 0 0 0 0,1 0 0 0 0,-1-1 0 0 0,0 1 1 0 0,0 0-1 0 0,0 0 0 0 0,0 0 0 0 0,0 0 0 0 0,1 0 0 0 0,-1 0 1 0 0,0 0-1 0 0,0 0 0 0 0,0 0 0 0 0,0 0 0 0 0,0 0 1 0 0,1 0-1 0 0,-1 0 0 0 0,0 0 0 0 0,0 0 0 0 0,0 0 0 0 0,0 0 1 0 0,0 0-1 0 0,1 0 0 0 0,-1 0 0 0 0,0 0 0 0 0,0 1 1 0 0,0-1-1 0 0,0 0 0 0 0,0 0 0 0 0,0 0 0 0 0,1 0 0 0 0,-1 0 1 0 0,0 0-1 0 0,0 0 0 0 0,0 0 0 0 0,0 0 0 0 0,0 1 1 0 0,0-1-1 0 0,0 0 0 0 0,0 0 0 0 0,0 0 0 0 0,0 0 0 0 0,1 0 1 0 0,-1 1-1 0 0,0-1 0 0 0,0 0 0 0 0,0 0 0 0 0,0 0 0 0 0,0 0 1 0 0,0 0-1 0 0,0 1 0 0 0,0-1 0 0 0,8-10-1969 0 0,-8 10 1998 0 0,4-8-2616 0 0,1 3 201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14.6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241 49 304 0 0,'1'-2'120'0'0,"-1"0"0"0"0,0 0 0 0 0,-1 0 0 0 0,1 0 0 0 0,0 0 1 0 0,0 1-1 0 0,-1-1 0 0 0,1 0 0 0 0,-1 0 0 0 0,0 0 0 0 0,1 0 0 0 0,-1 1 0 0 0,0-1 0 0 0,0 0 0 0 0,0 1 0 0 0,0-1 1 0 0,-1 1-1 0 0,1-1 0 0 0,0 1 0 0 0,-1-1 0 0 0,1 1 0 0 0,-1 0 0 0 0,1 0 0 0 0,-1 0 0 0 0,1 0 0 0 0,-1 0 0 0 0,0 0 1 0 0,0 0-1 0 0,1 0 0 0 0,-1 1 0 0 0,-3-1 0 0 0,1 0-32 0 0,0 1 1 0 0,1-1 0 0 0,-1 1-1 0 0,0 0 1 0 0,0 0-1 0 0,1 1 1 0 0,-1-1-1 0 0,0 1 1 0 0,0 0-1 0 0,1 0 1 0 0,-1 0 0 0 0,1 0-1 0 0,-1 1 1 0 0,1 0-1 0 0,-6 3 1 0 0,-4 4 64 0 0,0 1 0 0 0,1 1 1 0 0,0 0-1 0 0,0 1 0 0 0,-9 13 1 0 0,14-17-62 0 0,1 0-1 0 0,0 1 1 0 0,1 0 0 0 0,0 0 0 0 0,0 0-1 0 0,1 1 1 0 0,0-1 0 0 0,1 1 0 0 0,-3 11-1 0 0,5-16-44 0 0,0 1 27 0 0,-1 1 1 0 0,1 0-1 0 0,0-1 0 0 0,0 1 0 0 0,1 0 0 0 0,0 0 0 0 0,0 0 0 0 0,0 0 0 0 0,1 0 0 0 0,0 0 1 0 0,1-1-1 0 0,-1 1 0 0 0,1 0 0 0 0,1-1 0 0 0,3 10 0 0 0,-3-12-20 0 0,0 1-1 0 0,0-1 0 0 0,0 1 1 0 0,0-1-1 0 0,1 0 0 0 0,-1 0 1 0 0,1-1-1 0 0,0 1 1 0 0,0-1-1 0 0,1 0 0 0 0,-1 0 1 0 0,6 3-1 0 0,-7-5-31 0 0,1 0 0 0 0,0 0 0 0 0,-1 0 0 0 0,1 0 0 0 0,0-1 0 0 0,0 1 0 0 0,0-1 0 0 0,-1 0 0 0 0,1 0-1 0 0,0-1 1 0 0,0 1 0 0 0,0-1 0 0 0,-1 0 0 0 0,1 0 0 0 0,0 0 0 0 0,-1 0 0 0 0,7-4 0 0 0,0 0-31 0 0,-1 0 1 0 0,-1-1-1 0 0,1 0 0 0 0,-1-1 0 0 0,0 0 1 0 0,0 0-1 0 0,10-13 0 0 0,44-63-371 0 0,-59 80 366 0 0,13-24-75 0 0,-12 19 48 0 0,1 1-1 0 0,-1-1 0 0 0,1 1 1 0 0,11-11-1 0 0,-15 18 45 0 0,-1 0-15 0 0,0 0-2 0 0,-2 10-1 0 0,1 1-1 0 0,-1-1 1 0 0,-1 0-1 0 0,0 1 1 0 0,-7 15-1 0 0,-1 7-4 0 0,-21 56-27 0 0,-6 22 17 0 0,30-77 32 0 0,1 0 0 0 0,2 0 0 0 0,1 1-1 0 0,2 0 1 0 0,3 59 0 0 0,0-75 62 0 0,2 1 1 0 0,0-1-1 0 0,1 1 1 0 0,1-1-1 0 0,0-1 1 0 0,2 1 0 0 0,0-1-1 0 0,1 0 1 0 0,1 0-1 0 0,1-1 1 0 0,18 24-1 0 0,-25-36-35 0 0,0-1-1 0 0,1 0 0 0 0,0 0 1 0 0,0 0-1 0 0,0-1 1 0 0,1 0-1 0 0,-1 1 0 0 0,1-1 1 0 0,0-1-1 0 0,-1 1 1 0 0,1-1-1 0 0,0 0 0 0 0,1 0 1 0 0,-1 0-1 0 0,8 1 1 0 0,-9-3-21 0 0,1 0 1 0 0,-1 0-1 0 0,1 0 1 0 0,-1 0-1 0 0,1-1 1 0 0,-1 0 0 0 0,0 1-1 0 0,1-2 1 0 0,-1 1-1 0 0,0-1 1 0 0,0 1 0 0 0,0-1-1 0 0,0 0 1 0 0,0 0-1 0 0,0-1 1 0 0,0 1-1 0 0,-1-1 1 0 0,1 0 0 0 0,3-4-1 0 0,4-4-78 0 0,-1-1 1 0 0,0 0-1 0 0,-1-1 0 0 0,0 0 0 0 0,-1 0 1 0 0,-1-1-1 0 0,0 0 0 0 0,7-20 0 0 0,-11 25 8 0 0,0 1-1 0 0,-1 0 0 0 0,1-1 1 0 0,-2 0-1 0 0,1 1 1 0 0,-1-1-1 0 0,-1 0 0 0 0,0 0 1 0 0,0 0-1 0 0,-1 0 1 0 0,1 1-1 0 0,-2-1 0 0 0,0 0 1 0 0,0 1-1 0 0,0-1 1 0 0,-4-8-1 0 0,2 13 29 0 0,1-1 1 0 0,0 0-1 0 0,-1 1 0 0 0,0 0 0 0 0,0 0 1 0 0,0 0-1 0 0,-1 1 0 0 0,1-1 1 0 0,-1 1-1 0 0,0 0 0 0 0,0 0 0 0 0,0 1 1 0 0,0-1-1 0 0,0 1 0 0 0,-1 0 0 0 0,1 1 1 0 0,-1-1-1 0 0,1 1 0 0 0,-1 0 0 0 0,0 0 1 0 0,-9 1-1 0 0,-7-1-33 0 0,0 1-1 0 0,0 1 1 0 0,1 1 0 0 0,-27 6-1 0 0,-26 12-935 0 0,60-17-2465 0 0,13-3 1826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15.6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1 104 76 0 0,'29'-27'2624'0'0,"-28"27"-2419"0"0,22-28 2493 0 0,-22 27-2628 0 0,30-1 512 0 0,104 15 528 0 0,-55-4-693 0 0,220 8 660 0 0,-142-21-649 0 0,271-43 0 0 0,-241 16-378 0 0,-187 31-50 0 0,1 0 9 0 0,-1-1 1 0 0,0 1 0 0 0,0 0 0 0 0,1-1-1 0 0,-1 1 1 0 0,0 0 0 0 0,1 0 0 0 0,-1 0-1 0 0,0 0 1 0 0,1 0 0 0 0,-1 0 0 0 0,0 0-1 0 0,1 0 1 0 0,-1 1 0 0 0,0-1 0 0 0,0 1-1 0 0,1-1 1 0 0,-1 0 0 0 0,0 1 0 0 0,0 0-1 0 0,0-1 1 0 0,2 2 0 0 0,-3-1 15 0 0,0-1 3 0 0,-12 5-51 0 0,10-4-117 0 0,0 0 1 0 0,-1 0-1 0 0,1 0 1 0 0,0 0 0 0 0,0 0-1 0 0,-1 0 1 0 0,1-1 0 0 0,0 1-1 0 0,-5-1 1 0 0,-31-1-4532 0 0,24 4 2445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21.9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88 0 0,'0'0'527'0'0,"0"0"-46"0"0,0 0 4 0 0,0 0 3 0 0,0 0-17 0 0,0 0-17 0 0,5 0 2 0 0,12 4 325 0 0,-1 0 0 0 0,30 10 1 0 0,-30-8-382 0 0,0 0 0 0 0,0-2 0 0 0,1 0 0 0 0,27 3 0 0 0,28-7 45 0 0,0-4 1 0 0,79-13-1 0 0,-79 8-523 0 0,-70 9 50 0 0,27-1-185 0 0,-28 1 187 0 0,-1 0 0 0 0,1 0-1 0 0,0 0 1 0 0,0 0 0 0 0,-1 0-1 0 0,1 0 1 0 0,0 1 0 0 0,-1-1 0 0 0,1 0-1 0 0,0 0 1 0 0,-1 1 0 0 0,1-1-1 0 0,0 0 1 0 0,-1 1 0 0 0,1-1-1 0 0,-1 1 1 0 0,1-1 0 0 0,-1 1 0 0 0,1-1-1 0 0,-1 1 1 0 0,1-1 0 0 0,-1 1-1 0 0,0 0 1 0 0,1-1 0 0 0,-1 1-1 0 0,0 0 1 0 0,1-1 0 0 0,-1 1 0 0 0,0 0-1 0 0,0-1 1 0 0,1 1 0 0 0,-1 0-1 0 0,0-1 1 0 0,0 2 0 0 0,0-1-183 0 0,-33 32-4805 0 0,30-31 3510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22.3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76 0 0,'3'6'4783'0'0,"11"46"-3591"0"0,-9-10-584 0 0,-1 58 1 0 0,-3-63-530 0 0,1 1 0 0 0,8 46 0 0 0,-8-76-720 0 0,-1-1 0 0 0,0 1 1 0 0,0 0-1 0 0,0 0 1 0 0,-1 0-1 0 0,-2 10 0 0 0,0-9-1059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23.2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13 408 0 0,'0'0'470'0'0,"4"0"6"0"0,14 3 189 0 0,164 18 2794 0 0,-156-20-3244 0 0,1-1 0 0 0,0-1 0 0 0,0-2 0 0 0,50-11 0 0 0,37-5 79 0 0,-113 19-302 0 0,-1 0 0 0 0,0 0 0 0 0,1 0 1 0 0,-1-1-1 0 0,0 1 0 0 0,1 0 1 0 0,-1 0-1 0 0,1 0 0 0 0,-1 0 0 0 0,0 0 1 0 0,1 0-1 0 0,-1 0 0 0 0,0 0 0 0 0,1 0 1 0 0,-1 0-1 0 0,1 0 0 0 0,-1 0 1 0 0,0 0-1 0 0,1 1 0 0 0,-1-1 0 0 0,0 0 1 0 0,1 0-1 0 0,-1 0 0 0 0,0 0 1 0 0,1 1-1 0 0,-1-1 0 0 0,0 0 0 0 0,1 0 1 0 0,-1 1-1 0 0,0-1 0 0 0,0 0 0 0 0,1 0 1 0 0,-1 1-1 0 0,-2 13-409 0 0,-16 10-859 0 0,-16 1-1416 0 0,25-16 1453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23.5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 0 0,'0'0'532'0'0,"3"31"1923"0"0,24 121 808 0 0,-19-92-2607 0 0,-3-34-550 0 0,0 36 0 0 0,-4-53-946 0 0,-2 1 0 0 0,0-1 1 0 0,0 0-1 0 0,-3 11 0 0 0,1-8-815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24.7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26 123 324 0 0,'0'0'329'0'0,"-20"-2"3362"0"0,19 4-3623 0 0,0 1 0 0 0,0-1 1 0 0,1 1-1 0 0,-1 0 0 0 0,0-1 1 0 0,1 1-1 0 0,0-1 0 0 0,0 1 1 0 0,-1 0-1 0 0,1-1 0 0 0,1 1 1 0 0,-1 0-1 0 0,0-1 0 0 0,1 4 1 0 0,12 47 618 0 0,-7-29-460 0 0,2 21 365 0 0,-1 1 0 0 0,1 80 0 0 0,-10-112-730 0 0,-2-30-79 0 0,-2-31-242 0 0,-18-317-1327 0 0,27 320 2133 0 0,2 45-250 0 0,-1 0 0 0 0,1 0-1 0 0,-1 0 1 0 0,0 0 0 0 0,0 1 0 0 0,7 3 0 0 0,0 2-10 0 0,0-1 0 0 0,1-1 0 0 0,-1 0 0 0 0,1 0 0 0 0,0-1 0 0 0,0 0 0 0 0,0-1-1 0 0,1-1 1 0 0,22 2 0 0 0,0-2-216 0 0,1-2 0 0 0,43-5-1 0 0,-46 8-885 0 0,-32-3 913 0 0,0 0 0 0 0,0 0 0 0 0,0 1 0 0 0,0-1 0 0 0,0 0 0 0 0,0 1 0 0 0,0-1 0 0 0,-1 1 0 0 0,1-1 0 0 0,0 1 0 0 0,0 0 0 0 0,0-1 0 0 0,0 1 0 0 0,-1 0 0 0 0,1 0 0 0 0,0-1 0 0 0,-1 1 0 0 0,1 0 0 0 0,-1 0 0 0 0,1 0 0 0 0,-1 0 0 0 0,1 0 0 0 0,-1 0 0 0 0,0 0 0 0 0,1 0 0 0 0,-1 0 0 0 0,0 0 0 0 0,1 1 0 0 0,-2 0-1032 0 0,-4 5 88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25.0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6 280 0 0,'0'0'527'0'0,"5"1"-22"0"0,28 1 564 0 0,1-1 0 0 0,45-5 0 0 0,13-1-248 0 0,-82 5-924 0 0,-1 0 1 0 0,1 0-1 0 0,-1 1 1 0 0,1 0-1 0 0,-1 1 0 0 0,16 5 1 0 0,-17 3-2177 0 0,-7-4 960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28.6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6 143 200 0 0,'0'0'400'0'0,"0"0"-5"0"0,0 0-24 0 0,0 0-28 0 0,0 0-10 0 0,0 0-23 0 0,0 0-8 0 0,0 0 11 0 0,0 0 22 0 0,0 0-19 0 0,0 0-4 0 0,3 1-6 0 0,-1 1-247 0 0,1-1 0 0 0,-1 1 1 0 0,0 0-1 0 0,0 0 1 0 0,0-1-1 0 0,0 1 0 0 0,-1 0 1 0 0,1 1-1 0 0,0-1 1 0 0,-1 0-1 0 0,0 0 0 0 0,1 1 1 0 0,-1-1-1 0 0,0 1 0 0 0,0-1 1 0 0,0 1-1 0 0,-1-1 1 0 0,1 1-1 0 0,-1 0 0 0 0,1-1 1 0 0,-1 1-1 0 0,0 0 1 0 0,0 0-1 0 0,0-1 0 0 0,-1 4 1 0 0,0 16 120 0 0,-1-1 1 0 0,-6 27-1 0 0,3-19-35 0 0,-1 11 31 0 0,0-10-16 0 0,2 1 0 0 0,1 0 0 0 0,1-1-1 0 0,2 1 1 0 0,1 0 0 0 0,7 45 0 0 0,-8-74-154 0 0,1-1 1 0 0,-1 1-1 0 0,1-1 1 0 0,0 1-1 0 0,-1-1 1 0 0,1 1 0 0 0,0-1-1 0 0,0 1 1 0 0,0-1-1 0 0,0 0 1 0 0,0 1-1 0 0,0-1 1 0 0,0 0-1 0 0,1 0 1 0 0,-1 0-1 0 0,0 0 1 0 0,0 0 0 0 0,1 0-1 0 0,-1 0 1 0 0,2 0-1 0 0,-2-1-2 0 0,-1 0 0 0 0,1 1-1 0 0,-1-1 1 0 0,1 0 0 0 0,-1 0-1 0 0,1 0 1 0 0,-1 0-1 0 0,1 0 1 0 0,-1 0 0 0 0,1 0-1 0 0,-1 0 1 0 0,1 0 0 0 0,-1 0-1 0 0,1-1 1 0 0,-1 1 0 0 0,1 0-1 0 0,-1 0 1 0 0,1 0 0 0 0,-1-1-1 0 0,1 1 1 0 0,-1 0 0 0 0,1 0-1 0 0,-1-1 1 0 0,1 0 0 0 0,0 1-3 0 0,-1-1 1 0 0,1-1 0 0 0,0 1-1 0 0,-1 0 1 0 0,1 0-1 0 0,-1 0 1 0 0,0 0 0 0 0,1 0-1 0 0,-1 0 1 0 0,0-1-1 0 0,0 1 1 0 0,1 0 0 0 0,-1 0-1 0 0,0 0 1 0 0,-1-2-1 0 0,2-33-319 0 0,-10-65 0 0 0,4 66 138 0 0,-1 5 33 0 0,1 0 0 0 0,2-1 1 0 0,1 1-1 0 0,1-1 0 0 0,4-34 1 0 0,-1 56 196 0 0,1-1 0 0 0,0 1 1 0 0,0-1-1 0 0,1 1 0 0 0,0 0 1 0 0,1 0-1 0 0,8-12 0 0 0,-12 20-10 0 0,-1 0 0 0 0,1-1 0 0 0,-1 1 0 0 0,0 0-1 0 0,0 0 1 0 0,0 0 0 0 0,1 0 0 0 0,-1 0 0 0 0,0 0 0 0 0,0-1-1 0 0,-1 1 1 0 0,1 0 0 0 0,0 0 0 0 0,0 0 0 0 0,0 0-1 0 0,-1 0 1 0 0,1 0 0 0 0,-1 0 0 0 0,1 0 0 0 0,-1 0 0 0 0,1 0-1 0 0,-2-2 1 0 0,-17-17 318 0 0,18 19-338 0 0,1 1-71 0 0,0 0 0 0 0,-1-1 0 0 0,1 1-1 0 0,0-1 1 0 0,-1 1 0 0 0,1-1 0 0 0,0 1 0 0 0,-1-1-1 0 0,1 1 1 0 0,0-1 0 0 0,0 0 0 0 0,0 1-1 0 0,0-1 1 0 0,-1 1 0 0 0,1-1 0 0 0,0 1-1 0 0,0-1 1 0 0,0-1 0 0 0,13-4 136 0 0,0 1 0 0 0,0 0 0 0 0,0 1 0 0 0,0 0 0 0 0,1 1 0 0 0,-1 0 0 0 0,16 0 0 0 0,-14 0-31 0 0,102-20 169 0 0,44-6 175 0 0,-62 19-351 0 0,-130 30-683 0 0,26-17 461 0 0,-46 19-965 0 0,17-10-2550 0 0,23-8 2111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28.9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86 156 0 0,'0'0'443'0'0,"0"0"9"0"0,0 0-16 0 0,4 0-3 0 0,84-11 2002 0 0,104-27 1 0 0,-165 32-2313 0 0,-13 4-336 0 0,0-1 0 0 0,-1-1 0 0 0,1 0 0 0 0,16-8 0 0 0,-25 10-2680 0 0,2-1 1225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0.3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33 256 0 0,'-2'-6'1312'0'0,"2"6"-1236"0"0,0 0 0 0 0,1 0 0 0 0,-1 0-1 0 0,0 0 1 0 0,0 0 0 0 0,0 0 0 0 0,0 0-1 0 0,0 0 1 0 0,0 0 0 0 0,0 0 0 0 0,0 0 0 0 0,0 0-1 0 0,0 0 1 0 0,1 0 0 0 0,-1 0 0 0 0,0 0 0 0 0,0 0-1 0 0,0 0 1 0 0,0 0 0 0 0,0 0 0 0 0,0 0 0 0 0,0 0-1 0 0,0-1 1 0 0,0 1 0 0 0,0 0 0 0 0,0 0 0 0 0,0 0-1 0 0,1 0 1 0 0,-1 0 0 0 0,0 0 0 0 0,0 0-1 0 0,0 0 1 0 0,0 0 0 0 0,0 0 0 0 0,0 0 0 0 0,0 0-1 0 0,0 0 1 0 0,0-1 0 0 0,0 1 0 0 0,0 0 0 0 0,0 0-1 0 0,0 0 1 0 0,0 0 0 0 0,0 0 0 0 0,0 0 0 0 0,0 0-1 0 0,0 0 1 0 0,0 0 0 0 0,0 0 0 0 0,0-1 0 0 0,0 1-1 0 0,0 0 1 0 0,0 0 0 0 0,0 0 0 0 0,0 0-1 0 0,0 0 1 0 0,0 0 0 0 0,0 0 0 0 0,0 0 0 0 0,0 0-1 0 0,-1 0 1 0 0,7 5 113 0 0,0 0-1 0 0,-1 0 1 0 0,2-1 0 0 0,-1 1-1 0 0,0-1 1 0 0,1-1-1 0 0,0 1 1 0 0,0-1 0 0 0,0 0-1 0 0,0-1 1 0 0,0 0-1 0 0,0 0 1 0 0,1 0 0 0 0,7 0-1 0 0,21-3-19 0 0,0-1 0 0 0,0-2 0 0 0,0-1 1 0 0,52-16-1 0 0,-1 2-3 0 0,-52 10-290 0 0,-26 6 58 0 0,0 0 0 0 0,0 1 0 0 0,0 0 1 0 0,0 0-1 0 0,0 1 0 0 0,0 1 0 0 0,0-1 0 0 0,11 2 1 0 0,-20-1 48 0 0,1 0 0 0 0,-1 0 0 0 0,1 0 0 0 0,-1 0 0 0 0,0 0 0 0 0,1 0 0 0 0,-1 0 0 0 0,0 0 0 0 0,1 1 0 0 0,-1-1 1 0 0,0 0-1 0 0,1 0 0 0 0,-1 0 0 0 0,0 1 0 0 0,0-1 0 0 0,1 0 0 0 0,-1 0 0 0 0,0 0 0 0 0,1 1 0 0 0,-1-1 0 0 0,0 0 1 0 0,0 1-1 0 0,0-1 0 0 0,1 0 0 0 0,-1 0 0 0 0,0 1 0 0 0,0-1 0 0 0,0 0 0 0 0,0 1 0 0 0,0-1 0 0 0,0 1 0 0 0,0-1 1 0 0,1 0-1 0 0,-1 1 0 0 0,0-1 0 0 0,-8 14-449 0 0,-20 10-191 0 0,27-23 583 0 0,-13 9-576 0 0,-1-1 1 0 0,0-1-1 0 0,0 0 0 0 0,0-1 1 0 0,-1 0-1 0 0,0-1 1 0 0,-18 3-1 0 0,19-4-695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0.6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16 68 0 0,'-10'-14'2475'0'0,"7"13"1608"0"0,1 19-3843 0 0,2 0 1 0 0,0 0-1 0 0,1 0 0 0 0,1 0 0 0 0,7 34 1 0 0,-3-21-67 0 0,25 228 1056 0 0,-35-230-1692 0 0,0-6-3035 0 0,3-21 1408 0 0,-5 0 161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1.3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25 192 448 0 0,'0'0'671'0'0,"0"0"-23"0"0,3 34 3235 0 0,-1-16-3440 0 0,0 0 0 0 0,1-1 1 0 0,1 1-1 0 0,10 29 0 0 0,6 24 190 0 0,-18-60-556 0 0,0-5-18 0 0,-1 0 1 0 0,0 0-1 0 0,0 1 0 0 0,0-1 0 0 0,-1 1 1 0 0,0-1-1 0 0,0 0 0 0 0,-2 9 0 0 0,2-14-66 0 0,0-1 0 0 0,0 0-1 0 0,0 1 1 0 0,0-1 0 0 0,0 0-1 0 0,0 1 1 0 0,0-1 0 0 0,0 0-1 0 0,-1 1 1 0 0,1-1 0 0 0,0 0-1 0 0,0 1 1 0 0,0-1 0 0 0,0 0-1 0 0,-1 1 1 0 0,1-1 0 0 0,0 0-1 0 0,0 1 1 0 0,0-1 0 0 0,-1 0-1 0 0,1 0 1 0 0,0 0 0 0 0,-1 1-1 0 0,1-1 1 0 0,0 0 0 0 0,-1 0-1 0 0,1 0 1 0 0,0 0 0 0 0,-1 1-1 0 0,1-1 1 0 0,0 0 0 0 0,-1 0-1 0 0,1 0 1 0 0,0 0 0 0 0,-1 0-1 0 0,1 0 1 0 0,0 0-1 0 0,-1 0 1 0 0,0 0 0 0 0,-12-12-256 0 0,-9-24-274 0 0,22 35 480 0 0,-7-14-134 0 0,2 1 0 0 0,0-1 0 0 0,0 0 1 0 0,2 0-1 0 0,0-1 0 0 0,0 1 0 0 0,2-1 0 0 0,0-30 1 0 0,2 1-214 0 0,15-80 0 0 0,-15 116 445 0 0,0 1 0 0 0,1 0 0 0 0,1 0 0 0 0,-1-1 0 0 0,1 2 0 0 0,0-1 0 0 0,1 0 0 0 0,5-8 0 0 0,-7 13 20 0 0,0 0 1 0 0,1 1 0 0 0,-1-1 0 0 0,1 1 0 0 0,0 0 0 0 0,-1 0 0 0 0,1 0 0 0 0,0 0 0 0 0,0 0 0 0 0,0 0 0 0 0,0 1 0 0 0,1 0 0 0 0,-1-1 0 0 0,0 1 0 0 0,1 0 0 0 0,-1 1 0 0 0,1-1 0 0 0,-1 1 0 0 0,1-1-1 0 0,-1 1 1 0 0,1 0 0 0 0,6 1 0 0 0,50 2-231 0 0,92-6 0 0 0,-129 2-756 0 0,-17 2-2725 0 0,-6-1 2344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1.6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64 348 0 0,'8'-1'3265'0'0,"30"-7"-2016"0"0,40-10 216 0 0,-39 7-1309 0 0,0 3 0 0 0,0 1-1 0 0,59-3 1 0 0,-95 10-442 0 0,0 0-1 0 0,0 0 1 0 0,-1 0-1 0 0,1 0 1 0 0,0 1 0 0 0,-1-1-1 0 0,1 1 1 0 0,0 0 0 0 0,-1 0-1 0 0,1 0 1 0 0,-1 0-1 0 0,5 3 1 0 0,-1 1-1529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2.4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87 472 0 0,'0'0'616'0'0,"0"0"-16"0"0,0 0-4 0 0,0 0-1 0 0,0 0-8 0 0,0 0-16 0 0,3-1-25 0 0,14-7 101 0 0,-1 1 0 0 0,1 0 0 0 0,0 1 0 0 0,31-5 0 0 0,76-7 524 0 0,-25 4-672 0 0,-93 13-486 0 0,15-3-76 0 0,0 0-1 0 0,0 1 0 0 0,0 2 1 0 0,1 0-1 0 0,-1 1 0 0 0,33 4 0 0 0,-53-4 39 0 0,-1 0-1 0 0,0 0 1 0 0,1 0-1 0 0,-1 0 0 0 0,0 0 1 0 0,1 0-1 0 0,-1 0 1 0 0,1 0-1 0 0,-1 1 0 0 0,0-1 1 0 0,0 0-1 0 0,1 0 1 0 0,-1 0-1 0 0,0 0 0 0 0,1 1 1 0 0,-1-1-1 0 0,0 0 1 0 0,0 0-1 0 0,1 0 0 0 0,-1 1 1 0 0,0-1-1 0 0,0 0 1 0 0,1 1-1 0 0,-1-1 0 0 0,0 0 1 0 0,0 0-1 0 0,0 1 1 0 0,0-1-1 0 0,1 0 0 0 0,-1 1 1 0 0,0-1-1 0 0,0 0 1 0 0,0 1-1 0 0,0-1 0 0 0,0 0 1 0 0,0 1-1 0 0,0-1 1 0 0,0 1-1 0 0,-10 13-1118 0 0,-15 5-349 0 0,-5-4-1194 0 0,15-8 1150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2.7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0 116 0 0,'0'0'579'0'0,"0"0"-23"0"0,1 3-16 0 0,3 3-219 0 0,-1 1-1 0 0,0-1 1 0 0,-1 1 0 0 0,0 0-1 0 0,0 0 1 0 0,0 0 0 0 0,-1 0-1 0 0,1 11 1 0 0,1 69 817 0 0,-3-45-711 0 0,0 9-116 0 0,-8 63 1 0 0,11-86-4370 0 0,-3-27 2475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3.2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44 111 428 0 0,'-2'14'3936'0'0,"2"37"-3377"0"0,0-38-124 0 0,1 123 751 0 0,8 68-179 0 0,-4-135-637 0 0,3-127-478 0 0,-6-10-383 0 0,-8-93 1 0 0,3 132 406 0 0,-2 0-1 0 0,0 0 1 0 0,-2 0 0 0 0,-1 1-1 0 0,-22-49 1 0 0,30 76 103 0 0,-1 0 0 0 0,1 0 1 0 0,0 0-1 0 0,-1 1 0 0 0,1-1 1 0 0,0 0-1 0 0,0 0 0 0 0,-1 0 1 0 0,1 0-1 0 0,0 0 0 0 0,0 0 0 0 0,0 0 1 0 0,0 0-1 0 0,0 0 0 0 0,0 0 1 0 0,1 1-1 0 0,-1-1 0 0 0,0 0 0 0 0,0 0 1 0 0,1 0-1 0 0,-1 0 0 0 0,0 0 1 0 0,1 0-1 0 0,-1 1 0 0 0,1-1 0 0 0,-1 0 1 0 0,1 0-1 0 0,0 1 0 0 0,-1-1 1 0 0,1 0-1 0 0,0 1 0 0 0,-1-1 0 0 0,1 0 1 0 0,0 1-1 0 0,0-1 0 0 0,-1 1 1 0 0,1 0-1 0 0,0-1 0 0 0,0 1 0 0 0,0-1 1 0 0,0 1-1 0 0,0 0 0 0 0,0 0 1 0 0,1-1-1 0 0,8-1 147 0 0,0 0 0 0 0,1 1 1 0 0,15-1-1 0 0,-6 1 0 0 0,285-45 86 0 0,-305 45-300 0 0,0 1 1 0 0,1 0-1 0 0,-1 0 1 0 0,0 0-1 0 0,1-1 1 0 0,-1 1 0 0 0,1 0-1 0 0,-1 0 1 0 0,0 0-1 0 0,1 0 1 0 0,-1 0-1 0 0,1 0 1 0 0,-1 0-1 0 0,0 0 1 0 0,1 0-1 0 0,-1 0 1 0 0,1 0-1 0 0,-1 0 1 0 0,0 0 0 0 0,1 0-1 0 0,-1 0 1 0 0,0 0-1 0 0,1 0 1 0 0,-1 1-1 0 0,1-1 1 0 0,-1 0-1 0 0,0 0 1 0 0,1 0-1 0 0,-1 1 1 0 0,0-1-1 0 0,1 0 1 0 0,-1 0 0 0 0,0 1-1 0 0,0-1 1 0 0,1 0-1 0 0,-1 1 1 0 0,0-1-1 0 0,0 0 1 0 0,0 1-1 0 0,1-1 1 0 0,-1 0-1 0 0,0 1 1 0 0,0-1-1 0 0,0 0 1 0 0,0 1 0 0 0,0-1-1 0 0,0 1 1 0 0,0-1-1 0 0,0 0 1 0 0,1 1-1 0 0,-2 0 1 0 0,-7 17-2612 0 0,7-17 2436 0 0,-6 10-1424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3.5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49 280 0 0,'0'0'137'0'0,"0"0"1"0"0,0 0-1 0 0,-1 1 0 0 0,1-1 0 0 0,0 0 1 0 0,-1 1-1 0 0,1-1 0 0 0,0 0 1 0 0,0 1-1 0 0,0-1 0 0 0,-1 0 0 0 0,1 1 1 0 0,0-1-1 0 0,0 0 0 0 0,0 1 0 0 0,0-1 1 0 0,0 0-1 0 0,0 1 0 0 0,0-1 1 0 0,0 1-1 0 0,0-1 0 0 0,0 0 0 0 0,0 1 1 0 0,0-1-1 0 0,0 0 0 0 0,0 1 1 0 0,0-1-1 0 0,0 1 0 0 0,12-2-104 0 0,0 0 1 0 0,0-1-1 0 0,0-1 0 0 0,0 0 1 0 0,0-1-1 0 0,21-9 0 0 0,3 0-393 0 0,36-3-1882 0 0,-49 13 1178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5.2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160 29 88 0 0,'-15'-4'779'0'0,"10"2"-566"0"0,1 1-1 0 0,-1-1 1 0 0,1 1 0 0 0,-1 0-1 0 0,0 0 1 0 0,0 1-1 0 0,1-1 1 0 0,-1 1-1 0 0,0 0 1 0 0,0 1 0 0 0,0-1-1 0 0,1 1 1 0 0,-1 0-1 0 0,0 0 1 0 0,1 0 0 0 0,-8 4-1 0 0,7-3 7 0 0,-1 0 1 0 0,1 0-1 0 0,0 1 1 0 0,0 0-1 0 0,1 0 1 0 0,-1 0-1 0 0,0 1 0 0 0,1 0 1 0 0,0-1-1 0 0,-5 7 1 0 0,8-9-7 0 0,24 5 762 0 0,12-6-678 0 0,0-3 0 0 0,0-1-1 0 0,-1-1 1 0 0,38-12 0 0 0,41-5-101 0 0,-81 17-145 0 0,85-9 106 0 0,-100 13-147 0 0,0 0 0 0 0,0 2 1 0 0,0 0-1 0 0,30 6 0 0 0,-46-7-16 0 0,0 0 0 0 0,0 0 0 0 0,-1 0 0 0 0,1 0 0 0 0,0 1 0 0 0,0-1 0 0 0,0 0 0 0 0,-1 0 0 0 0,1 1-1 0 0,0-1 1 0 0,0 0 0 0 0,-1 1 0 0 0,1-1 0 0 0,0 0 0 0 0,-1 1 0 0 0,1-1 0 0 0,-1 1 0 0 0,1-1 0 0 0,0 1 0 0 0,-1 0 0 0 0,1-1-1 0 0,-1 1 1 0 0,1 0 0 0 0,-1-1 0 0 0,0 1 0 0 0,1 0 0 0 0,-1-1 0 0 0,1 2 0 0 0,-2-1-22 0 0,1 1 0 0 0,0-1 1 0 0,-1 0-1 0 0,1 0 0 0 0,-1 0 0 0 0,0 0 1 0 0,1 0-1 0 0,-1 0 0 0 0,0 0 1 0 0,0-1-1 0 0,1 1 0 0 0,-1 0 0 0 0,0 0 1 0 0,0-1-1 0 0,0 1 0 0 0,-2 1 1 0 0,-5 3-231 0 0,-1 0 0 0 0,0-1 0 0 0,-13 6 0 0 0,6-6-272 0 0,1-1 1 0 0,-1 0 0 0 0,0-2 0 0 0,0 1-1 0 0,-17-2 1 0 0,31 0 441 0 0,1 0 0 0 0,-1-1 1 0 0,1 1-1 0 0,-1 0 0 0 0,1-1 0 0 0,-1 1 0 0 0,1-1 0 0 0,-1 1 0 0 0,1-1 0 0 0,0 0 1 0 0,-1 0-1 0 0,1 1 0 0 0,0-1 0 0 0,0 0 0 0 0,-2-2 0 0 0,-6-2 588 0 0,1 20 945 0 0,6-6-1160 0 0,1 1 0 0 0,0-1 0 0 0,0 1 0 0 0,1 0 0 0 0,0-1 0 0 0,2 13 0 0 0,12 64 823 0 0,-6-43-647 0 0,5 59 363 0 0,-6-63-959 0 0,-8-15-5640 0 0,1-19 3419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6.6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2 138 416 0 0,'-2'12'4052'0'0,"5"10"-3747"0"0,41 151 2587 0 0,-39-150-2519 0 0,6-3-35 0 0,-10-18-310 0 0,0-1 0 0 0,0 0 0 0 0,0 1 0 0 0,0-1 0 0 0,0 0 0 0 0,-1 1 0 0 0,1 0-1 0 0,0-1 1 0 0,-1 1 0 0 0,1-1 0 0 0,-1 1 0 0 0,1 2 0 0 0,-1 4 172 0 0,0-8-193 0 0,-6-8-14 0 0,-19-30 77 0 0,24 37-22 0 0,1 1-3 0 0,0 0-13 0 0,0 0 2 0 0,-1 2-2 0 0,-1 11-3 0 0,0-1 0 0 0,1 1 0 0 0,0 0 0 0 0,1-1 1 0 0,0 1-1 0 0,4 19 0 0 0,-2-12-7 0 0,5 42 144 0 0,-7-53-141 0 0,-5 16 68 0 0,5-20-94 0 0,0-4 3 0 0,0 0 1 0 0,0 0-1 0 0,0 0 1 0 0,0 0-1 0 0,0 0 0 0 0,-1 0 1 0 0,1 0-1 0 0,0 0 1 0 0,0 0-1 0 0,0-1 0 0 0,-1 1 1 0 0,1 0-1 0 0,-1 0 1 0 0,1 0-1 0 0,-1 0 1 0 0,1 0-1 0 0,-1-1 0 0 0,1 1 1 0 0,-1 0-1 0 0,0 0 1 0 0,0 0 6 0 0,1-1-4 0 0,0 0-9 0 0,0 0 0 0 0,0 0 5 0 0,0 0-7 0 0,0 0-2 0 0,0 0-1 0 0,0 0-6 0 0,0 0 0 0 0,0 0 2 0 0,0 0-12 0 0,0 0 10 0 0,0 0-1 0 0,1-17-58 0 0,9-26-186 0 0,-3 18 228 0 0,-1 0 1 0 0,-1-1-1 0 0,-1 1 0 0 0,0-29 1 0 0,-6 22-21 0 0,-1 1 0 0 0,-1-1 1 0 0,-2 0-1 0 0,-15-50 0 0 0,15 64 16 0 0,4 14 42 0 0,0-1-1 0 0,0 0 0 0 0,1 1 0 0 0,-1-1 1 0 0,1 0-1 0 0,0 0 0 0 0,1 0 0 0 0,-1 0 1 0 0,1 0-1 0 0,0-1 0 0 0,0 1 0 0 0,0 0 1 0 0,1 0-1 0 0,0 0 0 0 0,0 0 0 0 0,0 0 1 0 0,4-7-1 0 0,4-8 103 0 0,-7 14-53 0 0,1 0 1 0 0,-1 0-1 0 0,1 1 0 0 0,1 0 0 0 0,-1-1 0 0 0,1 1 0 0 0,0 1 0 0 0,8-10 0 0 0,-11 14-33 0 0,1-1 1 0 0,0 0 0 0 0,-1 0-1 0 0,1 0 1 0 0,0 1-1 0 0,0-1 1 0 0,-1 1-1 0 0,1-1 1 0 0,0 1 0 0 0,0 0-1 0 0,0 0 1 0 0,0 0-1 0 0,-1 0 1 0 0,1 0-1 0 0,0 0 1 0 0,0 0 0 0 0,0 1-1 0 0,-1-1 1 0 0,3 1-1 0 0,44 15 356 0 0,-18-5-214 0 0,5-2-242 0 0,1-2 0 0 0,0-2 0 0 0,66 3 0 0 0,-103-7-55 0 0,1 0-1 0 0,0-1 0 0 0,-1 1 1 0 0,1 0-1 0 0,-1 0 1 0 0,1 0-1 0 0,-1 0 0 0 0,1-1 1 0 0,-1 1-1 0 0,0 0 1 0 0,1 0-1 0 0,-1-1 0 0 0,0 1 1 0 0,0-1-1 0 0,1 1 0 0 0,-1-1 1 0 0,0 1-1 0 0,0-1 1 0 0,-1 1-1 0 0,-15 5-4222 0 0,6-3 2550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6.9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1 512 0 0,'0'1'116'0'0,"1"1"1"0"0,-1-1-1 0 0,1 0 1 0 0,0 0-1 0 0,-1 0 1 0 0,1 1-1 0 0,0-1 1 0 0,0 0-1 0 0,0 0 1 0 0,0 0-1 0 0,0 0 0 0 0,0 0 1 0 0,0-1-1 0 0,0 1 1 0 0,0 0-1 0 0,0 0 1 0 0,1-1-1 0 0,-1 1 1 0 0,0-1-1 0 0,0 1 0 0 0,1-1 1 0 0,-1 1-1 0 0,0-1 1 0 0,1 0-1 0 0,1 1 1 0 0,38 5 1310 0 0,-14-5-727 0 0,1-1 1 0 0,-1-1-1 0 0,52-10 0 0 0,-3 8-1481 0 0,-65 7-2659 0 0,-8 1 1441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7.9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 71 32 0 0,'0'0'393'0'0,"0"0"0"0"0,0 0 28 0 0,1 3-21 0 0,9 26 307 0 0,-1 0 0 0 0,-1 0 0 0 0,-1 1-1 0 0,-2 0 1 0 0,-1 0 0 0 0,-1 1 0 0 0,-2 38-1 0 0,-5 9 890 0 0,-7-158-2928 0 0,1 8-199 0 0,-24-96 1 0 0,30 152 1418 0 0,0 3-42 0 0,3 8 233 0 0,-1 0-1 0 0,1-1 0 0 0,0 1 0 0 0,0 0 0 0 0,1-1 0 0 0,0-9 1 0 0,0 14-35 0 0,0-1 0 0 0,1 1 0 0 0,-1 0 1 0 0,1-1-1 0 0,-1 1 0 0 0,1 0 0 0 0,0 0 1 0 0,-1-1-1 0 0,1 1 0 0 0,0 0 1 0 0,0 0-1 0 0,0 0 0 0 0,0 0 0 0 0,0 0 1 0 0,0 0-1 0 0,0 0 0 0 0,0 0 0 0 0,0 0 1 0 0,0 0-1 0 0,1 1 0 0 0,-1-1 0 0 0,0 0 1 0 0,1 1-1 0 0,-1-1 0 0 0,0 1 1 0 0,1 0-1 0 0,-1-1 0 0 0,1 1 0 0 0,-1 0 1 0 0,3 0-1 0 0,51-5 767 0 0,101 5 1 0 0,-68 1-2743 0 0,-86-1 1333 0 0,-2 0-394 0 0,0 2-620 0 0,-2 3 124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8.2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40 0 0,'0'2'206'0'0,"1"0"1"0"0,-1 0-1 0 0,1 0 1 0 0,0 0-1 0 0,0 0 1 0 0,0 0-1 0 0,0-1 1 0 0,0 1-1 0 0,0 0 1 0 0,0 0-1 0 0,1-1 1 0 0,-1 1-1 0 0,1-1 1 0 0,-1 1-1 0 0,1-1 1 0 0,0 0-1 0 0,-1 0 1 0 0,4 2-1 0 0,-1-1-35 0 0,0 0-1 0 0,1-1 1 0 0,-1 1-1 0 0,0-1 1 0 0,1 0-1 0 0,-1-1 1 0 0,0 1-1 0 0,8-1 1 0 0,7-1-179 0 0,-1 0 0 0 0,1-2 0 0 0,24-6 0 0 0,-34 7-4 0 0,-6 1-24 0 0,9-2-688 0 0,0 1 0 0 0,0 0 1 0 0,12 0-1 0 0,-3 3-699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9.0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 20 0 0,'0'0'405'0'0,"0"0"9"0"0,0 0 8 0 0,0 0-7 0 0,0 0-1 0 0,0 0 6 0 0,0 0-4 0 0,0 0 0 0 0,0 0-17 0 0,0 0-30 0 0,0 0-5 0 0,0 0-6 0 0,0 0-2 0 0,0 0-5 0 0,0 0-10 0 0,16 16 933 0 0,13-13-926 0 0,1-1 1 0 0,0-1-1 0 0,0-1 1 0 0,0-2-1 0 0,0-1 0 0 0,37-9 1 0 0,70-5 69 0 0,-93 20-593 0 0,-44-3 162 0 0,0 0-1 0 0,1 1 0 0 0,-1-1 1 0 0,0 0-1 0 0,1 0 1 0 0,-1 0-1 0 0,0 0 1 0 0,0 1-1 0 0,1-1 0 0 0,-1 0 1 0 0,0 0-1 0 0,0 0 1 0 0,1 1-1 0 0,-1-1 0 0 0,0 0 1 0 0,0 0-1 0 0,0 1 1 0 0,0-1-1 0 0,1 0 0 0 0,-1 1 1 0 0,0-1-1 0 0,0 0 1 0 0,0 1-1 0 0,0-1 1 0 0,0 0-1 0 0,0 0 0 0 0,0 1 1 0 0,0-1-1 0 0,0 0 1 0 0,0 1-1 0 0,0-1 0 0 0,0 0 1 0 0,0 1-1 0 0,0-1 1 0 0,0 0-1 0 0,0 1 0 0 0,0-1 1 0 0,0 0-1 0 0,0 1 1 0 0,-1-1-1 0 0,1 0 1 0 0,0 0-1 0 0,0 1 0 0 0,0-1 1 0 0,-1 0-1 0 0,1 0 1 0 0,0 1-1 0 0,0-1 0 0 0,0 0 1 0 0,-1 0-1 0 0,1 0 1 0 0,0 1-1 0 0,-1-1 0 0 0,1 0 1 0 0,-14 17-671 0 0,2-10-216 0 0,0-1 0 0 0,0-1 0 0 0,-1 0 0 0 0,1 0 0 0 0,-24 4 0 0 0,24-6-793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1T06:06:39.3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0 332 0 0,'0'0'599'0'0,"0"0"-7"0"0,0 0-23 0 0,0 0-8 0 0,3 27 1424 0 0,-3 1-1286 0 0,1-1-1 0 0,1 1 1 0 0,1 0 0 0 0,10 37 0 0 0,4 33 208 0 0,-10-15-620 0 0,-10-28-6037 0 0,3-51 3738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29.0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59 311 380 0 0,'-7'-40'1383'0'0,"2"0"-1"0"0,1 0 1 0 0,3-72 0 0 0,2 66-482 0 0,0 18-63 0 0,-1 23-108 0 0,-2 19-507 0 0,-37 399 933 0 0,36-327-1016 0 0,5 0 0 0 0,21 154 1 0 0,-22-237-139 0 0,5 37 56 0 0,21 64 0 0 0,-25-94-40 0 0,2-1 0 0 0,0 0 0 0 0,0 1 0 0 0,0-2 1 0 0,1 1-1 0 0,0 0 0 0 0,1-1 0 0 0,0 0 0 0 0,0 0 0 0 0,1-1 0 0 0,0 0 0 0 0,12 9 0 0 0,-18-14-14 0 0,1-1 1 0 0,0 0-1 0 0,-1 0 1 0 0,1-1-1 0 0,0 1 1 0 0,0 0-1 0 0,0 0 1 0 0,0-1-1 0 0,0 1 1 0 0,0-1-1 0 0,-1 0 1 0 0,1 0-1 0 0,0 0 0 0 0,0 0 1 0 0,0 0-1 0 0,0 0 1 0 0,0 0-1 0 0,0 0 1 0 0,4-2-1 0 0,-3 1 0 0 0,1-1 1 0 0,-1 1-1 0 0,1-1 0 0 0,-1 0 0 0 0,0-1 0 0 0,1 1 1 0 0,-1-1-1 0 0,0 1 0 0 0,3-5 0 0 0,4-5-21 0 0,0-1 0 0 0,-1-1-1 0 0,13-23 1 0 0,3-13-322 0 0,-2-1 0 0 0,-3-1 1 0 0,20-77-1 0 0,-21 49-721 0 0,14-137-1 0 0,-28 97 508 0 0,-5 76 396 0 0,8-65 1 0 0,-6 107 343 0 0,0 10-55 0 0,5 29 12 0 0,4 48-23 0 0,13 171 182 0 0,41 283 866 0 0,-62-518-1139 0 0,-2-13-128 0 0,0-1 0 0 0,0 1 0 0 0,1 0 0 0 0,0-1-1 0 0,0 1 1 0 0,6 13 0 0 0,-5-19-572 0 0,-1-4-2753 0 0,1-6 1420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29.6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34 164 0 0,'0'0'279'0'0,"0"0"1"0"0,0 0-1 0 0,0 0 0 0 0,0 0 1 0 0,0 0-1 0 0,0 0 0 0 0,0 0 1 0 0,0 0-1 0 0,0 0 0 0 0,0 0 1 0 0,1 0-1 0 0,-1 0 0 0 0,0 0 1 0 0,0 0-1 0 0,0 0 0 0 0,0 0 1 0 0,3 19 921 0 0,2 25-764 0 0,1 23 575 0 0,-1-25-46 0 0,-2 0-1 0 0,-2 1 0 0 0,-5 57 0 0 0,1-86-674 0 0,-1 8 287 0 0,4-19-312 0 0,4-13-73 0 0,7-38-297 0 0,-5 10-126 0 0,3 5 37 0 0,35-110-1073 0 0,-38 126 1028 0 0,1 1 0 0 0,1 0 0 0 0,0 0-1 0 0,2 1 1 0 0,-1 0 0 0 0,15-17 0 0 0,-22 30 190 0 0,0-1 1 0 0,0 1-1 0 0,1 0 0 0 0,-1-1 1 0 0,0 1-1 0 0,1 0 0 0 0,0 0 1 0 0,-1 1-1 0 0,1-1 0 0 0,0 0 1 0 0,0 1-1 0 0,0 0 0 0 0,0 0 0 0 0,0 0 1 0 0,0 0-1 0 0,0 0 0 0 0,0 0 1 0 0,7 1-1 0 0,-7 0 11 0 0,0 1 0 0 0,1-1 1 0 0,-1 1-1 0 0,0 0 0 0 0,0 0 0 0 0,0 1 0 0 0,0-1 1 0 0,0 1-1 0 0,0-1 0 0 0,-1 1 0 0 0,1 0 0 0 0,0 0 1 0 0,-1 0-1 0 0,0 0 0 0 0,4 4 0 0 0,4 7 1 0 0,-1-1 0 0 0,-1 1 0 0 0,1 1 0 0 0,-2 0-1 0 0,0 0 1 0 0,6 19 0 0 0,-1 0 134 0 0,-2 1 0 0 0,11 62 0 0 0,-18-76 70 0 0,-1 1-1 0 0,-1 0 1 0 0,0-1-1 0 0,-2 1 1 0 0,0 0-1 0 0,-5 23 1 0 0,6-44-190 0 0,0 1-1 0 0,0-1 1 0 0,0 0 0 0 0,0 1-1 0 0,0-1 1 0 0,0 0 0 0 0,0 1-1 0 0,0-1 1 0 0,0 0 0 0 0,0 1 0 0 0,0-1-1 0 0,0 0 1 0 0,-1 1 0 0 0,1-1-1 0 0,0 0 1 0 0,0 0 0 0 0,0 1-1 0 0,0-1 1 0 0,-1 0 0 0 0,1 1 0 0 0,0-1-1 0 0,0 0 1 0 0,0 0 0 0 0,-1 1-1 0 0,1-1 1 0 0,0 0 0 0 0,0 0-1 0 0,-1 0 1 0 0,1 1 0 0 0,0-1 0 0 0,-1 0-1 0 0,1 0 1 0 0,0 0 0 0 0,-1 0-1 0 0,1 0 1 0 0,0 1 0 0 0,-1-1-1 0 0,-7-12-796 0 0,-2-24-2793 0 0,8 18 1512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0.1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207 16 420 0 0,'-12'-13'3098'0'0,"8"12"-2964"0"0,-1 0 0 0 0,1 1 0 0 0,-1 0 0 0 0,1 0 0 0 0,-1 0 0 0 0,1 1 0 0 0,0-1 0 0 0,-1 1 0 0 0,1 0 0 0 0,0 0-1 0 0,-1 1 1 0 0,1-1 0 0 0,0 1 0 0 0,0 0 0 0 0,0 0 0 0 0,0 0 0 0 0,1 0 0 0 0,-7 5 0 0 0,-2 3 66 0 0,0 0 1 0 0,1 0-1 0 0,-20 24 1 0 0,27-29-159 0 0,0 1 0 0 0,0-1 1 0 0,0 0-1 0 0,1 1 0 0 0,0 0 1 0 0,0 0-1 0 0,1 0 0 0 0,-1 0 1 0 0,1 0-1 0 0,0 1 0 0 0,1-1 1 0 0,0 1-1 0 0,0-1 1 0 0,0 1-1 0 0,1-1 0 0 0,0 1 1 0 0,0 0-1 0 0,2 7 0 0 0,-1-9-24 0 0,1 1 0 0 0,-1-1 0 0 0,2 1 0 0 0,-1-1 0 0 0,0 0 0 0 0,1 0 0 0 0,0 0 0 0 0,0-1 0 0 0,1 1 0 0 0,-1-1 0 0 0,1 1 0 0 0,0-1 0 0 0,0 0 0 0 0,0 0 0 0 0,1-1 0 0 0,-1 0 0 0 0,1 1 0 0 0,0-1 0 0 0,0-1 0 0 0,0 1 0 0 0,8 2 0 0 0,1 1 22 0 0,2 0-32 0 0,0 0 0 0 0,0 2 1 0 0,-1 0-1 0 0,19 13 0 0 0,-30-19-14 0 0,-1 1-1 0 0,0 0 1 0 0,0 0-1 0 0,0 0 1 0 0,0 0-1 0 0,0 0 1 0 0,0 1-1 0 0,-1-1 1 0 0,0 1-1 0 0,0 0 1 0 0,0-1 0 0 0,0 1-1 0 0,0 0 1 0 0,-1 0-1 0 0,0 0 1 0 0,0 1-1 0 0,0-1 1 0 0,0 0-1 0 0,0 0 1 0 0,-1 1-1 0 0,0-1 1 0 0,-1 8-1 0 0,0-3 19 0 0,-1 1 1 0 0,0-1-1 0 0,-1 1 0 0 0,0-1 0 0 0,-1 0 0 0 0,0 0 0 0 0,0 0 0 0 0,-1-1 0 0 0,0 0 0 0 0,-1 0 0 0 0,-6 8 1 0 0,8-10-5 0 0,-1-1 1 0 0,1 0 0 0 0,-1-1 0 0 0,0 1-1 0 0,0-1 1 0 0,-1 0 0 0 0,1 0 0 0 0,-1-1-1 0 0,0 1 1 0 0,0-1 0 0 0,0 0 0 0 0,0-1-1 0 0,-1 0 1 0 0,1 0 0 0 0,-1 0 0 0 0,1-1-1 0 0,-8 1 1 0 0,12-2-56 0 0,-1 0-1 0 0,0 0 1 0 0,0-1-1 0 0,0 1 1 0 0,0-1 0 0 0,0 0-1 0 0,1 0 1 0 0,-1 0-1 0 0,0 0 1 0 0,1 0-1 0 0,-1-1 1 0 0,0 1 0 0 0,1-1-1 0 0,0 0 1 0 0,-1 1-1 0 0,1-1 1 0 0,-3-3-1 0 0,1 0-456 0 0,1 1-1 0 0,-1-1 0 0 0,1 0 0 0 0,0 0 0 0 0,0 0 0 0 0,0 0 0 0 0,-3-10 1 0 0,1-2-1416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0.8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1 292 0 0,'17'14'3099'0'0,"-5"57"-1531"0"0,-4 0 1 0 0,0 123-1 0 0,-5-61-878 0 0,-1-108-528 0 0,1-31-290 0 0,3-43-524 0 0,-5 35 433 0 0,6-127-4376 0 0,-7 107 2709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1.1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0 540 0 0,'0'0'532'0'0,"4"5"-76"0"0,-3-3-64 0 0,-1-2-48 0 0,8 1-184 0 0,-8-1-232 0 0,9-1-320 0 0,-2 1-428 0 0,0-3 192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1.5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281 4 188 0 0,'-4'-1'675'0'0,"0"0"-517"0"0,0 0-1 0 0,0 1 0 0 0,-1-1 0 0 0,1 1 0 0 0,0 1 1 0 0,-1-1-1 0 0,1 0 0 0 0,0 1 0 0 0,-1 0 1 0 0,1 0-1 0 0,0 0 0 0 0,0 1 0 0 0,0-1 0 0 0,0 1 1 0 0,0 0-1 0 0,0 0 0 0 0,1 0 0 0 0,-1 1 0 0 0,1-1 1 0 0,-1 1-1 0 0,1 0 0 0 0,-3 3 0 0 0,-10 9 40 0 0,2 0 1 0 0,0 1-1 0 0,-16 22 0 0 0,12-12 0 0 0,2 1 1 0 0,-26 53-1 0 0,36-66-37 0 0,0 1 0 0 0,1-1 0 0 0,1 1 0 0 0,1 0 1 0 0,0 0-1 0 0,0 0 0 0 0,0 31 0 0 0,3-43-115 0 0,1 0 1 0 0,-1 1-1 0 0,0-1 0 0 0,1 1 1 0 0,0-1-1 0 0,0 0 1 0 0,0 0-1 0 0,0 0 1 0 0,0 1-1 0 0,1-1 1 0 0,-1 0-1 0 0,1 0 0 0 0,0-1 1 0 0,0 1-1 0 0,0 0 1 0 0,0-1-1 0 0,1 1 1 0 0,-1-1-1 0 0,0 1 1 0 0,1-1-1 0 0,0 0 0 0 0,0 0 1 0 0,-1-1-1 0 0,1 1 1 0 0,0 0-1 0 0,1-1 1 0 0,-1 0-1 0 0,0 0 1 0 0,4 1-1 0 0,-1 0-14 0 0,-1-1-1 0 0,1-1 1 0 0,0 1-1 0 0,0-1 1 0 0,0 0-1 0 0,0 0 1 0 0,0-1-1 0 0,-1 0 1 0 0,1 0 0 0 0,0 0-1 0 0,0-1 1 0 0,-1 0-1 0 0,1 0 1 0 0,-1 0-1 0 0,0 0 1 0 0,8-6-1 0 0,-1 1-39 0 0,-1-1-1 0 0,1-1 0 0 0,-2 0 0 0 0,1-1 0 0 0,-1 0 0 0 0,-1 0 0 0 0,1-1 0 0 0,12-20 0 0 0,-17 22-30 0 0,-1 0 1 0 0,0 0-1 0 0,0 0 0 0 0,-1 0 0 0 0,-1-1 0 0 0,1 1 1 0 0,-1-1-1 0 0,-1 1 0 0 0,0-1 0 0 0,0 0 0 0 0,-1 0 0 0 0,0 0 1 0 0,-3-16-1 0 0,0 13-9 0 0,0 0 0 0 0,-1 0 1 0 0,0 1-1 0 0,-1 0 0 0 0,-1 0 0 0 0,0 0 1 0 0,-1 0-1 0 0,0 1 0 0 0,0 0 1 0 0,-1 1-1 0 0,-14-15 0 0 0,21 24 50 0 0,1 0 0 0 0,-1 1 0 0 0,1-1 0 0 0,-1 0 0 0 0,0 0 1 0 0,0 0-1 0 0,1 0 0 0 0,-1 1 0 0 0,0-1 0 0 0,0 0 0 0 0,0 1 0 0 0,0-1 0 0 0,0 1 0 0 0,0-1 0 0 0,0 1 0 0 0,0-1 0 0 0,0 1 0 0 0,0 0 1 0 0,0-1-1 0 0,0 1 0 0 0,-2 0 0 0 0,2 1 1 0 0,1-1 0 0 0,-1 1 0 0 0,1-1 0 0 0,-1 1 1 0 0,1 0-1 0 0,-1-1 0 0 0,1 1 0 0 0,0 0 0 0 0,-1 0 1 0 0,1-1-1 0 0,0 1 0 0 0,0 0 0 0 0,0 0 0 0 0,-1-1 0 0 0,1 1 1 0 0,0 0-1 0 0,0 0 0 0 0,0 0 0 0 0,0-1 0 0 0,0 1 1 0 0,1 1-1 0 0,8 53 60 0 0,43 114-7 0 0,3 13-77 0 0,-52-169 16 0 0,75 354-546 0 0,-70-314 464 0 0,-3 1 0 0 0,-2 0 0 0 0,-2 0 0 0 0,-12 105 0 0 0,7-139 126 0 0,0-1 1 0 0,-1 1-1 0 0,-1-1 1 0 0,-1-1-1 0 0,-13 28 0 0 0,17-39-14 0 0,-1-1-1 0 0,1 0 1 0 0,-1-1-1 0 0,0 1 0 0 0,0-1 1 0 0,0 1-1 0 0,-1-1 0 0 0,0 0 1 0 0,0-1-1 0 0,0 1 0 0 0,-1-1 1 0 0,1 0-1 0 0,-1-1 1 0 0,0 1-1 0 0,0-1 0 0 0,-1 0 1 0 0,1-1-1 0 0,0 1 0 0 0,-8 1 1 0 0,8-4-29 0 0,1 0 1 0 0,0 1-1 0 0,0-2 0 0 0,0 1 1 0 0,0-1-1 0 0,0 1 0 0 0,0-2 1 0 0,0 1-1 0 0,0 0 1 0 0,0-1-1 0 0,0 0 0 0 0,0 0 1 0 0,1 0-1 0 0,-1-1 1 0 0,1 0-1 0 0,0 0 0 0 0,0 0 1 0 0,0 0-1 0 0,0 0 1 0 0,0-1-1 0 0,1 0 0 0 0,-1 0 1 0 0,1 0-1 0 0,0 0 1 0 0,-4-8-1 0 0,-5-8-190 0 0,2 0 0 0 0,0 0 0 0 0,2-1 0 0 0,-10-32 0 0 0,7 17-993 0 0,2-1 0 0 0,-6-48 0 0 0,10 33-500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2.0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10 492 0 0,'1'-1'136'0'0,"-1"0"0"0"0,1 1-1 0 0,0-1 1 0 0,-1 0 0 0 0,1 1-1 0 0,0-1 1 0 0,0 0 0 0 0,-1 1 0 0 0,1-1-1 0 0,0 1 1 0 0,0-1 0 0 0,0 1 0 0 0,0 0-1 0 0,0-1 1 0 0,0 1 0 0 0,-1 0 0 0 0,1 0-1 0 0,0 0 1 0 0,0-1 0 0 0,0 1-1 0 0,0 0 1 0 0,0 0 0 0 0,0 0 0 0 0,2 1-1 0 0,-2 0-68 0 0,0 0 0 0 0,0 0 0 0 0,0 0-1 0 0,0 1 1 0 0,0-1 0 0 0,0 0 0 0 0,0 1 0 0 0,-1-1-1 0 0,1 0 1 0 0,0 1 0 0 0,-1-1 0 0 0,0 1-1 0 0,1 0 1 0 0,-1-1 0 0 0,0 1 0 0 0,1 1-1 0 0,20 127 1739 0 0,6 191-1 0 0,-30-279-487 0 0,-13-102-1021 0 0,13 30-511 0 0,2 0 0 0 0,0-1 0 0 0,2 1 0 0 0,2 0 0 0 0,0-1-1 0 0,2 1 1 0 0,2 1 0 0 0,12-37 0 0 0,-18 61 166 0 0,1 1 1 0 0,0 0-1 0 0,0 0 1 0 0,0 0-1 0 0,0 0 0 0 0,1 1 1 0 0,-1-1-1 0 0,1 1 0 0 0,0-1 1 0 0,0 1-1 0 0,0 0 0 0 0,7-5 1 0 0,-8 7 35 0 0,0 0 1 0 0,0 0 0 0 0,0 0-1 0 0,1 0 1 0 0,-1 0 0 0 0,0 1-1 0 0,0-1 1 0 0,1 1 0 0 0,-1 0 0 0 0,0-1-1 0 0,0 1 1 0 0,1 0 0 0 0,-1 0-1 0 0,0 1 1 0 0,1-1 0 0 0,-1 0-1 0 0,0 1 1 0 0,0 0 0 0 0,1-1-1 0 0,-1 1 1 0 0,0 0 0 0 0,0 0-1 0 0,0 0 1 0 0,0 0 0 0 0,3 2-1 0 0,5 5 52 0 0,0 0 0 0 0,-1 1 0 0 0,0-1 0 0 0,-1 2 0 0 0,1-1 0 0 0,-2 1 0 0 0,1 1 0 0 0,-2-1 0 0 0,1 1 0 0 0,-1 0 1 0 0,-1 0-1 0 0,5 17 0 0 0,0 0 144 0 0,-2 0 1 0 0,-1 1 0 0 0,-1 0 0 0 0,2 33-1 0 0,0-16-1223 0 0,9-64-3455 0 0,-11 11 2667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2.4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0 284 56 0 0,'9'-2'216'0'0,"-1"-1"-1"0"0,0 0 1 0 0,0 0-1 0 0,0 0 1 0 0,0-1-1 0 0,-1-1 1 0 0,1 1-1 0 0,-1-1 1 0 0,0 0 0 0 0,-1-1-1 0 0,1 0 1 0 0,-1 0-1 0 0,0 0 1 0 0,9-13-1 0 0,-8 9-145 0 0,0 0 0 0 0,-1-1 0 0 0,0 0 0 0 0,0 0 1 0 0,-1 0-1 0 0,0-1 0 0 0,-1 0 0 0 0,-1 0 0 0 0,4-20 0 0 0,-6 28-47 0 0,-1 0 1 0 0,0 0 0 0 0,0 0-1 0 0,0 0 1 0 0,0 0 0 0 0,-1 1-1 0 0,1-1 1 0 0,-1 0-1 0 0,0 0 1 0 0,0 0 0 0 0,0 1-1 0 0,-1-1 1 0 0,-3-6 0 0 0,5 9 1 0 0,-1 0 0 0 0,0 1 0 0 0,0-1 1 0 0,0 0-1 0 0,1 0 0 0 0,-1 0 1 0 0,0 0-1 0 0,0 1 0 0 0,0-1 0 0 0,0 0 1 0 0,0 1-1 0 0,-1-1 0 0 0,1 1 1 0 0,0-1-1 0 0,0 1 0 0 0,0 0 1 0 0,0 0-1 0 0,-2-1 0 0 0,0 1 24 0 0,1 0 0 0 0,0 1-1 0 0,0-1 1 0 0,0 0 0 0 0,0 1 0 0 0,0-1-1 0 0,0 1 1 0 0,0 0 0 0 0,0 0 0 0 0,0 0 0 0 0,0 0-1 0 0,0 0 1 0 0,-3 2 0 0 0,-3 4 106 0 0,0 1 1 0 0,0-1 0 0 0,1 1-1 0 0,-1 0 1 0 0,2 1-1 0 0,-1 0 1 0 0,2 0 0 0 0,-1 0-1 0 0,1 1 1 0 0,0-1-1 0 0,1 1 1 0 0,0 0 0 0 0,-4 21-1 0 0,3-9 143 0 0,1 0 0 0 0,1 1 0 0 0,0 0 0 0 0,2-1 0 0 0,3 40 0 0 0,-1-53-190 0 0,0 0 1 0 0,1 0-1 0 0,0-1 1 0 0,0 1-1 0 0,1 0 1 0 0,0-1-1 0 0,0 0 1 0 0,1 0-1 0 0,9 15 1 0 0,-11-20-125 0 0,0-1 1 0 0,0 0 0 0 0,0 1 0 0 0,0-1 0 0 0,0 0 0 0 0,1 0-1 0 0,-1 0 1 0 0,0-1 0 0 0,1 1 0 0 0,0-1 0 0 0,-1 1 0 0 0,1-1-1 0 0,0 0 1 0 0,0 0 0 0 0,0 0 0 0 0,-1 0 0 0 0,1-1 0 0 0,0 1-1 0 0,0-1 1 0 0,0 0 0 0 0,0 0 0 0 0,0 0 0 0 0,0 0 0 0 0,0 0-1 0 0,0 0 1 0 0,0-1 0 0 0,0 0 0 0 0,0 0 0 0 0,0 1 0 0 0,0-2-1 0 0,0 1 1 0 0,-1 0 0 0 0,4-2 0 0 0,27-15-2955 0 0,60-43-1 0 0,-67 42 677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2.8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302 542 640 0 0,'-4'-4'219'0'0,"1"0"-1"0"0,-1 0 1 0 0,0 0-1 0 0,0 1 1 0 0,0 0-1 0 0,0-1 1 0 0,-1 1-1 0 0,1 1 1 0 0,-1-1 0 0 0,0 1-1 0 0,0-1 1 0 0,0 1-1 0 0,0 1 1 0 0,0-1-1 0 0,0 1 1 0 0,0 0-1 0 0,-1 0 1 0 0,1 0 0 0 0,0 1-1 0 0,-1 0 1 0 0,1 0-1 0 0,0 0 1 0 0,-1 1-1 0 0,-5 1 1 0 0,4 0-153 0 0,0 0 1 0 0,0 1-1 0 0,1 0 0 0 0,-1 0 1 0 0,1 0-1 0 0,-1 1 0 0 0,1 0 1 0 0,0 0-1 0 0,1 0 1 0 0,-1 1-1 0 0,1 0 0 0 0,0 0 1 0 0,0 1-1 0 0,0-1 1 0 0,1 1-1 0 0,0 0 0 0 0,-5 9 1 0 0,-3 9 259 0 0,0 0 0 0 0,2 1 0 0 0,-14 50 0 0 0,21-61-171 0 0,0 0 0 0 0,1 0 0 0 0,0-1 0 0 0,1 1 0 0 0,1 0 0 0 0,0 0 0 0 0,1 0 0 0 0,0 0 1 0 0,5 20-1 0 0,-4-30-104 0 0,-1 0 1 0 0,0 1-1 0 0,1-1 0 0 0,0 0 1 0 0,0 0-1 0 0,0 0 1 0 0,1-1-1 0 0,-1 1 1 0 0,1-1-1 0 0,0 1 1 0 0,0-1-1 0 0,0 0 1 0 0,6 5-1 0 0,-7-7-31 0 0,0 0-1 0 0,0 0 0 0 0,0 0 1 0 0,0 0-1 0 0,0 0 1 0 0,1 0-1 0 0,-1-1 0 0 0,0 1 1 0 0,0-1-1 0 0,1 1 0 0 0,-1-1 1 0 0,0 0-1 0 0,1 0 1 0 0,-1 0-1 0 0,0 0 0 0 0,1-1 1 0 0,-1 1-1 0 0,0 0 1 0 0,0-1-1 0 0,1 0 0 0 0,-1 1 1 0 0,0-1-1 0 0,0 0 1 0 0,0 0-1 0 0,0 0 0 0 0,0-1 1 0 0,3-1-1 0 0,7-7 1 0 0,0 0 1 0 0,-1 0-1 0 0,-1-1 0 0 0,0-1 0 0 0,0 0 0 0 0,-1 0 1 0 0,12-22-1 0 0,45-99-348 0 0,-65 129 314 0 0,14-32-187 0 0,-2-1-1 0 0,-1 0 1 0 0,-2 0-1 0 0,-2-1 1 0 0,-1 0-1 0 0,2-69 1 0 0,-8 42-50 0 0,-4 0 1 0 0,-2 0-1 0 0,-18-78 1 0 0,19 126 246 0 0,4 17 9 0 0,0 0-1 0 0,0-1 1 0 0,0 1 0 0 0,0 0 0 0 0,0-1 0 0 0,0 1-1 0 0,0-1 1 0 0,0 1 0 0 0,0 0 0 0 0,0-1 0 0 0,0 1-1 0 0,0 0 1 0 0,0-1 0 0 0,-1 1 0 0 0,1 0 0 0 0,0-1-1 0 0,0 1 1 0 0,0 0 0 0 0,-1 0 0 0 0,1-1 0 0 0,0 1-1 0 0,0 0 1 0 0,-1-1 0 0 0,1 1 0 0 0,0 0-1 0 0,-1 0 1 0 0,1 0 0 0 0,0-1 0 0 0,-1 1 0 0 0,1 0-1 0 0,0 0 1 0 0,-1 0 0 0 0,1 0 0 0 0,0 0 0 0 0,-1 0-1 0 0,0 23 151 0 0,10 207 194 0 0,-3-119-238 0 0,-3-60-108 0 0,5 357-102 0 0,-9-389-329 0 0,0 11-4435 0 0,1-26 2486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3.8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44 256 0 0,'3'-9'707'0'0,"-3"8"-515"0"0,0-1 0 0 0,0 0 0 0 0,0 1-1 0 0,0-1 1 0 0,1 0 0 0 0,-1 1 0 0 0,1-1 0 0 0,-1 0 0 0 0,1 1 0 0 0,0-1 0 0 0,0 1 0 0 0,0-1 0 0 0,-1 1-1 0 0,1-1 1 0 0,0 1 0 0 0,1 0 0 0 0,-1 0 0 0 0,0-1 0 0 0,0 1 0 0 0,1 0 0 0 0,-1 0 0 0 0,2-1-1 0 0,-1 4-60 0 0,0 0 0 0 0,0 1 0 0 0,-1-1-1 0 0,1 1 1 0 0,-1-1 0 0 0,0 1 0 0 0,0-1-1 0 0,0 1 1 0 0,0 0 0 0 0,0 0 0 0 0,-1-1-1 0 0,1 6 1 0 0,8 291 2039 0 0,-1-1-1384 0 0,27-39-736 0 0,-39-283-1540 0 0,1-14 169 0 0,0 0-259 0 0,0 13-362 0 0,-3-19-167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4.1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2 196 360 0 0,'0'-24'387'0'0,"-1"4"81"0"0,1-1 1 0 0,5-31-1 0 0,-5 48-364 0 0,1 0 0 0 0,-1 0 0 0 0,1 0 1 0 0,1 0-1 0 0,-1 0 0 0 0,1 0 0 0 0,-1 0 0 0 0,1 0 0 0 0,0 1 1 0 0,0-1-1 0 0,1 1 0 0 0,-1-1 0 0 0,1 1 0 0 0,0 0 0 0 0,-1 0 1 0 0,1 0-1 0 0,1 0 0 0 0,4-3 0 0 0,-4 4-56 0 0,0 1 0 0 0,0 0 0 0 0,-1 0 1 0 0,1 0-1 0 0,0 0 0 0 0,0 1 0 0 0,0-1 0 0 0,0 1 0 0 0,0 0 0 0 0,0 0 1 0 0,0 1-1 0 0,0-1 0 0 0,-1 1 0 0 0,1 0 0 0 0,0 0 0 0 0,0 0 0 0 0,0 0 0 0 0,-1 1 1 0 0,1 0-1 0 0,-1 0 0 0 0,1 0 0 0 0,-1 0 0 0 0,0 0 0 0 0,5 4 0 0 0,5 4-14 0 0,-1 1 0 0 0,-1 0 0 0 0,1 1 0 0 0,15 21 1 0 0,-12-10-20 0 0,0 0 0 0 0,-2 1 0 0 0,-1 1 0 0 0,-1 0 0 0 0,-1 0 0 0 0,-1 1 0 0 0,-1 1 0 0 0,-2-1 1 0 0,0 1-1 0 0,1 31 0 0 0,-3-19 3 0 0,-3 0 1 0 0,-1 0-1 0 0,-2-1 1 0 0,-1 1-1 0 0,-3-1 0 0 0,-15 60 1 0 0,15-77 80 0 0,-1-1-1 0 0,-1 1 1 0 0,-1-1 0 0 0,-1-1-1 0 0,-14 21 1 0 0,19-31-14 0 0,-1-1-1 0 0,0 0 0 0 0,-1 0 1 0 0,0 0-1 0 0,0-1 0 0 0,-1 0 1 0 0,0-1-1 0 0,0 0 1 0 0,0 0-1 0 0,-1 0 0 0 0,0-1 1 0 0,0-1-1 0 0,-9 5 0 0 0,16-8-75 0 0,0-1 0 0 0,0 1 0 0 0,-1 0-1 0 0,1-1 1 0 0,0 1 0 0 0,0-1-1 0 0,0 0 1 0 0,0 0 0 0 0,0 0 0 0 0,0 0-1 0 0,-1 0 1 0 0,1 0 0 0 0,0 0 0 0 0,0-1-1 0 0,0 1 1 0 0,0-1 0 0 0,0 0 0 0 0,0 0-1 0 0,0 1 1 0 0,0-1 0 0 0,0 0-1 0 0,-2-2 1 0 0,2 1-35 0 0,0 0-1 0 0,0-1 1 0 0,1 1-1 0 0,-1 0 0 0 0,0-1 1 0 0,1 1-1 0 0,0-1 1 0 0,-1 0-1 0 0,1 1 1 0 0,0-1-1 0 0,1 0 1 0 0,-1 0-1 0 0,0 0 1 0 0,0-3-1 0 0,0-6-494 0 0,1 1 1 0 0,0 0-1 0 0,0-1 0 0 0,1 1 0 0 0,1-1 1 0 0,0 1-1 0 0,3-12 0 0 0,5-5-1285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4.4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3 213 408 0 0,'-2'8'2884'0'0,"12"-12"-1572"0"0,13-12-605 0 0,-10 0-522 0 0,0-1-1 0 0,-2 0 1 0 0,0 0 0 0 0,0-2-1 0 0,-2 1 1 0 0,13-37-1 0 0,-15 32-135 0 0,-7 23-46 0 0,0-1 0 0 0,0 0 0 0 0,0 1 0 0 0,1-1 1 0 0,-1 0-1 0 0,0 0 0 0 0,0 1 0 0 0,0-1 0 0 0,0 0 0 0 0,0 0 0 0 0,0 1 0 0 0,0-1 0 0 0,0 0 0 0 0,-1 1 0 0 0,1-1 0 0 0,0 0 0 0 0,0 0 0 0 0,0 1 0 0 0,-1-1 1 0 0,1 0-1 0 0,-1 1 0 0 0,1-1 0 0 0,0 1 0 0 0,-1-1 0 0 0,0 0 0 0 0,-1 2 4 0 0,1 0 0 0 0,-1 1 0 0 0,1 0-1 0 0,0-1 1 0 0,-1 1 0 0 0,1 0 0 0 0,0 0 0 0 0,0 0 0 0 0,0 0 0 0 0,-1 3 0 0 0,2-5-4 0 0,-13 30 127 0 0,2 0 0 0 0,1 0 0 0 0,2 1 1 0 0,-8 52-1 0 0,13-65 4 0 0,2 1 0 0 0,0 0 1 0 0,1 0-1 0 0,0-1 0 0 0,2 1 1 0 0,0 0-1 0 0,1-1 0 0 0,1 1 1 0 0,9 23-1 0 0,-12-39-115 0 0,0-1 0 0 0,0 1 1 0 0,0-1-1 0 0,0 1 0 0 0,0-1 0 0 0,1 1 1 0 0,-1-1-1 0 0,1 0 0 0 0,0 1 0 0 0,-1-1 1 0 0,1 0-1 0 0,0 0 0 0 0,0-1 0 0 0,1 1 1 0 0,-1 0-1 0 0,0-1 0 0 0,1 1 0 0 0,-1-1 1 0 0,1 0-1 0 0,-1 1 0 0 0,1-1 0 0 0,-1 0 0 0 0,5 0 1 0 0,-2-1-88 0 0,0 0 1 0 0,0 0-1 0 0,0-1 1 0 0,-1 1 0 0 0,1-1-1 0 0,0 0 1 0 0,0-1-1 0 0,-1 1 1 0 0,1-1-1 0 0,0 0 1 0 0,-1 0 0 0 0,8-5-1 0 0,1-1-833 0 0,-1 0 0 0 0,0-1 0 0 0,0 0 0 0 0,11-11-1 0 0,-2-4-1282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4.7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0 388 0 0,'9'52'959'0'0,"-1"0"0"0"0,-3 0 0 0 0,-2 59 0 0 0,-18 85 616 0 0,8-135-548 0 0,0 107 0 0 0,7-164-1165 0 0,0 1 1 0 0,0 0 0 0 0,1-1 0 0 0,0 1-1 0 0,0-1 1 0 0,0 1 0 0 0,0-1-1 0 0,1 1 1 0 0,3 7 0 0 0,-4-12-1061 0 0,-1 0-804 0 0,0 0 154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5.1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88 784 0 0,'0'0'85'0'0,"0"0"1"0"0,-1 0-1 0 0,1 0 0 0 0,0 0 1 0 0,0 0-1 0 0,0-1 0 0 0,0 1 1 0 0,0 0-1 0 0,-1 0 1 0 0,1 0-1 0 0,0-1 0 0 0,0 1 1 0 0,0 0-1 0 0,0 0 0 0 0,0 0 1 0 0,0-1-1 0 0,0 1 0 0 0,0 0 1 0 0,0 0-1 0 0,0 0 0 0 0,0-1 1 0 0,0 1-1 0 0,0 0 0 0 0,0 0 1 0 0,0-1-1 0 0,0 1 0 0 0,0 0 1 0 0,0 0-1 0 0,0 0 0 0 0,0-1 1 0 0,0 1-1 0 0,0 0 0 0 0,0 0 1 0 0,0 0-1 0 0,0-1 0 0 0,0 1 1 0 0,1 0-1 0 0,-1 0 0 0 0,0 0 1 0 0,0 0-1 0 0,0-1 0 0 0,0 1 1 0 0,0 0-1 0 0,1 0 1 0 0,-1 0-1 0 0,0 0 0 0 0,0 0 1 0 0,0-1-1 0 0,1 1 0 0 0,-1 0 1 0 0,0 0-1 0 0,0 0 0 0 0,0 0 1 0 0,1 0-1 0 0,21-16 1176 0 0,29-14-1499 0 0,-36 24-157 0 0,0 0 0 0 0,0 1 0 0 0,0 1 0 0 0,1 0 0 0 0,0 1 1 0 0,-1 1-1 0 0,1 1 0 0 0,0 0 0 0 0,19 1 0 0 0,-8 2-1041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5.4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1 225 732 0 0,'23'-6'5589'0'0,"-16"2"-5502"0"0,-1 1 1 0 0,0-1-1 0 0,0 1 0 0 0,0-2 0 0 0,-1 1 0 0 0,1-1 1 0 0,-1 1-1 0 0,0-1 0 0 0,8-11 0 0 0,-8 7-133 0 0,0 1 0 0 0,0-1-1 0 0,-1 0 1 0 0,0 0 0 0 0,-1 0 0 0 0,0 0-1 0 0,2-11 1 0 0,-4 17 31 0 0,0 0-1 0 0,-1 0 0 0 0,1 0 1 0 0,-1 0-1 0 0,0 0 1 0 0,0 0-1 0 0,0 0 1 0 0,0 0-1 0 0,-1-1 1 0 0,1 1-1 0 0,-1 0 1 0 0,0 0-1 0 0,0 0 1 0 0,0 1-1 0 0,0-1 1 0 0,0 0-1 0 0,0 0 1 0 0,-1 0-1 0 0,0 1 1 0 0,1-1-1 0 0,-1 1 1 0 0,0 0-1 0 0,0-1 1 0 0,0 1-1 0 0,-1 0 1 0 0,1 0-1 0 0,-3-2 1 0 0,4 4 34 0 0,0-1 0 0 0,0 1 1 0 0,0-1-1 0 0,0 1 0 0 0,0-1 1 0 0,0 1-1 0 0,0 0 0 0 0,0-1 0 0 0,0 1 1 0 0,0 0-1 0 0,0 0 0 0 0,0 0 1 0 0,0 0-1 0 0,0 0 0 0 0,0 0 1 0 0,0 0-1 0 0,0 0 0 0 0,0 0 1 0 0,-1 1-1 0 0,1-1 0 0 0,0 0 1 0 0,0 1-1 0 0,0-1 0 0 0,1 1 1 0 0,-1-1-1 0 0,-1 1 0 0 0,-1 1 35 0 0,1 0 0 0 0,0 0 0 0 0,0 1 0 0 0,0-1 0 0 0,0 0 0 0 0,0 1 0 0 0,0-1 0 0 0,1 1 0 0 0,-2 3 0 0 0,-3 6 160 0 0,2 1 0 0 0,-1-1 0 0 0,-2 16 0 0 0,3-7 164 0 0,0 0 0 0 0,2 0 1 0 0,0 0-1 0 0,2 1 0 0 0,2 33 0 0 0,-2-48-259 0 0,1 1 1 0 0,0-1-1 0 0,1 0 0 0 0,-1 0 1 0 0,1 0-1 0 0,1 0 0 0 0,-1 0 0 0 0,1 0 1 0 0,1-1-1 0 0,-1 1 0 0 0,1-1 1 0 0,0 0-1 0 0,0 0 0 0 0,1 0 1 0 0,0-1-1 0 0,0 1 0 0 0,0-1 1 0 0,0 0-1 0 0,12 7 0 0 0,-13-10-166 0 0,-1 0 0 0 0,1-1 0 0 0,-1 0 0 0 0,1 0 0 0 0,-1 0 0 0 0,1 0 0 0 0,0 0-1 0 0,-1-1 1 0 0,1 0 0 0 0,0 0 0 0 0,0 0 0 0 0,-1 0 0 0 0,1 0 0 0 0,0-1 0 0 0,0 1 0 0 0,5-3 0 0 0,-2 1-746 0 0,0-1 0 0 0,0 0 1 0 0,0-1-1 0 0,0 1 1 0 0,-1-1-1 0 0,0 0 0 0 0,8-7 1 0 0,4-7-2480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6.2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173 86 64 0 0,'0'-4'265'0'0,"1"1"0"0"0,-1-1 1 0 0,0 0-1 0 0,0 0 0 0 0,0 0 0 0 0,0 1 1 0 0,-1-1-1 0 0,1 0 0 0 0,-1 1 0 0 0,0-1 1 0 0,0 0-1 0 0,-1 1 0 0 0,1-1 0 0 0,-1 1 1 0 0,0 0-1 0 0,1-1 0 0 0,-2 1 0 0 0,1 0 1 0 0,0 0-1 0 0,0 0 0 0 0,-1 1 0 0 0,-4-5 1 0 0,7 7-245 0 0,0 0 0 0 0,0 0 0 0 0,-1-1 0 0 0,1 1 0 0 0,0 0 0 0 0,-1 0 0 0 0,1 0 0 0 0,0 0 0 0 0,-1-1 0 0 0,1 1 0 0 0,0 0 1 0 0,-1 0-1 0 0,1 0 0 0 0,0 0 0 0 0,-1 0 0 0 0,1 0 0 0 0,0 0 0 0 0,-1 0 0 0 0,1 0 0 0 0,0 0 0 0 0,-1 0 0 0 0,1 0 0 0 0,0 0 1 0 0,-1 0-1 0 0,1 0 0 0 0,0 0 0 0 0,-1 0 0 0 0,1 1 0 0 0,0-1 0 0 0,-1 0 0 0 0,1 0 0 0 0,0 0 0 0 0,-1 0 0 0 0,1 1 0 0 0,0-1 1 0 0,0 0-1 0 0,-1 0 0 0 0,1 1 0 0 0,0-1-9 0 0,0 0 0 0 0,0 1 0 0 0,0-1 0 0 0,0 0-1 0 0,0 0 1 0 0,0 1 0 0 0,0-1 0 0 0,0 0 0 0 0,0 0 0 0 0,0 1 0 0 0,0-1 0 0 0,0 0 0 0 0,1 0 0 0 0,-1 0 0 0 0,0 1 0 0 0,0-1 0 0 0,0 0 0 0 0,0 0 0 0 0,0 0 0 0 0,1 0-1 0 0,-1 1 1 0 0,0-1 0 0 0,0 0 0 0 0,0 0 0 0 0,1 0 0 0 0,-1 0 0 0 0,0 0 0 0 0,0 1 0 0 0,0-1 0 0 0,1 0 0 0 0,-1 0 0 0 0,0 0 0 0 0,0 0 0 0 0,1 0 0 0 0,-1 0 0 0 0,0 0-1 0 0,0 0 1 0 0,1 0 0 0 0,-1 0 0 0 0,0 0 0 0 0,0 0 0 0 0,1 0 0 0 0,-1 0 0 0 0,0 0 0 0 0,0 0 0 0 0,0 0 0 0 0,1-1 0 0 0,-1 1 0 0 0,0 0 0 0 0,0 0 0 0 0,0 0 0 0 0,1 0-1 0 0,-1-1 1 0 0,14 0 462 0 0,-30 10 541 0 0,-16 7-692 0 0,25-9-303 0 0,0 0-1 0 0,1 0 1 0 0,0 0 0 0 0,0 1 0 0 0,0 0 0 0 0,1 0 0 0 0,1 1-1 0 0,-6 11 1 0 0,-1 7 122 0 0,-11 40 1 0 0,18-53-38 0 0,0-1 1 0 0,2 1 0 0 0,0 0-1 0 0,0 0 1 0 0,1 0 0 0 0,1 1-1 0 0,0-1 1 0 0,1 0 0 0 0,4 22 0 0 0,-3-29-63 0 0,0-1 0 0 0,0 1 0 0 0,0-1 0 0 0,1 0 1 0 0,0 0-1 0 0,0 0 0 0 0,1-1 0 0 0,-1 1 0 0 0,1-1 1 0 0,0 1-1 0 0,1-1 0 0 0,-1-1 0 0 0,1 1 1 0 0,0 0-1 0 0,0-1 0 0 0,1 0 0 0 0,-1-1 0 0 0,1 1 1 0 0,0-1-1 0 0,0 0 0 0 0,0 0 0 0 0,7 1 0 0 0,-3 0-36 0 0,1-1 0 0 0,0-1-1 0 0,-1 1 1 0 0,1-2-1 0 0,0 0 1 0 0,0 0 0 0 0,20-2-1 0 0,-24 0-155 0 0,1 0 0 0 0,0 0 1 0 0,-1-1-1 0 0,0 0 0 0 0,1-1 0 0 0,-1 0 0 0 0,9-4 0 0 0,6-8-601 0 0,-6 3-78 0 0,19-20-3739 0 0,-19 13 1938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6.5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0 268 0 0,'0'0'538'0'0,"0"0"-11"0"0,0 0-20 0 0,9 22 921 0 0,6 54-60 0 0,7 117 0 0 0,-14 79 691 0 0,-6-193-1269 0 0,-2-64-673 0 0,1 14 261 0 0,-1-1 0 0 0,-6 41 0 0 0,5-117-6557 0 0,2 30 3970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6.8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40 360 0 0,'0'0'783'0'0,"0"0"-41"0"0,0 0-49 0 0,0 0-61 0 0,3 0-58 0 0,69-17 1233 0 0,-51 11-1575 0 0,1 0-1 0 0,0 2 1 0 0,30-3 0 0 0,73 8-641 0 0,-43 3-3003 0 0,-68-3 1895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7.1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19 12 0 0,'1'-1'150'0'0,"-1"-1"0"0"0,1 1 0 0 0,-1 0 0 0 0,0 0 0 0 0,1 0 0 0 0,0 0 0 0 0,-1 1 0 0 0,1-1 0 0 0,0 0 0 0 0,-1 0 0 0 0,1 0 0 0 0,0 0 0 0 0,0 1 0 0 0,0-1 0 0 0,0 0 0 0 0,0 1 0 0 0,-1-1 0 0 0,1 0 0 0 0,0 1 0 0 0,0 0 0 0 0,1-1 0 0 0,-1 1 0 0 0,1-1 0 0 0,-1 1-60 0 0,0 1-1 0 0,0-1 0 0 0,0 1 0 0 0,0-1 0 0 0,0 1 0 0 0,-1 0 1 0 0,1-1-1 0 0,0 1 0 0 0,-1 0 0 0 0,1 0 0 0 0,0-1 0 0 0,-1 1 1 0 0,1 0-1 0 0,-1 0 0 0 0,1 0 0 0 0,-1 0 0 0 0,1-1 1 0 0,-1 1-1 0 0,0 0 0 0 0,1 2 0 0 0,7 35 839 0 0,-6-16-623 0 0,-7 147 1009 0 0,0-31-220 0 0,5-133-1046 0 0,0-2-25 0 0,-1 0 1 0 0,1 0-1 0 0,0 0 0 0 0,0-1 1 0 0,1 1-1 0 0,-1 0 0 0 0,1 0 1 0 0,-1 0-1 0 0,1 0 0 0 0,0-1 1 0 0,0 1-1 0 0,0 0 1 0 0,0-1-1 0 0,2 4 0 0 0,-2-6-50 0 0,0 0-1 0 0,0 0 0 0 0,-1 0 1 0 0,1 0-1 0 0,0 0 0 0 0,-1-1 1 0 0,1 1-1 0 0,0 0 1 0 0,0 0-1 0 0,-1-1 0 0 0,1 1 1 0 0,0 0-1 0 0,-1-1 0 0 0,1 1 1 0 0,-1-1-1 0 0,1 1 1 0 0,0 0-1 0 0,-1-1 0 0 0,1 0 1 0 0,-1 1-1 0 0,1-1 0 0 0,-1 1 1 0 0,1-2-1 0 0,15-15-550 0 0,-15 16 492 0 0,11-14-2119 0 0,21-33-1 0 0,-19 23 76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7.5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223 41 788 0 0,'0'0'722'0'0,"-3"2"-31"0"0,-26 22 441 0 0,1 0 0 0 0,2 2 0 0 0,-35 42 0 0 0,51-55-771 0 0,0 1-1 0 0,1 0 0 0 0,1 0 0 0 0,1 1 1 0 0,0 0-1 0 0,0 1 0 0 0,-6 25 1 0 0,12-36-270 0 0,0 0 0 0 0,0 0 0 0 0,0 0 0 0 0,1 0 0 0 0,0 0-1 0 0,0 0 1 0 0,0 0 0 0 0,1-1 0 0 0,-1 1 0 0 0,1 0 0 0 0,0 0 0 0 0,1 0 0 0 0,-1 0 0 0 0,1-1 0 0 0,0 1 0 0 0,0 0 0 0 0,0-1 0 0 0,1 0 0 0 0,-1 0 0 0 0,1 0 0 0 0,0 0 0 0 0,1 0 0 0 0,-1 0 0 0 0,1-1 0 0 0,-1 1 0 0 0,1-1 0 0 0,0 0 0 0 0,0 0 0 0 0,7 3 0 0 0,-3-3-114 0 0,0 1 0 0 0,0-2 0 0 0,0 1-1 0 0,0-1 1 0 0,0-1 0 0 0,1 1 0 0 0,-1-1 0 0 0,0-1 0 0 0,1 0 0 0 0,-1 0-1 0 0,1 0 1 0 0,-1-1 0 0 0,1-1 0 0 0,-1 1 0 0 0,0-1 0 0 0,0 0-1 0 0,0-1 1 0 0,0 0 0 0 0,0-1 0 0 0,-1 1 0 0 0,11-8 0 0 0,-13 8-92 0 0,0 0-1 0 0,0-1 1 0 0,0 0 0 0 0,0 0 0 0 0,-1 0 0 0 0,0-1 0 0 0,0 0 0 0 0,0 1 0 0 0,0-1 0 0 0,-1-1 0 0 0,0 1 0 0 0,0 0 0 0 0,3-7 0 0 0,-5 7 43 0 0,0 0 0 0 0,1 0 0 0 0,-2 0 0 0 0,1 0 0 0 0,-1 0 1 0 0,1 0-1 0 0,-1 0 0 0 0,-1 0 0 0 0,1 0 0 0 0,-1 0 0 0 0,0 0 1 0 0,0 0-1 0 0,0 0 0 0 0,-1 0 0 0 0,1 0 0 0 0,-1 0 0 0 0,-5-7 0 0 0,-5-8-60 0 0,-1 0 0 0 0,-2 1-1 0 0,-16-17 1 0 0,13 14 101 0 0,16 21-5 0 0,1 0 1 0 0,-1 0-1 0 0,1-1 1 0 0,0 1-1 0 0,0-1 0 0 0,0 1 1 0 0,0-1-1 0 0,0 1 1 0 0,0-1-1 0 0,0 1 1 0 0,0-1-1 0 0,1 0 1 0 0,-1 0-1 0 0,0 1 1 0 0,1-1-1 0 0,0 0 0 0 0,-1 0 1 0 0,1 0-1 0 0,0 1 1 0 0,0-1-1 0 0,0 0 1 0 0,0 0-1 0 0,0 0 1 0 0,0 0-1 0 0,1 1 0 0 0,-1-1 1 0 0,1 0-1 0 0,-1 0 1 0 0,1 1-1 0 0,0-1 1 0 0,0 0-1 0 0,-1 1 1 0 0,1-1-1 0 0,0 0 0 0 0,0 1 1 0 0,1-1-1 0 0,-1 1 1 0 0,0 0-1 0 0,0-1 1 0 0,1 1-1 0 0,-1 0 1 0 0,1 0-1 0 0,-1 0 1 0 0,3-1-1 0 0,9-5-426 0 0,0 1 1 0 0,0 0-1 0 0,0 1 1 0 0,27-6-1 0 0,-16 4 419 0 0,33-14-417 0 0,28-7 1247 0 0,-82 27-687 0 0,-1 1 0 0 0,0 0 0 0 0,0 0-1 0 0,0 0 1 0 0,1 0 0 0 0,-1 1 0 0 0,0-1 0 0 0,0 1 0 0 0,0-1-1 0 0,0 1 1 0 0,0-1 0 0 0,0 1 0 0 0,0 0 0 0 0,0 0 0 0 0,0 0-1 0 0,0 1 1 0 0,0-1 0 0 0,0 0 0 0 0,-1 1 0 0 0,1-1 0 0 0,0 1-1 0 0,-1-1 1 0 0,0 1 0 0 0,1 0 0 0 0,-1 0 0 0 0,0-1 0 0 0,0 1-1 0 0,0 0 1 0 0,0 0 0 0 0,0 0 0 0 0,1 3 0 0 0,4 10 89 0 0,-1 1-1 0 0,0-1 1 0 0,3 21 0 0 0,-5-22-2 0 0,21 114 940 0 0,-23-112-791 0 0,0 0 0 0 0,0 0 0 0 0,-2 0 0 0 0,0 0 1 0 0,-1 0-1 0 0,-3 16 0 0 0,4-29-223 0 0,1-1 0 0 0,-1 1 1 0 0,0 0-1 0 0,0-1 1 0 0,0 1-1 0 0,0-1 0 0 0,0 0 1 0 0,0 1-1 0 0,-1-1 0 0 0,1 0 1 0 0,-1 0-1 0 0,1 0 0 0 0,-1 0 1 0 0,0 0-1 0 0,0 0 0 0 0,-3 2 1 0 0,5-4 49 0 0,-3-21 115 0 0,7 8-387 0 0,-1 0-1 0 0,2 1 1 0 0,0-1 0 0 0,0 1-1 0 0,12-19 1 0 0,43-55-992 0 0,-36 53 712 0 0,-16 22 269 0 0,0 1-1 0 0,0 0 1 0 0,1 0-1 0 0,0 1 1 0 0,1 0-1 0 0,0 1 0 0 0,0 0 1 0 0,1 0-1 0 0,0 1 1 0 0,0 1-1 0 0,1 0 1 0 0,-1 0-1 0 0,1 1 0 0 0,1 1 1 0 0,-1 0-1 0 0,1 1 1 0 0,-1 0-1 0 0,1 1 1 0 0,14-1-1 0 0,-23 3 126 0 0,-1 0 0 0 0,1 0 0 0 0,-1 0 0 0 0,1 1 1 0 0,-1 0-1 0 0,1 0 0 0 0,-1 0 0 0 0,1 0 0 0 0,-1 0 0 0 0,0 0 0 0 0,0 1 0 0 0,0 0 1 0 0,0 0-1 0 0,0 0 0 0 0,0 0 0 0 0,0 0 0 0 0,0 0 0 0 0,-1 1 0 0 0,1-1 0 0 0,-1 1 1 0 0,0 0-1 0 0,0 0 0 0 0,0 0 0 0 0,0 0 0 0 0,0 0 0 0 0,-1 0 0 0 0,1 0 0 0 0,0 6 1 0 0,4 8 123 0 0,-1 0 0 0 0,-1 0 0 0 0,-1 0 0 0 0,2 23 0 0 0,-5-36-110 0 0,4 121 783 0 0,-5-80-287 0 0,6 46-1 0 0,3-60-212 0 0,0-18-1692 0 0,-8-12 1140 0 0,0-1 0 0 0,1 0 0 0 0,-1 1 0 0 0,1-1 0 0 0,-1 0 0 0 0,0 0 0 0 0,1 1 0 0 0,-1-1 0 0 0,1 0 0 0 0,-1 0 0 0 0,1 0 0 0 0,-1 1 0 0 0,1-1 0 0 0,-1 0-1 0 0,1 0 1 0 0,-1 0 0 0 0,1 0 0 0 0,-1 0 0 0 0,1 0 0 0 0,-1 0 0 0 0,1 0 0 0 0,-1 0 0 0 0,2-1 0 0 0,-2 1-2972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39.5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50 236 0 0,'0'0'266'0'0,"0"0"-9"0"0,27 4 1491 0 0,64-24-706 0 0,-44 9-569 0 0,91-10-1 0 0,-56 19-24 0 0,98 12 0 0 0,13 0-55 0 0,-91-9-19 0 0,118-3 597 0 0,181-10-34 0 0,-250 9-758 0 0,362 4 205 0 0,-2 44-92 0 0,29 21-176 0 0,-270-37-124 0 0,123-6 65 0 0,-288-19-38 0 0,313-2-9 0 0,96 6 14 0 0,568 23 69 0 0,-894-34-107 0 0,225 0 19 0 0,-139 14 1 0 0,-138-4 22 0 0,0-5 1 0 0,189-23-1 0 0,-211 7-6 0 0,398-29-2 0 0,-160 40 449 0 0,-113 14 280 0 0,-58-2-461 0 0,-131-9-199 0 0,-1-2 0 0 0,68-13 1 0 0,94-29 101 0 0,-210 44-166 0 0,29-9-233 0 0,-30 9 198 0 0,0 0 0 0 0,0 0 0 0 0,1 0 1 0 0,-1 0-1 0 0,0 0 0 0 0,0 0 0 0 0,0 0 0 0 0,0 0 1 0 0,0-1-1 0 0,0 1 0 0 0,0 0 0 0 0,0 0 1 0 0,0 0-1 0 0,0 0 0 0 0,0 0 0 0 0,1 0 0 0 0,-1 0 1 0 0,0 0-1 0 0,0 0 0 0 0,0 0 0 0 0,0 0 1 0 0,0-1-1 0 0,0 1 0 0 0,0 0 0 0 0,0 0 0 0 0,0 0 1 0 0,0 0-1 0 0,0 0 0 0 0,0 0 0 0 0,0 0 1 0 0,0 0-1 0 0,0-1 0 0 0,0 1 0 0 0,0 0 0 0 0,0 0 1 0 0,0 0-1 0 0,0 0 0 0 0,0 0 0 0 0,0 0 1 0 0,0 0-1 0 0,0 0 0 0 0,0 0 0 0 0,0-1 0 0 0,-1 1 1 0 0,1 0-1 0 0,0 0 0 0 0,0 0 0 0 0,0 0 1 0 0,0 0-1 0 0,0 0 0 0 0,0 0 0 0 0,0 0 0 0 0,0 0 1 0 0,0 0-1 0 0,0 0 0 0 0,0 0 0 0 0,-1 0 1 0 0,1 0-1 0 0,0-1 0 0 0,0 1 0 0 0,0 0 0 0 0,-18-4-802 0 0,16 3 697 0 0,0 1 0 0 0,0 0 0 0 0,0-1 0 0 0,1 0 0 0 0,-1 1 0 0 0,0-1 0 0 0,0 0 0 0 0,1 0 0 0 0,-1 0 0 0 0,0 0 0 0 0,1 0 0 0 0,-1-1 0 0 0,1 1 0 0 0,-1 0 0 0 0,1-1-1 0 0,0 1 1 0 0,-2-3 0 0 0,2 2-236 0 0,0 1 1 0 0,0-1-1 0 0,1 0 0 0 0,-1 0 0 0 0,0 0 0 0 0,1 0 0 0 0,-1 0 0 0 0,1 0 1 0 0,0 1-1 0 0,-1-1 0 0 0,1-3 0 0 0,3-4-1582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40.0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46 1 132 0 0,'0'0'816'0'0,"0"0"-96"0"0,-19 6-84 0 0,15-5-44 0 0,4-1-68 0 0,-4 2-56 0 0,0-1-112 0 0,4-1-76 0 0,-4 6-132 0 0,3-1-212 0 0,-3 0-268 0 0,0 0-384 0 0,3 3-772 0 0,1-1 344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7:40.3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 0 824 0 0,'-11'8'1068'0'0,"1"1"-96"0"0,2-3-88 0 0,0 1-92 0 0,3-2-84 0 0,0-2-147 0 0,0 1-189 0 0,2-2-172 0 0,3-2-204 0 0,0 0-292 0 0,0 0-721 0 0,0 0-1095 0 0,0 0 484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9:55.2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205 0 532 0 0,'0'0'583'0'0,"-4"5"572"0"0,-4 8-277 0 0,-85 271 2948 0 0,53-170-3282 0 0,35-100-468 0 0,-50 132 890 0 0,84-190-811 0 0,164-395-2479 0 0,-192 436 2312 0 0,0 1 1 0 0,0-1 0 0 0,0 1 0 0 0,0 0 0 0 0,0 0 1 0 0,0 0-1 0 0,0 0 0 0 0,0 0 0 0 0,1 0 0 0 0,-1 0 0 0 0,1 1 1 0 0,-1-1-1 0 0,1 0 0 0 0,0 1 0 0 0,0-1 0 0 0,-1 1 0 0 0,4-2 1 0 0,-4 4 21 0 0,1 1 1 0 0,-1-1 0 0 0,0 0 0 0 0,0 1-1 0 0,1-1 1 0 0,-1 1 0 0 0,0-1 0 0 0,-1 1 0 0 0,1 0-1 0 0,0-1 1 0 0,0 1 0 0 0,-1 0 0 0 0,1 0-1 0 0,0 3 1 0 0,0-3 2 0 0,32 140 203 0 0,-24-97-102 0 0,24 76 1 0 0,23 21 28 0 0,-56-142-262 0 0,0 0-65 0 0,0 0-92 0 0,0 0-84 0 0,-19-18-3139 0 0,14 11 2062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9:55.5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34 596 0 0,'0'0'552'0'0,"0"0"-28"0"0,15-2-48 0 0,-5 0-60 0 0,0 2-32 0 0,3-3-40 0 0,3-1-72 0 0,1 0-100 0 0,2 0-100 0 0,3 0-132 0 0,0 0-172 0 0,0 1-356 0 0,-4 0-632 0 0,-1 2 276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9:55.8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128 51 328 0 0,'-1'-2'106'0'0,"0"-1"0"0"0,0 0 0 0 0,0 0 0 0 0,-1 0 0 0 0,1 1 1 0 0,-1-1-1 0 0,1 1 0 0 0,-1-1 0 0 0,0 1 0 0 0,0-1 0 0 0,0 1 0 0 0,-1 0 0 0 0,1 0 0 0 0,0 0 0 0 0,-1 1 1 0 0,1-1-1 0 0,-1 0 0 0 0,0 1 0 0 0,0 0 0 0 0,1-1 0 0 0,-1 1 0 0 0,0 0 0 0 0,0 1 0 0 0,0-1 0 0 0,0 0 0 0 0,0 1 1 0 0,0 0-1 0 0,0-1 0 0 0,0 1 0 0 0,0 1 0 0 0,-6 0 0 0 0,6 1-61 0 0,0 1 0 0 0,-1-1-1 0 0,1 1 1 0 0,1 0 0 0 0,-1 0 0 0 0,0 1 0 0 0,1-1-1 0 0,-1 0 1 0 0,1 1 0 0 0,0 0 0 0 0,0-1 0 0 0,1 1 0 0 0,-1 0-1 0 0,1 0 1 0 0,0 0 0 0 0,0 0 0 0 0,-1 6 0 0 0,-1 8 149 0 0,1 0 0 0 0,0 29 0 0 0,4-5 479 0 0,14 77 0 0 0,-8-74-225 0 0,2 54-1 0 0,-9-89-466 0 0,-1 0 0 0 0,0 0 0 0 0,0 0 0 0 0,-1 0 0 0 0,-1 1 0 0 0,-4 15 0 0 0,6-25-240 0 0,-2-4 31 0 0,0 1 0 0 0,1-1 1 0 0,0 0-1 0 0,-1 0 0 0 0,1 0 1 0 0,0 0-1 0 0,-1-5 1 0 0,1 4-285 0 0,-5-15-1239 0 0,-1-3 134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9:56.1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12 324 0 0,'0'0'456'0'0,"0"0"-44"0"0,18 2-32 0 0,-8-1-56 0 0,1 0-4 0 0,3-1-60 0 0,1-1-72 0 0,1-1-52 0 0,0 1-144 0 0,-1-1-128 0 0,0-1-308 0 0,-1-1-480 0 0,-3 1 212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9:56.4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6 328 0 0,'-2'-6'2577'0'0,"-1"21"-2275"0"0,1 0 0 0 0,1-1 0 0 0,0 1 0 0 0,1 0 0 0 0,0 0 0 0 0,4 23 0 0 0,0 3 126 0 0,1 36 197 0 0,-1-20-115 0 0,-3 70 0 0 0,-4-115-419 0 0,0 0-4298 0 0,3-12 2531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9:56.7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30 664 0 0,'0'0'608'0'0,"0"0"-68"0"0,0 0-88 0 0,0 0-16 0 0,12-9-20 0 0,-2 3-88 0 0,-2 2-68 0 0,3 0-68 0 0,0 3-96 0 0,3-2-104 0 0,1 2-84 0 0,-2 0-56 0 0,1 2-124 0 0,0 0-308 0 0,-3 2-628 0 0,0-1 280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9:57.1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108 104 28 0 0,'-2'-12'3348'0'0,"-1"-12"-2607"0"0,3 22-724 0 0,0 0 0 0 0,1 0 0 0 0,-1 0 0 0 0,0 1 0 0 0,0-1 0 0 0,0 0 0 0 0,-1 0 1 0 0,1 0-1 0 0,0 1 0 0 0,-1-1 0 0 0,1 0 0 0 0,-1 0 0 0 0,1 1 0 0 0,-1-1 0 0 0,0 0 0 0 0,0 1 0 0 0,0-1 0 0 0,0 1 0 0 0,0-1 0 0 0,-1-1 0 0 0,0 2-9 0 0,1 1-1 0 0,0-1 1 0 0,-1 0 0 0 0,1 1-1 0 0,0 0 1 0 0,-1-1 0 0 0,1 1-1 0 0,-1 0 1 0 0,1 0-1 0 0,-1 0 1 0 0,1 0 0 0 0,0 0-1 0 0,-1 0 1 0 0,1 0-1 0 0,-1 0 1 0 0,1 1 0 0 0,-1-1-1 0 0,1 0 1 0 0,0 1 0 0 0,-1-1-1 0 0,1 1 1 0 0,0 0-1 0 0,0-1 1 0 0,-1 1 0 0 0,1 0-1 0 0,0 0 1 0 0,-2 1-1 0 0,-1 2 95 0 0,-1 1-1 0 0,1-1 0 0 0,-1 1 0 0 0,1-1 1 0 0,1 1-1 0 0,-1 1 0 0 0,1-1 0 0 0,0 0 1 0 0,0 1-1 0 0,0-1 0 0 0,1 1 1 0 0,0 0-1 0 0,0 0 0 0 0,0 0 0 0 0,1 0 1 0 0,0 0-1 0 0,0 1 0 0 0,1-1 0 0 0,0 0 1 0 0,0 0-1 0 0,0 1 0 0 0,0-1 0 0 0,1 0 1 0 0,0 0-1 0 0,1 0 0 0 0,-1 0 0 0 0,1 0 1 0 0,1 0-1 0 0,-1 0 0 0 0,7 10 0 0 0,-8-14-92 0 0,0-1 0 0 0,0 1-1 0 0,1-1 1 0 0,-1 1 0 0 0,0-1-1 0 0,1 0 1 0 0,-1 0 0 0 0,1 1-1 0 0,0-1 1 0 0,-1 0 0 0 0,1 0-1 0 0,0-1 1 0 0,0 1 0 0 0,0 0-1 0 0,0-1 1 0 0,-1 1 0 0 0,1-1-1 0 0,0 1 1 0 0,0-1 0 0 0,0 0-1 0 0,0 0 1 0 0,0 0 0 0 0,0 0-1 0 0,0 0 1 0 0,0 0 0 0 0,0-1-1 0 0,3 0 1 0 0,0 0-508 0 0,0-1 0 0 0,1 0 1 0 0,-1 0-1 0 0,0-1 0 0 0,0 1 0 0 0,0-1 0 0 0,-1 0 0 0 0,8-6 0 0 0,0-2-1517 0 0</inkml:trace>
  <inkml:trace contextRef="#ctx0" brushRef="#br0" timeOffset="1">293 50 320 0 0,'2'72'4350'0'0,"-4"72"-377"0"0,2-144-3958 0 0,0 0-1 0 0,0 0 0 0 0,0 0 0 0 0,0-1 0 0 0,-1 1 1 0 0,1 0-1 0 0,0 0 0 0 0,0 0 0 0 0,0 0 0 0 0,-1 0 1 0 0,1 0-1 0 0,0 0 0 0 0,0 0 0 0 0,0 0 0 0 0,0 0 1 0 0,-1 0-1 0 0,1 0 0 0 0,0 0 0 0 0,0 0 0 0 0,0 0 1 0 0,-1 0-1 0 0,1 0 0 0 0,0 0 0 0 0,0 0 0 0 0,0 0 1 0 0,-1 0-1 0 0,1 0 0 0 0,0 0 0 0 0,0 0 0 0 0,0 0 0 0 0,0 0 1 0 0,-1 1-1 0 0,1-1 0 0 0,0 0 0 0 0,0 0 0 0 0,0 0 1 0 0,0 0-1 0 0,0 0 0 0 0,-1 1 0 0 0,1-1 0 0 0,0 0 1 0 0,0 0-1 0 0,0 0 0 0 0,0 0 0 0 0,0 1 0 0 0,0-1 1 0 0,0 0-1 0 0,0 0 0 0 0,0 0 0 0 0,0 1 0 0 0,0-1 1 0 0,0 0-1 0 0,0 0 0 0 0,0 0 0 0 0,0 1 0 0 0,0-1 0 0 0,-7-17 224 0 0,6 9-286 0 0,0 0 0 0 0,1 0 0 0 0,0-1 0 0 0,0 1 0 0 0,1 0 0 0 0,1 0 0 0 0,-1 0 0 0 0,1-1-1 0 0,0 2 1 0 0,1-1 0 0 0,0 0 0 0 0,0 0 0 0 0,1 1 0 0 0,0 0 0 0 0,0 0 0 0 0,6-8 0 0 0,-1 4-458 0 0,-1 1 0 0 0,1 1 0 0 0,1-1 0 0 0,0 2 1 0 0,0-1-1 0 0,1 1 0 0 0,0 1 0 0 0,0 0 0 0 0,18-8 0 0 0,16-2-1640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9:57.9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1 212 0 0,'0'0'559'0'0,"0"0"-22"0"0,0 0-28 0 0,0 0-36 0 0,0 0-24 0 0,-2 24 796 0 0,10 209 1669 0 0,-3-120-2289 0 0,-8-46-3548 0 0,3-66 1180 0 0,0-1 134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9:58.3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24 104 0 0,'0'0'632'0'0,"0"0"-12"0"0,8 6-44 0 0,-2-4-48 0 0,2 2-32 0 0,2-3-72 0 0,2-1-40 0 0,3-1-72 0 0,6-2-44 0 0,2-2-164 0 0,3 1-140 0 0,1-1-176 0 0,-3 0-488 0 0,0-2-764 0 0,-1 0 340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9:58.6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0 272 0 0,'1'182'5012'0'0,"-6"-47"-1379"0"0,5-136-3633 0 0,0 1-1 0 0,0 0 1 0 0,1 0 0 0 0,-1 0 0 0 0,0 0 0 0 0,0 0-1 0 0,0 0 1 0 0,0 0 0 0 0,0 0 0 0 0,0 0 0 0 0,0 0-1 0 0,0 0 1 0 0,0 0 0 0 0,0 0 0 0 0,1-1 0 0 0,-1 1-1 0 0,0 0 1 0 0,0 0 0 0 0,0 0 0 0 0,0 0 0 0 0,0 0-1 0 0,0 0 1 0 0,0 0 0 0 0,1 0 0 0 0,-1 0 0 0 0,0 0-1 0 0,0 0 1 0 0,0 0 0 0 0,0 0 0 0 0,0 0 0 0 0,0 1-1 0 0,0-1 1 0 0,0 0 0 0 0,1 0 0 0 0,-1 0 0 0 0,0 0-1 0 0,0 0 1 0 0,0 0 0 0 0,0 0 0 0 0,0 0 0 0 0,0 0-1 0 0,0 0 1 0 0,0 0 0 0 0,0 0 0 0 0,0 0 0 0 0,0 1-1 0 0,1-1 1 0 0,-1 0 0 0 0,0 0 0 0 0,0 0 0 0 0,0 0-1 0 0,0 0 1 0 0,0 0 0 0 0,0 0 0 0 0,0 0 0 0 0,0 1-1 0 0,0-1 1 0 0,0 0 0 0 0,0 0 0 0 0,10-16-311 0 0,11-22-373 0 0,-21 37 672 0 0,6-10-207 0 0,-2 0-8 0 0,1 0 0 0 0,0 1 0 0 0,1 0 0 0 0,0 0 0 0 0,1 0 1 0 0,0 1-1 0 0,1 0 0 0 0,0 0 0 0 0,12-10 0 0 0,-20 18 220 0 0,0 1 0 0 0,1 0 1 0 0,-1 0-1 0 0,0-1 0 0 0,1 1 1 0 0,-1 0-1 0 0,0 0 0 0 0,1 0 0 0 0,-1 0 1 0 0,0 0-1 0 0,1-1 0 0 0,-1 1 1 0 0,0 0-1 0 0,1 0 0 0 0,-1 0 1 0 0,1 0-1 0 0,-1 0 0 0 0,0 0 0 0 0,1 0 1 0 0,-1 0-1 0 0,0 0 0 0 0,1 0 1 0 0,-1 0-1 0 0,0 1 0 0 0,1-1 0 0 0,-1 0 1 0 0,1 0-1 0 0,-1 0 0 0 0,0 0 1 0 0,0 1-1 0 0,1-1 0 0 0,-1 0 1 0 0,0 0-1 0 0,1 0 0 0 0,-1 1 0 0 0,0-1 1 0 0,0 0-1 0 0,1 1 0 0 0,-1-1 1 0 0,5 20 47 0 0,-7 21 130 0 0,1-35-153 0 0,0-1 0 0 0,0 1 0 0 0,0 0 0 0 0,1-1 0 0 0,0 1 0 0 0,0 0-1 0 0,0-1 1 0 0,1 1 0 0 0,0 0 0 0 0,0-1 0 0 0,3 10 0 0 0,-3-14-45 0 0,0 0 0 0 0,1 0 0 0 0,-1-1 0 0 0,0 1 0 0 0,0-1 1 0 0,1 1-1 0 0,-1-1 0 0 0,1 1 0 0 0,-1-1 0 0 0,0 0 0 0 0,1 1 0 0 0,-1-1 0 0 0,0 0 0 0 0,1 0 0 0 0,-1 0 0 0 0,1 0 0 0 0,-1 0 0 0 0,1-1 0 0 0,-1 1 0 0 0,0 0 1 0 0,1-1-1 0 0,-1 1 0 0 0,0-1 0 0 0,1 1 0 0 0,-1-1 0 0 0,2-1 0 0 0,34-19-1545 0 0,-28 14 332 0 0,-2 1 94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9:58.9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1 136 640 0 0,'2'0'100'0'0,"-1"0"0"0"0,1 0 0 0 0,0 0 0 0 0,-1 0 0 0 0,1 0 0 0 0,0 1 0 0 0,-1-1 0 0 0,1 0 0 0 0,0 1-1 0 0,-1 0 1 0 0,1-1 0 0 0,-1 1 0 0 0,1 0 0 0 0,-1 0 0 0 0,0-1 0 0 0,1 1 0 0 0,-1 1 0 0 0,2 1 0 0 0,17 8 1030 0 0,-19-11-1100 0 0,0 0 0 0 0,0 0 0 0 0,0 0-1 0 0,0 0 1 0 0,0 0 0 0 0,0-1 0 0 0,1 1 0 0 0,-1 0 0 0 0,0-1-1 0 0,0 1 1 0 0,0-1 0 0 0,0 1 0 0 0,0-1 0 0 0,0 1 0 0 0,0-1-1 0 0,-1 0 1 0 0,1 1 0 0 0,0-1 0 0 0,0 0 0 0 0,0 0 0 0 0,0-1-1 0 0,19-22 223 0 0,-14 16-179 0 0,-3 4-84 0 0,1-1 0 0 0,-1 0 0 0 0,0-1 0 0 0,0 1 0 0 0,-1-1 0 0 0,1 1 0 0 0,2-11 0 0 0,-4 13-20 0 0,-1-1 0 0 0,1 1 0 0 0,0 0-1 0 0,-1 0 1 0 0,0 0 0 0 0,0-1 0 0 0,0 1-1 0 0,0 0 1 0 0,0 0 0 0 0,-1-1 0 0 0,1 1-1 0 0,-1 0 1 0 0,0 0 0 0 0,0 0 0 0 0,-3-5-1 0 0,4 7 37 0 0,0 1 0 0 0,0-1 0 0 0,-1 1-1 0 0,1 0 1 0 0,0-1 0 0 0,0 1 0 0 0,-1-1 0 0 0,1 1-1 0 0,-1 0 1 0 0,1-1 0 0 0,0 1 0 0 0,-1 0-1 0 0,1 0 1 0 0,-1-1 0 0 0,1 1 0 0 0,-1 0 0 0 0,1 0-1 0 0,0 0 1 0 0,-1-1 0 0 0,1 1 0 0 0,-1 0-1 0 0,1 0 1 0 0,-1 0 0 0 0,1 0 0 0 0,-1 0-1 0 0,0 0 1 0 0,1 0 0 0 0,-1 0 0 0 0,1 0 0 0 0,-1 0-1 0 0,0 1 1 0 0,-16 11 300 0 0,-6 21 306 0 0,19-24-429 0 0,0-1 0 0 0,1 1 0 0 0,1 0-1 0 0,-1 0 1 0 0,1 0 0 0 0,1 0 0 0 0,0 0 0 0 0,0 0-1 0 0,1 0 1 0 0,0 0 0 0 0,0 0 0 0 0,1 0-1 0 0,3 12 1 0 0,-3-17-106 0 0,0 0 0 0 0,0 1 0 0 0,0-1 0 0 0,1 0 0 0 0,0 0 0 0 0,0 1 0 0 0,0-1 0 0 0,0-1 0 0 0,1 1 0 0 0,-1 0 0 0 0,1-1-1 0 0,0 1 1 0 0,0-1 0 0 0,1 0 0 0 0,-1 0 0 0 0,1 0 0 0 0,-1 0 0 0 0,1-1 0 0 0,0 1 0 0 0,0-1 0 0 0,0 0 0 0 0,0 0 0 0 0,0 0 0 0 0,1-1 0 0 0,-1 0-1 0 0,0 0 1 0 0,1 0 0 0 0,4 1 0 0 0,-1-2-214 0 0,-1 0 0 0 0,1 0 0 0 0,-1 0 0 0 0,1-1-1 0 0,8-2 1 0 0,35-13-4222 0 0,-25 6 1723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19:59.7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0 540 0 0,'4'87'5961'0'0,"8"61"-4288"0"0,-1-28-718 0 0,-11-85-724 0 0,-1-28-370 0 0,1 1 0 0 0,0-1 0 0 0,0 1 0 0 0,1 0 0 0 0,0-1 0 0 0,0 1 0 0 0,5 12 0 0 0,-6-20 24 0 0,3 3-530 0 0,-1-4-3345 0 0,6-4 2020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00.2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140 4 36 0 0,'-1'-1'110'0'0,"0"1"0"0"0,0-1 0 0 0,-1 1 1 0 0,1 0-1 0 0,0-1 0 0 0,0 1 0 0 0,0 0 0 0 0,0 0 0 0 0,-1 0 0 0 0,1 0 0 0 0,0 0 1 0 0,0 0-1 0 0,0 0 0 0 0,-1 0 0 0 0,1 0 0 0 0,0 1 0 0 0,0-1 0 0 0,0 0 1 0 0,0 1-1 0 0,0-1 0 0 0,0 1 0 0 0,-1-1 0 0 0,1 1 0 0 0,0 0 0 0 0,0-1 1 0 0,0 2-1 0 0,-35 22 854 0 0,31-20-670 0 0,-1 1-53 0 0,0 0-1 0 0,0 1 1 0 0,1-1 0 0 0,-1 1 0 0 0,1 1 0 0 0,0-1 0 0 0,1 1-1 0 0,0 0 1 0 0,0 0 0 0 0,-3 8 0 0 0,5-12-141 0 0,1 1-1 0 0,-1-1 1 0 0,1 1 0 0 0,0 0 0 0 0,0-1 0 0 0,1 1-1 0 0,-1 0 1 0 0,1 0 0 0 0,0-1 0 0 0,0 1-1 0 0,0 0 1 0 0,0 0 0 0 0,1 0 0 0 0,-1-1 0 0 0,1 1-1 0 0,0 0 1 0 0,0-1 0 0 0,1 1 0 0 0,-1-1-1 0 0,1 1 1 0 0,-1-1 0 0 0,1 0 0 0 0,4 5 0 0 0,-5-6-75 0 0,1 0 0 0 0,-1 0 1 0 0,1-1-1 0 0,0 1 0 0 0,-1-1 1 0 0,1 1-1 0 0,0-1 1 0 0,0 0-1 0 0,0 1 0 0 0,0-1 1 0 0,0 0-1 0 0,1-1 0 0 0,-1 1 1 0 0,0 0-1 0 0,0 0 1 0 0,1-1-1 0 0,-1 0 0 0 0,0 1 1 0 0,1-1-1 0 0,-1 0 1 0 0,3 0-1 0 0,-1-1-56 0 0,-1 0-1 0 0,1 1 1 0 0,0-2-1 0 0,-1 1 1 0 0,1 0 0 0 0,-1-1-1 0 0,0 1 1 0 0,0-1 0 0 0,1 0-1 0 0,-1 0 1 0 0,0-1 0 0 0,4-3-1 0 0,-3 3-71 0 0,-1-1-1 0 0,1 1 1 0 0,-1-1 0 0 0,0 0-1 0 0,0 0 1 0 0,0 0 0 0 0,0-1-1 0 0,-1 1 1 0 0,0 0-1 0 0,0-1 1 0 0,0 0 0 0 0,0 1-1 0 0,-1-1 1 0 0,0 0 0 0 0,0 0-1 0 0,0 0 1 0 0,-1 0-1 0 0,1 0 1 0 0,-1 0 0 0 0,-1-8-1 0 0,-9-7-193 0 0,4 19 229 0 0,0 13 99 0 0,5-5-16 0 0,0 1 0 0 0,1-1 0 0 0,0 0 0 0 0,0 1 0 0 0,1-1 0 0 0,0 0 0 0 0,0 1 0 0 0,1-1 1 0 0,0 0-1 0 0,0 0 0 0 0,0 0 0 0 0,1 0 0 0 0,0-1 0 0 0,1 1 0 0 0,-1-1 0 0 0,8 9 0 0 0,-9-13-199 0 0,0-1-1 0 0,0 0 0 0 0,1 0 1 0 0,-1 0-1 0 0,0 0 1 0 0,0 0-1 0 0,1-1 0 0 0,-1 1 1 0 0,1-1-1 0 0,-1 0 0 0 0,1 1 1 0 0,-1-1-1 0 0,1 0 1 0 0,-1-1-1 0 0,1 1 0 0 0,-1 0 1 0 0,0-1-1 0 0,1 1 0 0 0,-1-1 1 0 0,1 0-1 0 0,-1 1 1 0 0,0-1-1 0 0,4-2 0 0 0,4-1-1381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00.5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85 1 412 0 0,'-2'1'69'0'0,"0"0"1"0"0,0 0-1 0 0,0 1 1 0 0,1 0-1 0 0,-1-1 1 0 0,0 1-1 0 0,1 0 0 0 0,-1 0 1 0 0,1-1-1 0 0,-1 1 1 0 0,1 1-1 0 0,0-1 0 0 0,0 0 1 0 0,0 0-1 0 0,0 0 1 0 0,0 0-1 0 0,1 1 1 0 0,-1-1-1 0 0,1 0 0 0 0,-1 1 1 0 0,1-1-1 0 0,0 1 1 0 0,0-1-1 0 0,0 0 0 0 0,0 1 1 0 0,0-1-1 0 0,1 0 1 0 0,-1 1-1 0 0,1-1 1 0 0,-1 0-1 0 0,1 1 0 0 0,0-1 1 0 0,0 0-1 0 0,0 0 1 0 0,0 0-1 0 0,0 0 1 0 0,1 0-1 0 0,-1 0 0 0 0,1 0 1 0 0,-1 0-1 0 0,1 0 1 0 0,0-1-1 0 0,-1 1 0 0 0,1-1 1 0 0,0 1-1 0 0,0-1 1 0 0,0 0-1 0 0,0 1 1 0 0,0-1-1 0 0,4 1 0 0 0,12 7 54 0 0,-10-5-65 0 0,0 0-1 0 0,0 0 1 0 0,0 1 0 0 0,-1 0 0 0 0,0 0 0 0 0,8 8-1 0 0,-13-12-30 0 0,-1 1-1 0 0,0 0 0 0 0,0-1 0 0 0,0 1 0 0 0,1 0 0 0 0,-2 0 0 0 0,1 0 0 0 0,0 0 1 0 0,0-1-1 0 0,-1 1 0 0 0,1 0 0 0 0,-1 1 0 0 0,1-1 0 0 0,-1 0 0 0 0,0 0 1 0 0,0 0-1 0 0,0 0 0 0 0,0 0 0 0 0,0 0 0 0 0,0 0 0 0 0,-1 0 0 0 0,1 0 0 0 0,-1 0 1 0 0,1 0-1 0 0,-1 0 0 0 0,0 0 0 0 0,0 0 0 0 0,0 0 0 0 0,0-1 0 0 0,0 1 1 0 0,0 0-1 0 0,-3 2 0 0 0,-3 5 89 0 0,-1 0 0 0 0,0-1 0 0 0,0 0 1 0 0,0-1-1 0 0,-1 0 0 0 0,0 0 0 0 0,-1-1 1 0 0,0 0-1 0 0,0-1 0 0 0,0 0 0 0 0,0 0 0 0 0,-1-1 1 0 0,0-1-1 0 0,-16 4 0 0 0,26-6-127 0 0,1-1-1 0 0,-1 0 1 0 0,1 0 0 0 0,-1 0-1 0 0,1 0 1 0 0,-1 1-1 0 0,1-1 1 0 0,-1 0 0 0 0,1 0-1 0 0,-1 0 1 0 0,1 0 0 0 0,-1 0-1 0 0,1 0 1 0 0,-1 0 0 0 0,1 0-1 0 0,-1-1 1 0 0,1 1 0 0 0,-1 0-1 0 0,1 0 1 0 0,-1 0-1 0 0,1 0 1 0 0,0-1 0 0 0,-1 1-1 0 0,1 0 1 0 0,-1 0 0 0 0,1-1-1 0 0,0 1 1 0 0,-1 0 0 0 0,1-1-1 0 0,0 1 1 0 0,-1-1 0 0 0,1 1-1 0 0,0 0 1 0 0,-1-1-1 0 0,1 1 1 0 0,0-1 0 0 0,0 1-1 0 0,-1-1 1 0 0,1 1 0 0 0,0-1-1 0 0,0 1 1 0 0,0 0 0 0 0,0-1-1 0 0,0 1 1 0 0,0-1 0 0 0,0 1-1 0 0,0-1 1 0 0,0 1-1 0 0,0-1 1 0 0,0 1 0 0 0,0-1-1 0 0,0 1 1 0 0,0-1 0 0 0,0 1-1 0 0,1-1 1 0 0,-1 0 0 0 0,13-28-3239 0 0,0 12 1496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00.8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0 8 0 0,'-4'23'1693'0'0,"2"-1"1"0"0,0 45-1 0 0,21 98 1173 0 0,-8-91-2116 0 0,-12-55-1087 0 0,1-15-4627 0 0,-9-15 3049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01.1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54 424 0 0,'10'2'760'0'0,"0"-2"-60"0"0,7-1-84 0 0,8-4-112 0 0,2 1-240 0 0,2-5-324 0 0,0-2-476 0 0,16-1-580 0 0,-1-1 256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02.0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1 348 0 0,'21'19'2782'0'0,"-16"-11"-2526"0"0,0 1 1 0 0,-1-1-1 0 0,0 1 0 0 0,-1 1 0 0 0,0-1 0 0 0,0 0 0 0 0,-1 1 0 0 0,-1-1 1 0 0,2 15-1 0 0,-2 13 369 0 0,-3 43 1 0 0,0-18 18 0 0,2-42-468 0 0,4 155 1282 0 0,-1-154-1115 0 0,0-34-135 0 0,2-34-234 0 0,-4 1-137 0 0,15-264-1603 0 0,-16 305 1731 0 0,1 0-1 0 0,-1 0 1 0 0,1 0-1 0 0,0 0 1 0 0,1 1-1 0 0,-1-1 1 0 0,1 0-1 0 0,0 1 0 0 0,0-1 1 0 0,1 1-1 0 0,-1 0 1 0 0,1 0-1 0 0,0 0 1 0 0,3-4-1 0 0,-3 6 25 0 0,0 0 0 0 0,0 0 0 0 0,0 0 0 0 0,0 0 0 0 0,1 0 0 0 0,-1 1 0 0 0,0 0 0 0 0,1 0 0 0 0,-1 0 0 0 0,1 0 0 0 0,-1 0 0 0 0,1 0 0 0 0,0 1 0 0 0,-1 0 0 0 0,1 0-1 0 0,0 0 1 0 0,-1 0 0 0 0,1 1 0 0 0,6 0 0 0 0,-4 1 7 0 0,0-1 0 0 0,0 1 0 0 0,0 0 0 0 0,0 0-1 0 0,0 0 1 0 0,0 1 0 0 0,-1 0 0 0 0,1 0 0 0 0,-1 0 0 0 0,0 1-1 0 0,0 0 1 0 0,0 0 0 0 0,-1 0 0 0 0,6 6 0 0 0,-9-8 9 0 0,1 0 1 0 0,-1 0 0 0 0,1 1 0 0 0,-1-1-1 0 0,0 0 1 0 0,0 1 0 0 0,0-1 0 0 0,0 1-1 0 0,0-1 1 0 0,-1 1 0 0 0,1-1 0 0 0,-1 1-1 0 0,0-1 1 0 0,1 1 0 0 0,-1 0 0 0 0,0-1-1 0 0,-1 1 1 0 0,1 0 0 0 0,0-1 0 0 0,-1 1-1 0 0,1-1 1 0 0,-1 1 0 0 0,0-1 0 0 0,0 1-1 0 0,0-1 1 0 0,0 0 0 0 0,-1 1 0 0 0,1-1-1 0 0,0 0 1 0 0,-1 0 0 0 0,0 0 0 0 0,1 0-1 0 0,-1 0 1 0 0,0 0 0 0 0,0 0 0 0 0,-2 1-1 0 0,-30 25 258 0 0,0-1 0 0 0,-49 27-1 0 0,82-54-249 0 0,1 1-1 0 0,-1 0 1 0 0,0-1-1 0 0,1 1 1 0 0,-1 0-1 0 0,0 0 1 0 0,1-1-1 0 0,-1 1 1 0 0,1 0-1 0 0,0 0 1 0 0,-1 0-1 0 0,1 0 1 0 0,-1 0-1 0 0,1-1 1 0 0,0 1-1 0 0,0 0 1 0 0,0 0 0 0 0,-1 0-1 0 0,1 0 1 0 0,0 0-1 0 0,0 0 1 0 0,0 0-1 0 0,0 0 1 0 0,1 0-1 0 0,-1 0 1 0 0,0 0-1 0 0,0 0 1 0 0,0 0-1 0 0,1 0 1 0 0,-1-1-1 0 0,1 1 1 0 0,-1 0-1 0 0,0 0 1 0 0,1 0-1 0 0,0 0 1 0 0,-1-1-1 0 0,1 1 1 0 0,0 1-1 0 0,31 33 158 0 0,-24-27-130 0 0,19 18-54 0 0,3-1-1 0 0,0-1 1 0 0,1-2-1 0 0,66 36 1 0 0,-87-54-656 0 0,-10-3 592 0 0,0-1 1 0 0,1 0-1 0 0,-1 0 0 0 0,0 0 0 0 0,0 0 1 0 0,0 0-1 0 0,0 0 0 0 0,1 0 0 0 0,-1 0 0 0 0,0 0 1 0 0,0 0-1 0 0,0 1 0 0 0,0-1 0 0 0,1 0 1 0 0,-1 0-1 0 0,0 0 0 0 0,0 0 0 0 0,0 0 1 0 0,0 0-1 0 0,1 0 0 0 0,-1 0 0 0 0,0 0 1 0 0,0-1-1 0 0,0 1 0 0 0,0 0 0 0 0,1 0 1 0 0,-1 0-1 0 0,0 0 0 0 0,0 0 0 0 0,0 0 1 0 0,0 0-1 0 0,0 0 0 0 0,1 0 0 0 0,-1 0 1 0 0,0-1-1 0 0,0 1 0 0 0,0 0 0 0 0,0 0 1 0 0,0 0-1 0 0,0 0 0 0 0,0 0 0 0 0,1-1 1 0 0,-1 1-1 0 0,0 0 0 0 0,0 0 0 0 0,0 0 1 0 0,0 0-1 0 0,0 0 0 0 0,0-1 0 0 0,0 1 1 0 0,0 0-1 0 0,0 0 0 0 0,0 0 0 0 0,0-1 1 0 0,0 1-1 0 0,0 0 0 0 0,0 0 0 0 0,0 0 1 0 0,0 0-1 0 0,0-1 0 0 0,0 1 0 0 0,-2-6-1690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02.3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101 0 572 0 0,'-2'1'178'0'0,"0"0"-1"0"0,0 0 0 0 0,0 0 1 0 0,0 0-1 0 0,0 0 1 0 0,0 0-1 0 0,0 0 1 0 0,1 1-1 0 0,-1-1 1 0 0,1 1-1 0 0,-1-1 0 0 0,1 1 1 0 0,-3 3-1 0 0,-16 27 985 0 0,16-25-873 0 0,-4 7 132 0 0,1 0-1 0 0,1 0 1 0 0,0 1-1 0 0,1 0 1 0 0,0 0-1 0 0,1 0 1 0 0,1 1-1 0 0,1-1 1 0 0,0 1-1 0 0,1 31 1 0 0,1-41-329 0 0,0 1 1 0 0,1 0-1 0 0,0 0 1 0 0,0 0-1 0 0,0-1 1 0 0,1 1-1 0 0,0-1 1 0 0,0 1-1 0 0,1-1 0 0 0,0 0 1 0 0,0 0-1 0 0,1 0 1 0 0,-1 0-1 0 0,1 0 1 0 0,1-1-1 0 0,-1 0 1 0 0,1 0-1 0 0,-1 0 1 0 0,2 0-1 0 0,-1-1 1 0 0,0 0-1 0 0,1 0 0 0 0,0 0 1 0 0,0-1-1 0 0,0 1 1 0 0,0-2-1 0 0,9 4 1 0 0,-8-4-219 0 0,1 0 1 0 0,-1-1-1 0 0,1 0 0 0 0,0 0 1 0 0,0-1-1 0 0,0 0 0 0 0,-1 0 1 0 0,1-1-1 0 0,0 0 1 0 0,-1 0-1 0 0,15-5 0 0 0,-11 3-1019 0 0,-1-1 0 0 0,1-1 0 0 0,-1 0 0 0 0,12-7-1 0 0,-8 4-1378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02.6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72 0 660 0 0,'2'4'416'0'0,"0"1"-1"0"0,0-1 1 0 0,-1 1-1 0 0,1 0 1 0 0,-1-1-1 0 0,0 1 1 0 0,0 0-1 0 0,-1 0 1 0 0,1-1-1 0 0,-1 1 1 0 0,0 0 0 0 0,-1 9-1 0 0,-13 60 1853 0 0,12-65-2006 0 0,-8 39 347 0 0,-15 53 1101 0 0,21-89-3263 0 0,-1 0-1 0 0,0-1 1 0 0,-10 17-1 0 0,11-22-1091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03.3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34 0 100 0 0,'-5'8'360'0'0,"1"0"-1"0"0,0 0 1 0 0,0 1-1 0 0,1-1 1 0 0,0 1-1 0 0,0-1 1 0 0,1 1-1 0 0,0 0 1 0 0,1 0-1 0 0,0 0 1 0 0,0 10-1 0 0,1 5 187 0 0,0 1-1 0 0,9 46 1 0 0,0-21 67 0 0,3-1 0 0 0,1 0 1 0 0,29 64-1 0 0,-42-112-634 0 0,0 0 1 0 0,0 0-1 0 0,1 0 1 0 0,-1 0-1 0 0,0 0 0 0 0,1 0 1 0 0,-1 0-1 0 0,1 0 0 0 0,0 0 1 0 0,-1 0-1 0 0,1 0 0 0 0,0 0 1 0 0,-1 0-1 0 0,1 0 0 0 0,0 0 1 0 0,0-1-1 0 0,0 1 1 0 0,0 0-1 0 0,0-1 0 0 0,0 1 1 0 0,0-1-1 0 0,0 1 0 0 0,0-1 1 0 0,0 1-1 0 0,0-1 0 0 0,0 0 1 0 0,0 1-1 0 0,0-1 0 0 0,0 0 1 0 0,3 0-1 0 0,-2-1-97 0 0,0 0 0 0 0,0 0 0 0 0,0-1-1 0 0,0 1 1 0 0,-1 0 0 0 0,1-1 0 0 0,0 0 0 0 0,-1 1-1 0 0,1-1 1 0 0,-1 0 0 0 0,1 0 0 0 0,-1 0 0 0 0,0 0 0 0 0,0 0-1 0 0,2-4 1 0 0,15-32-2843 0 0,-8 18 1265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03.9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107 17 152 0 0,'-5'27'2425'0'0,"-34"33"-199"0"0,26-42-1335 0 0,-20 37 0 0 0,30-50-714 0 0,1 1-1 0 0,-1-1 1 0 0,1 1-1 0 0,1 0 0 0 0,-1 0 1 0 0,1 0-1 0 0,0 0 1 0 0,0 0-1 0 0,1 0 1 0 0,-1 0-1 0 0,2 9 1 0 0,-1-12-118 0 0,0-1-1 0 0,1 1 1 0 0,-1-1 0 0 0,1 1-1 0 0,0-1 1 0 0,-1 0 0 0 0,1 1 0 0 0,0-1-1 0 0,0 0 1 0 0,0 0 0 0 0,1 0 0 0 0,-1 1-1 0 0,0-1 1 0 0,1 0 0 0 0,0-1-1 0 0,-1 1 1 0 0,1 0 0 0 0,0 0 0 0 0,0-1-1 0 0,0 1 1 0 0,0-1 0 0 0,3 2 0 0 0,-1-2-30 0 0,-1 0 0 0 0,1 0 0 0 0,0 0 0 0 0,0 0 0 0 0,-1-1 0 0 0,1 0 0 0 0,0 1 0 0 0,0-2 0 0 0,0 1 0 0 0,0 0 0 0 0,0-1 0 0 0,-1 1 0 0 0,5-2 0 0 0,3-2-112 0 0,0 1 1 0 0,0-2-1 0 0,-1 1 1 0 0,1-2-1 0 0,-1 1 1 0 0,0-1-1 0 0,0-1 1 0 0,14-12 0 0 0,-19 14-52 0 0,-1-1 0 0 0,1 1 0 0 0,-1-1 0 0 0,0 0 0 0 0,0 0 0 0 0,-1 0 0 0 0,0-1 0 0 0,0 1 0 0 0,-1-1 0 0 0,1 0 0 0 0,-1 0 0 0 0,-1 1 0 0 0,0-1 0 0 0,1-1 0 0 0,-2 1 1 0 0,1-10-1 0 0,-1 13 86 0 0,-1 1 1 0 0,1-1 0 0 0,-1 0 0 0 0,1 1 0 0 0,-1-1 0 0 0,0 1 0 0 0,-1-1 0 0 0,1 1 0 0 0,-1 0-1 0 0,1-1 1 0 0,-1 1 0 0 0,0 0 0 0 0,0 0 0 0 0,0 0 0 0 0,0 0 0 0 0,-1 1 0 0 0,1-1-1 0 0,-1 0 1 0 0,0 1 0 0 0,0 0 0 0 0,0 0 0 0 0,0 0 0 0 0,0 0 0 0 0,0 0 0 0 0,-1 0-1 0 0,1 1 1 0 0,0 0 0 0 0,-1 0 0 0 0,1 0 0 0 0,-1 0 0 0 0,0 0 0 0 0,1 1 0 0 0,-6-1 0 0 0,-19 2-67 0 0,27-1 109 0 0,0 0 0 0 0,1 0 0 0 0,-1 0 0 0 0,0 0 0 0 0,0 0 1 0 0,0 0-1 0 0,1 0 0 0 0,-1 1 0 0 0,0-1 0 0 0,0 0 0 0 0,1 0 0 0 0,-1 1 0 0 0,0-1 0 0 0,1 1 0 0 0,-1-1 0 0 0,0 1 0 0 0,1-1 0 0 0,-1 1 0 0 0,1-1 0 0 0,-1 1 0 0 0,1-1 0 0 0,-1 1 0 0 0,1 0 0 0 0,-1-1 1 0 0,1 1-1 0 0,-1 0 0 0 0,1 0 0 0 0,0-1 0 0 0,0 1 0 0 0,-1 1 0 0 0,3-1-28 0 0,1 1 0 0 0,-1-1 0 0 0,1 0 0 0 0,-1 0-1 0 0,1-1 1 0 0,-1 1 0 0 0,1 0 0 0 0,0-1 0 0 0,-1 0 0 0 0,1 1 0 0 0,0-1 0 0 0,3-1 0 0 0,-6 1 21 0 0,33-1-140 0 0,-1-2 0 0 0,1-2 1 0 0,60-15-1 0 0,-57 11 36 0 0,38-21 838 0 0,-74 29-562 0 0,0 1-17 0 0,0 0-1 0 0,-4 2-67 0 0,1 1-1 0 0,-1-1 1 0 0,1 0 0 0 0,0 1 0 0 0,0 0-1 0 0,0-1 1 0 0,0 1 0 0 0,0 1 0 0 0,1-1 0 0 0,-1 0-1 0 0,1 1 1 0 0,-3 3 0 0 0,-1 2 72 0 0,-3 3 81 0 0,0 0 0 0 0,1 1 0 0 0,0 0 0 0 0,1 0 0 0 0,-7 21 0 0 0,11-27-97 0 0,1 0 0 0 0,0-1 0 0 0,0 1 0 0 0,1 1 0 0 0,0-1 0 0 0,0 0 0 0 0,1 0 0 0 0,0 0 0 0 0,0 0 0 0 0,0 0 0 0 0,1 1 0 0 0,0-1 0 0 0,4 11 0 0 0,-4-16-90 0 0,-1 1 0 0 0,1-1 0 0 0,1 1 0 0 0,-1-1 0 0 0,0 1 0 0 0,1-1 0 0 0,-1 0 0 0 0,1 0 0 0 0,-1 0 0 0 0,1 0 0 0 0,0 0 0 0 0,0 0 0 0 0,0 0 0 0 0,0-1 0 0 0,0 1 0 0 0,1-1 0 0 0,-1 1 0 0 0,0-1 0 0 0,1 0 0 0 0,-1 0-1 0 0,5 1 1 0 0,-2-1-30 0 0,-1 0-1 0 0,0-1 1 0 0,1 0-1 0 0,-1 0 0 0 0,1 0 1 0 0,-1-1-1 0 0,1 1 0 0 0,-1-1 1 0 0,0 0-1 0 0,1 0 0 0 0,-1-1 1 0 0,6-2-1 0 0,-4 2-125 0 0,0-1-1 0 0,1 0 0 0 0,-1-1 0 0 0,-1 1 1 0 0,1-1-1 0 0,0 0 0 0 0,-1-1 1 0 0,0 1-1 0 0,0-1 0 0 0,0 0 1 0 0,-1-1-1 0 0,1 1 0 0 0,-1-1 1 0 0,-1 0-1 0 0,1 1 0 0 0,-1-2 0 0 0,3-7 1 0 0,-5 10 17 0 0,0 0 0 0 0,0 0 0 0 0,-1 0-1 0 0,0 0 1 0 0,0 0 0 0 0,0 0 0 0 0,0 1 0 0 0,-1-1 0 0 0,1 0 0 0 0,-1 0 0 0 0,0 0 0 0 0,0 0 0 0 0,-1 0 0 0 0,1 1 0 0 0,-1-1 0 0 0,1 1-1 0 0,-1-1 1 0 0,0 1 0 0 0,-1 0 0 0 0,1-1 0 0 0,-1 1 0 0 0,1 0 0 0 0,-1 1 0 0 0,0-1 0 0 0,0 0 0 0 0,0 1 0 0 0,-5-3 0 0 0,1 0-80 0 0,-1 1 1 0 0,0 0 0 0 0,0 0-1 0 0,-1 1 1 0 0,1 0 0 0 0,-1 1 0 0 0,1-1-1 0 0,-1 2 1 0 0,0-1 0 0 0,0 1-1 0 0,-9 1 1 0 0,18 0 152 0 0,0 0 0 0 0,0 0 0 0 0,0-1 1 0 0,-1 1-1 0 0,1 0 0 0 0,0 0 0 0 0,0 0 0 0 0,0 0 0 0 0,0 0 0 0 0,0 0 1 0 0,0 0-1 0 0,0 0 0 0 0,0 0 0 0 0,0 0 0 0 0,0 0 0 0 0,0 0 1 0 0,-1 0-1 0 0,1 0 0 0 0,0-1 0 0 0,0 1 0 0 0,0 0 0 0 0,0 0 0 0 0,0 0 1 0 0,0 0-1 0 0,0 0 0 0 0,0 0 0 0 0,0 0 0 0 0,0 0 0 0 0,0 0 0 0 0,0-1 1 0 0,0 1-1 0 0,0 0 0 0 0,0 0 0 0 0,0 0 0 0 0,0 0 0 0 0,0 0 0 0 0,0 0 1 0 0,0 0-1 0 0,0 0 0 0 0,0-1 0 0 0,0 1 0 0 0,0 0 0 0 0,0 0 0 0 0,0 0 1 0 0,0 0-1 0 0,1 0 0 0 0,-1 0 0 0 0,0 0 0 0 0,0 0 0 0 0,0 0 0 0 0,0 0 1 0 0,0-1-1 0 0,0 1 0 0 0,0 0 0 0 0,0 0 0 0 0,0 0 0 0 0,0 0 0 0 0,1 0 1 0 0,-1 0-1 0 0,0 0 0 0 0,0 0 0 0 0,0 0 0 0 0,0 0 0 0 0,0 0 0 0 0,0 0 1 0 0,0 0-1 0 0,6-5-596 0 0,2 0-332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04.3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1 236 0 0,'7'13'802'0'0,"0"0"1"0"0,-1 0-1 0 0,0 1 0 0 0,-1 0 0 0 0,-1 0 1 0 0,0 0-1 0 0,3 22 0 0 0,2 105 1507 0 0,-8-108-1834 0 0,0-23-395 0 0,-1-1 0 0 0,0 0 0 0 0,0 0 0 0 0,-1 1-1 0 0,0-1 1 0 0,-1 0 0 0 0,0 0 0 0 0,-4 11 0 0 0,6-20-283 0 0,0 0-67 0 0,1-10-41 0 0,1-1 0 0 0,1 1 0 0 0,0-1 1 0 0,1 1-1 0 0,-1 0 0 0 0,2 1 0 0 0,0-1 1 0 0,0 1-1 0 0,10-14 0 0 0,5-12-688 0 0,2-7-1766 0 0,-10 23 1181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04.6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91 30 1976 0 0,'7'-9'40'0'0,"11"-11"706"0"0,-18 20-506 0 0,-18 10 557 0 0,13-6-630 0 0,-5 2 121 0 0,1 0 1 0 0,-1 0-1 0 0,1 1 1 0 0,1 1-1 0 0,0-1 0 0 0,0 1 1 0 0,0 1-1 0 0,1-1 1 0 0,-8 13-1 0 0,15-20-263 0 0,0 0 1 0 0,-1-1-1 0 0,1 1 0 0 0,0 0 1 0 0,0 0-1 0 0,0 0 1 0 0,0-1-1 0 0,0 1 0 0 0,0 0 1 0 0,0 0-1 0 0,0 0 0 0 0,1-1 1 0 0,-1 1-1 0 0,0 0 1 0 0,0 0-1 0 0,1 0 0 0 0,-1-1 1 0 0,0 1-1 0 0,1 0 0 0 0,-1-1 1 0 0,1 1-1 0 0,-1 0 0 0 0,1-1 1 0 0,-1 1-1 0 0,1 0 1 0 0,-1-1-1 0 0,1 1 0 0 0,0-1 1 0 0,-1 1-1 0 0,1-1 0 0 0,0 0 1 0 0,-1 1-1 0 0,1-1 1 0 0,0 0-1 0 0,0 1 0 0 0,-1-1 1 0 0,1 0-1 0 0,0 0 0 0 0,1 1 1 0 0,39 8 296 0 0,-33-7-234 0 0,78 9 109 0 0,-65-9-1164 0 0,-1 0 0 0 0,0 1 0 0 0,0 1 0 0 0,31 10 1 0 0,-34-6-1080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05.6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244 152 328 0 0,'-10'-7'2696'0'0,"-10"-6"143"0"0,15 10-2189 0 0,1-1 425 0 0,6 4-511 0 0,10-1-687 0 0,-11 1 89 0 0,0 0 33 0 0,-1 0 1 0 0,0 0-1 0 0,1 0 0 0 0,-1 0 1 0 0,1 0-1 0 0,-1 0 1 0 0,1 0-1 0 0,-1 0 0 0 0,1 0 1 0 0,-1 0-1 0 0,1 0 1 0 0,-1 0-1 0 0,1 0 0 0 0,-1 0 1 0 0,0 0-1 0 0,1-1 1 0 0,-1 1-1 0 0,1 0 0 0 0,-1 0 1 0 0,0-1-1 0 0,1 1 1 0 0,-1 0-1 0 0,1 0 1 0 0,-1-1-1 0 0,0 1 0 0 0,1 0 1 0 0,-1-1-1 0 0,0 1 1 0 0,0-1-1 0 0,1 1 0 0 0,-1-1 1 0 0,0 1 7 0 0,0 0 0 0 0,-1 0 0 0 0,1 0 0 0 0,0 0 0 0 0,0 0 0 0 0,0 1 0 0 0,-1-1 1 0 0,1 0-1 0 0,0 0 0 0 0,0 0 0 0 0,0 0 0 0 0,-1 0 0 0 0,1-1 0 0 0,0 1 0 0 0,0 0 0 0 0,-1 0 0 0 0,1 0 0 0 0,0 0 1 0 0,0 0-1 0 0,0 0 0 0 0,-1 0 0 0 0,1 0 0 0 0,0 0 0 0 0,0 0 0 0 0,0-1 0 0 0,0 1 0 0 0,-1 0 0 0 0,1 0 0 0 0,0 0 1 0 0,0 0-1 0 0,0-1 0 0 0,0 1 0 0 0,0 0 0 0 0,0 0 0 0 0,-1 0 0 0 0,1 0 0 0 0,0-1 0 0 0,0 1 0 0 0,0 0 1 0 0,0 0-1 0 0,0-1 0 0 0,0 1 0 0 0,0 0 0 0 0,0 0 0 0 0,0 0 0 0 0,0-1 0 0 0,0 1 0 0 0,0 0 0 0 0,0 0 0 0 0,0 0 1 0 0,0-1-1 0 0,0 1 0 0 0,0 0 0 0 0,0 0 0 0 0,0 0 0 0 0,1-1 0 0 0,-11 4 117 0 0,1 0-1 0 0,0 0 1 0 0,0 1-1 0 0,1 0 1 0 0,-1 0-1 0 0,1 1 1 0 0,0 0-1 0 0,0 1 1 0 0,0 0 0 0 0,1 0-1 0 0,0 1 1 0 0,-8 9-1 0 0,12-13-49 0 0,0 1 1 0 0,0 0-1 0 0,0 1 1 0 0,1-1-1 0 0,-1 0 0 0 0,1 1 1 0 0,0-1-1 0 0,1 1 0 0 0,-1-1 1 0 0,1 1-1 0 0,0 0 0 0 0,0 0 1 0 0,0 0-1 0 0,0 0 0 0 0,1 0 1 0 0,0 0-1 0 0,0 0 0 0 0,1 0 1 0 0,-1-1-1 0 0,1 1 0 0 0,0 0 1 0 0,0 0-1 0 0,1 0 0 0 0,-1-1 1 0 0,5 9-1 0 0,-5-11-52 0 0,0 0-1 0 0,0 0 1 0 0,0 0-1 0 0,0 0 1 0 0,1 0-1 0 0,-1-1 1 0 0,1 1-1 0 0,-1 0 1 0 0,1-1-1 0 0,0 1 1 0 0,-1-1 0 0 0,1 0-1 0 0,0 1 1 0 0,0-1-1 0 0,0 0 1 0 0,0 0-1 0 0,0 0 1 0 0,0 0-1 0 0,1-1 1 0 0,-1 1-1 0 0,2 0 1 0 0,0-1-3 0 0,0 0-1 0 0,0 0 1 0 0,0 0 0 0 0,0-1-1 0 0,0 1 1 0 0,0-1 0 0 0,-1 0-1 0 0,1 0 1 0 0,0 0 0 0 0,0-1-1 0 0,4-2 1 0 0,0 0-39 0 0,0 0-1 0 0,-1-1 1 0 0,0 0-1 0 0,0 0 1 0 0,0-1 0 0 0,-1 0-1 0 0,0 0 1 0 0,0 0-1 0 0,0-1 1 0 0,6-11-1 0 0,-8 10-78 0 0,0 0 0 0 0,0 0-1 0 0,-1-1 1 0 0,0 1 0 0 0,-1-1-1 0 0,0 0 1 0 0,0 0 0 0 0,1-14-1 0 0,-2 41 60 0 0,1-1-1 0 0,5 18 1 0 0,-5-24 55 0 0,-1-5 21 0 0,0 0 0 0 0,1 1 0 0 0,0-2-1 0 0,0 1 1 0 0,0 0 0 0 0,1 0-1 0 0,0-1 1 0 0,0 1 0 0 0,4 5 0 0 0,-6-10-26 0 0,1 1 0 0 0,-1-1 0 0 0,1 1 1 0 0,-1-1-1 0 0,1 1 0 0 0,0-1 0 0 0,0 0 0 0 0,0 0 1 0 0,-1 0-1 0 0,1 0 0 0 0,0 0 0 0 0,0 0 1 0 0,0-1-1 0 0,1 1 0 0 0,-1-1 0 0 0,0 1 1 0 0,0-1-1 0 0,0 0 0 0 0,0 0 0 0 0,0 0 1 0 0,1 0-1 0 0,-1 0 0 0 0,0 0 0 0 0,0 0 0 0 0,0-1 1 0 0,0 1-1 0 0,0-1 0 0 0,4-1 0 0 0,1-1-45 0 0,-1 1 0 0 0,1-1 0 0 0,-1 0 0 0 0,0 0-1 0 0,0-1 1 0 0,0 0 0 0 0,0 0 0 0 0,-1-1-1 0 0,0 1 1 0 0,1-1 0 0 0,-2 0 0 0 0,1 0-1 0 0,-1-1 1 0 0,1 0 0 0 0,4-8 0 0 0,-7 8-15 0 0,1 0 0 0 0,-1-1-1 0 0,-1 1 1 0 0,1 0 0 0 0,-1-1 0 0 0,0 1 0 0 0,0-1 0 0 0,-1 1 0 0 0,0-1 0 0 0,0 1 0 0 0,0-1-1 0 0,-1 1 1 0 0,0-1 0 0 0,-1 1 0 0 0,1-1 0 0 0,-5-10 0 0 0,3 10 29 0 0,0-1 0 0 0,-1 0 0 0 0,1 1 0 0 0,-1 0 0 0 0,-1 0 1 0 0,0 0-1 0 0,0 0 0 0 0,0 1 0 0 0,-1-1 0 0 0,1 1 0 0 0,-2 1 0 0 0,1-1 0 0 0,0 1 0 0 0,-1 0 0 0 0,0 1 1 0 0,0 0-1 0 0,-14-6 0 0 0,12 7 39 0 0,0 0 0 0 0,0 0 1 0 0,0 1-1 0 0,0 1 1 0 0,0 0-1 0 0,0 0 0 0 0,-1 1 1 0 0,1 0-1 0 0,0 0 0 0 0,-1 1 1 0 0,1 0-1 0 0,0 1 0 0 0,0 0 1 0 0,0 0-1 0 0,-17 8 0 0 0,10-4 53 0 0,1 2 1 0 0,-1 0-1 0 0,1 0 0 0 0,1 2 0 0 0,0 0 0 0 0,0 0 0 0 0,1 1 0 0 0,0 1 1 0 0,-11 13-1 0 0,17-16 38 0 0,1-1 0 0 0,0 1 1 0 0,0 1-1 0 0,1-1 0 0 0,0 1 0 0 0,0 0 1 0 0,1 0-1 0 0,1 0 0 0 0,0 1 1 0 0,0-1-1 0 0,1 1 0 0 0,0 0 1 0 0,1-1-1 0 0,0 1 0 0 0,1 20 1 0 0,1-21-13 0 0,0 0 0 0 0,1 0 0 0 0,0 0 0 0 0,0-1 0 0 0,1 1 1 0 0,1 0-1 0 0,-1-1 0 0 0,2 0 0 0 0,-1 0 0 0 0,1 0 1 0 0,0-1-1 0 0,1 1 0 0 0,0-1 0 0 0,1-1 0 0 0,-1 1 1 0 0,1-1-1 0 0,1 0 0 0 0,-1 0 0 0 0,1-1 0 0 0,0 0 1 0 0,1-1-1 0 0,-1 0 0 0 0,1 0 0 0 0,0-1 0 0 0,1 0 1 0 0,18 5-1 0 0,-8-4-166 0 0,0 0 0 0 0,1-2 0 0 0,-1-1 0 0 0,1 0 0 0 0,36-2 0 0 0,-38-2-2044 0 0,0-1-1 0 0,0 0 1 0 0,31-11-1 0 0,-25 4-1691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11.1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20 292 0 0,'3'-20'5826'0'0,"3"36"-4269"0"0,3 33-1281 0 0,16 329 1451 0 0,-17-324-819 0 0,-8-53-814 0 0,0-1-12 0 0,0 0-14 0 0,0-19 20 0 0,5-48-488 0 0,2 0 0 0 0,3 1-1 0 0,24-84 1 0 0,-29 128 318 0 0,-4 19 69 0 0,11-37-166 0 0,-12 38 170 0 0,1 0-1 0 0,-1 0 0 0 0,1 0 0 0 0,0 0 0 0 0,0 0 1 0 0,0 0-1 0 0,0 0 0 0 0,0 1 0 0 0,0-1 0 0 0,1 0 1 0 0,-1 1-1 0 0,1-1 0 0 0,-1 1 0 0 0,1-1 0 0 0,-1 1 1 0 0,3-1-1 0 0,-3 2 10 0 0,-1 0 0 0 0,1 0 1 0 0,0 0-1 0 0,-1 1 0 0 0,1-1 0 0 0,0 0 1 0 0,-1 1-1 0 0,1-1 0 0 0,0 1 0 0 0,-1-1 1 0 0,1 0-1 0 0,-1 1 0 0 0,1 0 0 0 0,-1-1 1 0 0,1 1-1 0 0,-1-1 0 0 0,1 1 0 0 0,-1-1 1 0 0,0 1-1 0 0,1 0 0 0 0,-1-1 1 0 0,1 3-1 0 0,9 18 13 0 0,-8-17-10 0 0,13 33 188 0 0,-2 0 0 0 0,-2 1 0 0 0,-1 0 0 0 0,-2 0 0 0 0,5 68 0 0 0,-15-34 1153 0 0,2-71-1221 0 0,0-1-9 0 0,0-3-3 0 0,3-22-189 0 0,0 0 0 0 0,2 0 0 0 0,1 1-1 0 0,14-40 1 0 0,-6 21-194 0 0,-13 39 236 0 0,5-19-261 0 0,1 0 0 0 0,1 1 0 0 0,2 0 0 0 0,0 0 1 0 0,20-32-1 0 0,-29 53 286 0 0,0-1-1 0 0,0 1 1 0 0,0 0 0 0 0,0 0 0 0 0,0 0-1 0 0,0 0 1 0 0,0 0 0 0 0,0 0 0 0 0,0 1-1 0 0,1-1 1 0 0,-1 0 0 0 0,0 0 0 0 0,0 1-1 0 0,1-1 1 0 0,-1 1 0 0 0,1-1 0 0 0,-1 1-1 0 0,0 0 1 0 0,1 0 0 0 0,-1-1 0 0 0,1 1-1 0 0,-1 0 1 0 0,1 0 0 0 0,-1 0 0 0 0,1 1-1 0 0,-1-1 1 0 0,0 0 0 0 0,1 0 0 0 0,-1 1-1 0 0,1-1 1 0 0,-1 1 0 0 0,0-1 0 0 0,1 1-1 0 0,-1 0 1 0 0,0-1 0 0 0,0 1 0 0 0,1 0 0 0 0,-1 0-1 0 0,0 0 1 0 0,0 0 0 0 0,0 0 0 0 0,0 0-1 0 0,1 2 1 0 0,3 2 34 0 0,0 1 0 0 0,0 0 0 0 0,-1 0-1 0 0,0 1 1 0 0,0-1 0 0 0,-1 1 0 0 0,4 9 0 0 0,11 28 201 0 0,-2 0 0 0 0,-3 2 0 0 0,-1 0 1 0 0,-2 0-1 0 0,-3 1 0 0 0,3 63 0 0 0,-12-80 63 0 0,0-50-1711 0 0,5-19-3197 0 0,-2 13 1945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11.6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191 67 108 0 0,'1'-2'196'0'0,"-1"0"0"0"0,0 0 0 0 0,1 0 0 0 0,-1 0-1 0 0,0-1 1 0 0,0 1 0 0 0,0 0 0 0 0,0 0 0 0 0,0 0 0 0 0,-1 0 0 0 0,1-1 0 0 0,-1 1 0 0 0,1 0-1 0 0,-1 0 1 0 0,0 0 0 0 0,0 0 0 0 0,0 0 0 0 0,0 0 0 0 0,0 1 0 0 0,0-1 0 0 0,-1 0 0 0 0,1 0-1 0 0,0 1 1 0 0,-1-1 0 0 0,0 1 0 0 0,1-1 0 0 0,-1 1 0 0 0,0 0 0 0 0,0-1 0 0 0,1 1-1 0 0,-1 0 1 0 0,0 0 0 0 0,0 1 0 0 0,0-1 0 0 0,0 0 0 0 0,-1 0 0 0 0,1 1 0 0 0,0 0 0 0 0,-3-1-1 0 0,0 0-115 0 0,0 0-1 0 0,0 1 0 0 0,-1 0 0 0 0,1 0 0 0 0,0 0 0 0 0,-1 1 0 0 0,1-1 0 0 0,0 1 0 0 0,0 0 0 0 0,0 1 0 0 0,0-1 0 0 0,0 1 1 0 0,0 0-1 0 0,0 1 0 0 0,-6 3 0 0 0,6-2-37 0 0,0 0 1 0 0,0 0 0 0 0,0 1-1 0 0,1 0 1 0 0,0 0 0 0 0,0 0-1 0 0,0 0 1 0 0,1 1-1 0 0,0-1 1 0 0,0 1 0 0 0,0 0-1 0 0,1 0 1 0 0,-2 6-1 0 0,3-8-29 0 0,0-1 0 0 0,0 1 0 0 0,1-1 0 0 0,-1 1-1 0 0,1 0 1 0 0,0-1 0 0 0,0 1 0 0 0,1 0-1 0 0,-1-1 1 0 0,1 1 0 0 0,0-1 0 0 0,0 1 0 0 0,0-1-1 0 0,0 1 1 0 0,0-1 0 0 0,1 0 0 0 0,0 1-1 0 0,0-1 1 0 0,-1 0 0 0 0,2 0 0 0 0,-1 0 0 0 0,0-1-1 0 0,1 1 1 0 0,4 4 0 0 0,5 2-1 0 0,0-1 0 0 0,1-1 0 0 0,0 0 0 0 0,0 0 0 0 0,0-1 1 0 0,1-1-1 0 0,17 5 0 0 0,-16-6-69 0 0,-1 0 0 0 0,0 1 1 0 0,0 1-1 0 0,-1 1 0 0 0,0 0 1 0 0,0 0-1 0 0,14 11 0 0 0,-25-15 35 0 0,1-1-1 0 0,-1 0 0 0 0,0 1 0 0 0,1-1 1 0 0,-1 1-1 0 0,0 0 0 0 0,-1 0 0 0 0,1-1 1 0 0,0 1-1 0 0,-1 0 0 0 0,0 1 0 0 0,1-1 1 0 0,-1 0-1 0 0,-1 0 0 0 0,1 0 1 0 0,0 1-1 0 0,-1-1 0 0 0,1 6 0 0 0,-2-3 14 0 0,1-1 0 0 0,-1 1 0 0 0,0 0-1 0 0,-1-1 1 0 0,1 1 0 0 0,-1-1 0 0 0,0 1-1 0 0,-1-1 1 0 0,1 0 0 0 0,-5 6-1 0 0,0 1 56 0 0,-1-1-1 0 0,-1-1 0 0 0,0 0 0 0 0,0 0 0 0 0,-1 0 0 0 0,0-1 1 0 0,0-1-1 0 0,-20 12 0 0 0,22-15 4 0 0,-1 0 0 0 0,-1-1 0 0 0,1-1 0 0 0,0 1 0 0 0,-1-2-1 0 0,0 1 1 0 0,-13 1 0 0 0,21-4-53 0 0,0 0-1 0 0,-1 0 1 0 0,1 0-1 0 0,0 0 1 0 0,0 0-1 0 0,0 0 1 0 0,0-1-1 0 0,0 1 1 0 0,-1-1-1 0 0,1 0 1 0 0,0 1-1 0 0,0-1 1 0 0,0 0-1 0 0,1 0 1 0 0,-1 0-1 0 0,-3-2 1 0 0,4 1-36 0 0,0 0 1 0 0,0 0 0 0 0,-1 1 0 0 0,1-1 0 0 0,0 0 0 0 0,0 0-1 0 0,1 0 1 0 0,-1 0 0 0 0,0 0 0 0 0,1 0 0 0 0,-1 0 0 0 0,1-1-1 0 0,-1 1 1 0 0,1 0 0 0 0,0 0 0 0 0,0 0 0 0 0,0 0 0 0 0,0-1-1 0 0,2-3 1 0 0,0-7-1182 0 0,1 1 0 0 0,0-1-1 0 0,9-19 1 0 0,-2 8-1194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12.4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42 29 420 0 0,'3'26'5141'0'0,"2"5"-3612"0"0,1 8-1421 0 0,-4-14 617 0 0,3 48 294 0 0,4 0-1 0 0,30 128 0 0 0,-38-197-992 0 0,-1 0 7 0 0,1 0-1 0 0,0 1 1 0 0,1-1 0 0 0,-1 0-1 0 0,1 0 1 0 0,-1 0 0 0 0,1 0 0 0 0,0-1-1 0 0,1 1 1 0 0,3 4 0 0 0,-6-7-142 0 0,-4-62-1097 0 0,-2 2 0 0 0,-4-1-1 0 0,-32-114 1 0 0,12 56 954 0 0,29 116 268 0 0,0 0 0 0 0,1 0 0 0 0,-1-1 0 0 0,1 1 0 0 0,0 0 1 0 0,0-1-1 0 0,0 1 0 0 0,0-1 0 0 0,0 1 0 0 0,1 0 0 0 0,-1-1 0 0 0,1 1 0 0 0,0 0 1 0 0,-1 0-1 0 0,1-1 0 0 0,0 1 0 0 0,0 0 0 0 0,0 0 0 0 0,1 0 0 0 0,1-3 0 0 0,0 2 9 0 0,0 1-1 0 0,-1 0 0 0 0,1-1 0 0 0,0 1 1 0 0,0 0-1 0 0,0 1 0 0 0,0-1 1 0 0,1 1-1 0 0,-1-1 0 0 0,0 1 0 0 0,1 0 1 0 0,5-1-1 0 0,-2 1 11 0 0,1-1-1 0 0,0 2 1 0 0,0-1-1 0 0,0 1 1 0 0,0 0 0 0 0,0 1-1 0 0,0 0 1 0 0,0 0-1 0 0,0 1 1 0 0,-1 0 0 0 0,14 5-1 0 0,-18-5-25 0 0,1 0-1 0 0,-1 0 1 0 0,0 0-1 0 0,0 0 1 0 0,0 1-1 0 0,0-1 1 0 0,0 1 0 0 0,0 0-1 0 0,-1 0 1 0 0,0 0-1 0 0,1 0 1 0 0,-1 0-1 0 0,0 0 1 0 0,0 1-1 0 0,-1-1 1 0 0,1 1-1 0 0,1 4 1 0 0,-2-2-13 0 0,0 0 1 0 0,0 0 0 0 0,0 0 0 0 0,0 1 0 0 0,-1-1-1 0 0,0 0 1 0 0,-1 1 0 0 0,0-1 0 0 0,-2 12-1 0 0,0-7 16 0 0,0 0 0 0 0,-1 0 0 0 0,-1 0-1 0 0,0-1 1 0 0,0 0 0 0 0,-1 0 0 0 0,0 0-1 0 0,0 0 1 0 0,-1-1 0 0 0,-1 0 0 0 0,-10 10-1 0 0,8-11 119 0 0,0 0 0 0 0,0-1 0 0 0,-1 0-1 0 0,0-1 1 0 0,0 0 0 0 0,0-1 0 0 0,-1 0-1 0 0,0-1 1 0 0,0 0 0 0 0,0-1 0 0 0,0 0-1 0 0,-24 1 1 0 0,36-4-125 0 0,0 0-1 0 0,-1 0 1 0 0,1 0 0 0 0,0 0-1 0 0,0 1 1 0 0,0-1-1 0 0,0 0 1 0 0,0 0-1 0 0,0 0 1 0 0,0 0 0 0 0,0 0-1 0 0,0 0 1 0 0,-1 0-1 0 0,1 0 1 0 0,0 0-1 0 0,0 0 1 0 0,0 0 0 0 0,0 0-1 0 0,0 0 1 0 0,0 0-1 0 0,0 0 1 0 0,0 0 0 0 0,0-1-1 0 0,-1 1 1 0 0,1 0-1 0 0,0 0 1 0 0,0 0-1 0 0,0 0 1 0 0,0 0 0 0 0,0 0-1 0 0,0 0 1 0 0,0 0-1 0 0,0 0 1 0 0,0 0 0 0 0,0 0-1 0 0,0 0 1 0 0,0 0-1 0 0,-1 0 1 0 0,1-1-1 0 0,0 1 1 0 0,0 0 0 0 0,0 0-1 0 0,0 0 1 0 0,0 0-1 0 0,0 0 1 0 0,0 0 0 0 0,0 0-1 0 0,0 0 1 0 0,0 0-1 0 0,0-1 1 0 0,0 1-1 0 0,0 0 1 0 0,0 0 0 0 0,0 0-1 0 0,0 0 1 0 0,0 0-1 0 0,0 0 1 0 0,0 0 0 0 0,0 0-1 0 0,0-1 1 0 0,0 1-1 0 0,0 0 1 0 0,1 0-1 0 0,-1 0 1 0 0,8-7 93 0 0,11-5-55 0 0,-10 9-98 0 0,0-1-1 0 0,0 1 1 0 0,0 1 0 0 0,0 0-1 0 0,1 0 1 0 0,-1 1 0 0 0,0 0-1 0 0,1 1 1 0 0,0 0 0 0 0,-1 0 0 0 0,1 1-1 0 0,-1 0 1 0 0,0 1 0 0 0,1 0-1 0 0,-1 1 1 0 0,10 3 0 0 0,-13-3-13 0 0,1 0 0 0 0,-1 0 0 0 0,0 1 0 0 0,0 0-1 0 0,0 0 1 0 0,0 0 0 0 0,-1 1 0 0 0,1 0 0 0 0,-1 0 0 0 0,0 1 0 0 0,-1-1 0 0 0,1 1 0 0 0,-1 0 0 0 0,0 0 0 0 0,-1 0 0 0 0,0 1 0 0 0,0-1 0 0 0,0 1 0 0 0,0 0-1 0 0,-1 0 1 0 0,2 13 0 0 0,-4-16 70 0 0,0 0 0 0 0,0 0 0 0 0,0 0-1 0 0,-1 1 1 0 0,1-1 0 0 0,-1 0 0 0 0,0 0 0 0 0,0 0-1 0 0,-1 0 1 0 0,1-1 0 0 0,-1 1 0 0 0,0 0-1 0 0,0 0 1 0 0,0-1 0 0 0,-1 0 0 0 0,1 1 0 0 0,-1-1-1 0 0,1 0 1 0 0,-1 0 0 0 0,-6 4 0 0 0,6-4 0 0 0,0 0 1 0 0,-1 0-1 0 0,1-1 0 0 0,-1 1 1 0 0,0-1-1 0 0,0 0 1 0 0,0 0-1 0 0,0 0 0 0 0,0-1 1 0 0,0 1-1 0 0,0-1 0 0 0,-1 0 1 0 0,1 0-1 0 0,0-1 1 0 0,-1 1-1 0 0,1-1 0 0 0,0 0 1 0 0,-1 0-1 0 0,-7-2 1 0 0,11 2-151 0 0,0 0 0 0 0,-1-1 0 0 0,1 1 0 0 0,0-1 0 0 0,0 0 0 0 0,0 0 0 0 0,0 1 0 0 0,0-1 0 0 0,0 0 0 0 0,0 0 0 0 0,0 0 0 0 0,0 0 0 0 0,0 0 0 0 0,0 0 1 0 0,0 0-1 0 0,1 0 0 0 0,-1 0 0 0 0,0 0 0 0 0,1-1 0 0 0,-1 1 0 0 0,1 0 0 0 0,0 0 0 0 0,-1-1 0 0 0,1 1 0 0 0,0 0 0 0 0,0-1 0 0 0,-1-2 0 0 0,1-9-1620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13.1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1 440 0 0,'0'0'665'0'0,"0"0"-33"0"0,2 34 2710 0 0,2-13-2550 0 0,-1-2-39 0 0,2-1 1 0 0,10 32 0 0 0,-10-36-2055 0 0,-1 1 0 0 0,0-1 0 0 0,1 16 0 0 0,-4-20-347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13.4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110 34 348 0 0,'7'-22'2039'0'0,"-7"21"-1963"0"0,0 1 1 0 0,0 0-1 0 0,0-1 1 0 0,0 1-1 0 0,0-1 1 0 0,0 1-1 0 0,0-1 1 0 0,-1 1 0 0 0,1-1-1 0 0,0 1 1 0 0,0-1-1 0 0,-1 1 1 0 0,1 0-1 0 0,0-1 1 0 0,0 1-1 0 0,-1 0 1 0 0,1-1-1 0 0,0 1 1 0 0,-1 0 0 0 0,1-1-1 0 0,-1 1 1 0 0,1 0-1 0 0,0 0 1 0 0,-1-1-1 0 0,0 1 1 0 0,-1-1 41 0 0,-1 1 0 0 0,1 0 1 0 0,0 0-1 0 0,0 0 0 0 0,-1 0 0 0 0,1 0 1 0 0,0 0-1 0 0,0 1 0 0 0,0-1 0 0 0,-1 1 1 0 0,1 0-1 0 0,0-1 0 0 0,0 1 0 0 0,-4 2 1 0 0,0 1 42 0 0,-1-1 0 0 0,0 1 1 0 0,1 1-1 0 0,-1-1 1 0 0,1 1-1 0 0,0 0 1 0 0,1 1-1 0 0,-7 8 1 0 0,10-13-141 0 0,1 0 1 0 0,0 1 0 0 0,0-1 0 0 0,0 1 0 0 0,1-1 0 0 0,-1 1-1 0 0,0 0 1 0 0,1-1 0 0 0,-1 1 0 0 0,1 0 0 0 0,-1 0 0 0 0,1-1-1 0 0,0 1 1 0 0,-1 0 0 0 0,1 0 0 0 0,0 0 0 0 0,0-1 0 0 0,1 1-1 0 0,-1 0 1 0 0,0 0 0 0 0,0-1 0 0 0,1 1 0 0 0,-1 0 0 0 0,1 0-1 0 0,0-1 1 0 0,-1 1 0 0 0,1-1 0 0 0,0 1 0 0 0,0 0 0 0 0,0-1-1 0 0,0 0 1 0 0,0 1 0 0 0,1-1 0 0 0,-1 0 0 0 0,0 1 0 0 0,1-1-1 0 0,-1 0 1 0 0,0 0 0 0 0,1 0 0 0 0,2 1 0 0 0,9 5-36 0 0,0-1 0 0 0,0 0 0 0 0,0-1 0 0 0,0 0 0 0 0,28 5 0 0 0,-29-8-14 0 0,-1 1 0 0 0,1 0 0 0 0,-1 1 0 0 0,0 0 0 0 0,0 0 0 0 0,0 1 0 0 0,-1 1 0 0 0,1 0 0 0 0,10 8 0 0 0,-19-12 25 0 0,-1-1 1 0 0,0 0-1 0 0,1 1 1 0 0,-1-1 0 0 0,0 1-1 0 0,0-1 1 0 0,0 1-1 0 0,0 0 1 0 0,0-1-1 0 0,0 1 1 0 0,-1 0-1 0 0,1 0 1 0 0,0-1 0 0 0,-1 1-1 0 0,0 0 1 0 0,1 0-1 0 0,-1 0 1 0 0,0 0-1 0 0,0 0 1 0 0,0 0-1 0 0,0 2 1 0 0,-1 0 11 0 0,0-1 0 0 0,0 1 0 0 0,0 0 0 0 0,-1 0 0 0 0,1-1 0 0 0,-1 1 1 0 0,0-1-1 0 0,0 1 0 0 0,-4 5 0 0 0,-2 0 49 0 0,-1 1 1 0 0,1-2-1 0 0,-1 1 1 0 0,-1-1-1 0 0,-17 11 1 0 0,18-13 11 0 0,-1-1-1 0 0,0 0 1 0 0,-19 6 0 0 0,27-10-114 0 0,0 0-1 0 0,-1 0 1 0 0,0-1-1 0 0,1 1 1 0 0,-1-1-1 0 0,1 1 1 0 0,-1-1-1 0 0,1 0 1 0 0,-1 0-1 0 0,0 0 1 0 0,1 0-1 0 0,-1 0 1 0 0,1-1-1 0 0,-1 1 1 0 0,0-1-1 0 0,1 0 1 0 0,-1 0-1 0 0,1 0 1 0 0,0 0-1 0 0,-1 0 1 0 0,-3-3-1 0 0,5 3-195 0 0,0 0-1 0 0,1 0 0 0 0,-1 0 0 0 0,0 0 1 0 0,1 0-1 0 0,-1-1 0 0 0,1 1 0 0 0,-1 0 0 0 0,1 0 1 0 0,-1-1-1 0 0,1 1 0 0 0,0 0 0 0 0,0-1 1 0 0,0 1-1 0 0,0-2 0 0 0,0-15-1994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14.3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275 40 224 0 0,'-2'-3'279'0'0,"-1"0"0"0"0,1 0 0 0 0,-1 0 0 0 0,0 0 0 0 0,0 0 0 0 0,-1 0 0 0 0,1 1 0 0 0,0 0 0 0 0,-1-1 0 0 0,0 1 0 0 0,1 1 0 0 0,-1-1 0 0 0,0 0 0 0 0,0 1 0 0 0,0 0 0 0 0,-6-1 0 0 0,5 1-136 0 0,1 1 0 0 0,-1 1 0 0 0,0-1-1 0 0,1 1 1 0 0,-1 0 0 0 0,0 0 0 0 0,1 0-1 0 0,-1 1 1 0 0,1-1 0 0 0,0 1 0 0 0,-1 0-1 0 0,1 0 1 0 0,0 1 0 0 0,-5 3 0 0 0,-3 3 24 0 0,2 1-1 0 0,-1-1 1 0 0,1 2 0 0 0,1-1 0 0 0,-1 1 0 0 0,2 1 0 0 0,0 0 0 0 0,0 0-1 0 0,1 1 1 0 0,1-1 0 0 0,0 1 0 0 0,1 1 0 0 0,0-1 0 0 0,1 1 0 0 0,-3 17 0 0 0,2-6 33 0 0,1 1 0 0 0,2 0 1 0 0,0-1-1 0 0,2 1 1 0 0,1 0-1 0 0,0-1 0 0 0,10 45 1 0 0,-9-63-168 0 0,0 0 0 0 0,0 0 0 0 0,0 0 0 0 0,1 0 0 0 0,0-1-1 0 0,0 1 1 0 0,1-1 0 0 0,0 0 0 0 0,0 0 0 0 0,1 0 0 0 0,-1 0 0 0 0,1-1 0 0 0,0 1 0 0 0,1-1 0 0 0,-1-1 0 0 0,1 1 0 0 0,8 4 0 0 0,-5-4-131 0 0,0-1 1 0 0,0 0-1 0 0,0-1 0 0 0,1 0 1 0 0,-1 0-1 0 0,1-1 0 0 0,-1-1 0 0 0,1 1 1 0 0,0-1-1 0 0,0-1 0 0 0,0 0 1 0 0,14-2-1 0 0,-11 1-376 0 0,0-1 0 0 0,0-1 0 0 0,-1 0 0 0 0,24-10 1 0 0,17-16-4159 0 0,-39 19 2548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14.6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25 137 3688 0 0,'6'-6'-41'0'0,"-2"-1"-1"0"0,1 1 0 0 0,-1-1 1 0 0,0-1-1 0 0,0 1 0 0 0,4-12 0 0 0,-7 15 139 0 0,1 0-1 0 0,-1 0 0 0 0,0 0 1 0 0,-1 0-1 0 0,1-1 0 0 0,-1 1 0 0 0,0 0 1 0 0,0 0-1 0 0,0 0 0 0 0,0 0 0 0 0,-1 0 1 0 0,1-1-1 0 0,-1 1 0 0 0,-3-7 0 0 0,4 11-61 0 0,0-1 0 0 0,0 1-1 0 0,0-1 1 0 0,0 1-1 0 0,-1 0 1 0 0,1-1 0 0 0,0 1-1 0 0,0 0 1 0 0,0-1 0 0 0,-1 1-1 0 0,1 0 1 0 0,0-1-1 0 0,-1 1 1 0 0,1 0 0 0 0,0-1-1 0 0,-1 1 1 0 0,1 0-1 0 0,0 0 1 0 0,-1-1 0 0 0,1 1-1 0 0,0 0 1 0 0,-1 0 0 0 0,1 0-1 0 0,-1 0 1 0 0,1-1-1 0 0,0 1 1 0 0,-1 0 0 0 0,1 0-1 0 0,-1 0 1 0 0,1 0-1 0 0,-1 0 1 0 0,1 0 0 0 0,0 0-1 0 0,-1 0 1 0 0,-13 11 696 0 0,-6 22 125 0 0,20-32-776 0 0,-3 6 66 0 0,0 1 1 0 0,1-1-1 0 0,0 0 1 0 0,1 1-1 0 0,-1-1 1 0 0,1 1-1 0 0,1-1 1 0 0,0 1-1 0 0,0 0 1 0 0,0-1-1 0 0,1 1 1 0 0,0 0-1 0 0,0-1 1 0 0,1 0-1 0 0,0 1 1 0 0,4 8-1 0 0,-5-13-120 0 0,0 0-1 0 0,0 0 1 0 0,1 0-1 0 0,-1 0 1 0 0,1 0-1 0 0,-1-1 1 0 0,1 1-1 0 0,0-1 1 0 0,0 1 0 0 0,0-1-1 0 0,1 1 1 0 0,-1-1-1 0 0,0 0 1 0 0,1 0-1 0 0,0 0 1 0 0,-1-1-1 0 0,1 1 1 0 0,0-1-1 0 0,0 1 1 0 0,0-1-1 0 0,0 0 1 0 0,0 0-1 0 0,0 0 1 0 0,0 0-1 0 0,0-1 1 0 0,0 1-1 0 0,0-1 1 0 0,1 0-1 0 0,-1 0 1 0 0,0 0-1 0 0,0 0 1 0 0,0-1 0 0 0,0 1-1 0 0,1-1 1 0 0,-1 0-1 0 0,0 0 1 0 0,0 0-1 0 0,0 0 1 0 0,0 0-1 0 0,3-3 1 0 0,-2 2-109 0 0,0 0 0 0 0,0 0 1 0 0,0 0-1 0 0,0-1 0 0 0,-1 0 1 0 0,1 1-1 0 0,-1-1 0 0 0,0-1 1 0 0,0 1-1 0 0,0 0 0 0 0,0-1 0 0 0,0 1 1 0 0,-1-1-1 0 0,0 0 0 0 0,0 0 1 0 0,0 0-1 0 0,0 0 0 0 0,0 0 1 0 0,-1 0-1 0 0,0-1 0 0 0,0 1 1 0 0,0 0-1 0 0,0-1 0 0 0,-1 1 1 0 0,1-1-1 0 0,-1 1 0 0 0,0-1 1 0 0,-1 1-1 0 0,1-1 0 0 0,-3-6 1 0 0,2 6-62 0 0,-1 0 1 0 0,1 0 0 0 0,-1 0-1 0 0,-1 0 1 0 0,1 0 0 0 0,-1 0 0 0 0,0 1-1 0 0,0-1 1 0 0,0 1 0 0 0,-1 0-1 0 0,1 0 1 0 0,-1 0 0 0 0,0 0 0 0 0,0 1-1 0 0,-1-1 1 0 0,1 1 0 0 0,-1 0-1 0 0,1 1 1 0 0,-1-1 0 0 0,0 1 0 0 0,0 0-1 0 0,0 0 1 0 0,0 0 0 0 0,-11-1-1 0 0,-1 0-2779 0 0,14 2 1692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15.0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1 404 0 0,'-2'8'438'0'0,"0"0"-1"0"0,1 0 1 0 0,0 0-1 0 0,0 0 1 0 0,1 0 0 0 0,0 0-1 0 0,0 1 1 0 0,1-1 0 0 0,0 0-1 0 0,1 0 1 0 0,3 13-1 0 0,2 16 799 0 0,-7-34-1149 0 0,0 0-1 0 0,1 0 0 0 0,-1 0 1 0 0,1 0-1 0 0,0 0 0 0 0,-1 0 1 0 0,1-1-1 0 0,1 1 0 0 0,-1 0 1 0 0,0 0-1 0 0,1-1 0 0 0,-1 1 1 0 0,1-1-1 0 0,0 1 0 0 0,0-1 1 0 0,0 0-1 0 0,0 0 0 0 0,0 0 1 0 0,0 0-1 0 0,0 0 0 0 0,1 0 1 0 0,-1-1-1 0 0,6 3 0 0 0,-5-3-91 0 0,0 0 0 0 0,0-1 0 0 0,1 1 0 0 0,-1-1 0 0 0,0 0 0 0 0,1 0 0 0 0,-1-1 0 0 0,0 1-1 0 0,1-1 1 0 0,-1 1 0 0 0,0-1 0 0 0,0 0 0 0 0,1 0 0 0 0,-1 0 0 0 0,0-1 0 0 0,0 1-1 0 0,0-1 1 0 0,0 0 0 0 0,-1 0 0 0 0,1 0 0 0 0,2-2 0 0 0,4-3-163 0 0,0-1 1 0 0,-1 0 0 0 0,0 0-1 0 0,0 0 1 0 0,-1-1-1 0 0,0 0 1 0 0,-1-1-1 0 0,0 0 1 0 0,0 0 0 0 0,-1 0-1 0 0,-1 0 1 0 0,1-1-1 0 0,-2 0 1 0 0,1 0-1 0 0,-2 0 1 0 0,1 0 0 0 0,0-16-1 0 0,-10 66 1067 0 0,8-9-529 0 0,2 0-1 0 0,2-1 1 0 0,0 1 0 0 0,15 42 0 0 0,-20-71-384 0 0,0 0 1 0 0,0 0-1 0 0,0 0 1 0 0,1 1 0 0 0,-1-1-1 0 0,0 0 1 0 0,1 0-1 0 0,-1 0 1 0 0,1 0-1 0 0,-1 0 1 0 0,1 0-1 0 0,-1 0 1 0 0,1 0 0 0 0,0 0-1 0 0,-1 0 1 0 0,1 0-1 0 0,0 0 1 0 0,0-1-1 0 0,0 1 1 0 0,-1 0-1 0 0,1-1 1 0 0,0 1 0 0 0,0 0-1 0 0,0-1 1 0 0,0 1-1 0 0,0-1 1 0 0,1 1-1 0 0,-1-1 1 0 0,0 0-1 0 0,0 1 1 0 0,0-1 0 0 0,1 0-1 0 0,1-1-300 0 0,-1 0-1 0 0,0 0 1 0 0,0 0-1 0 0,0 0 1 0 0,0-1-1 0 0,0 1 1 0 0,0-1 0 0 0,0 1-1 0 0,0-1 1 0 0,0 0-1 0 0,-1 0 1 0 0,1 0-1 0 0,-1 0 1 0 0,2-3-1 0 0,6-7-1613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15.3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0 640 0 0,'0'0'651'0'0,"0"35"2228"0"0,10 317 3017 0 0,-10-350-5876 0 0,7 25-326 0 0,-5-22-5733 0 0,2-14 3934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15.6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45 480 0 0,'0'0'932'0'0,"-2"2"-28"0"0,2-2-52 0 0,0 0-48 0 0,0 0-56 0 0,18 0-84 0 0,-7-3-59 0 0,2 0-85 0 0,4-1-108 0 0,0 0-160 0 0,6-3-172 0 0,4 1-112 0 0,4-1-148 0 0,0 1-256 0 0,-6 3-668 0 0,4 0-1193 0 0,-4 3 533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15.9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 1 492 0 0,'-5'3'948'0'0,"1"-2"-92"0"0,-1 2-64 0 0,2-2-92 0 0,0 1-64 0 0,2 0-68 0 0,-1 2-71 0 0,2-4-93 0 0,0 5-96 0 0,0-5-136 0 0,3 4-132 0 0,-3-4-132 0 0,9 0-148 0 0,0-2-144 0 0,2-1-161 0 0,-1 1-315 0 0,4-4-932 0 0,2 2 416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16.2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4 168 0 0,'26'14'3861'0'0,"-24"-13"-3691"0"0,1 1-1 0 0,-1 0 0 0 0,1-1 1 0 0,0 0-1 0 0,-1 1 0 0 0,1-1 1 0 0,0 0-1 0 0,0 0 0 0 0,0-1 1 0 0,-1 1-1 0 0,1 0 0 0 0,0-1 1 0 0,0 0-1 0 0,6 0 0 0 0,23-2-734 0 0,248-25 500 0 0,-280 27 68 0 0,31-2 38 0 0,-29 2-28 0 0,-1 0-1 0 0,1-1 0 0 0,-1 1 0 0 0,0 0 1 0 0,1 1-1 0 0,-1-1 0 0 0,1 0 0 0 0,-1 0 1 0 0,0 1-1 0 0,1-1 0 0 0,-1 0 1 0 0,0 1-1 0 0,1 0 0 0 0,-1-1 0 0 0,0 1 1 0 0,0 0-1 0 0,0-1 0 0 0,2 3 1 0 0,-3-2 59 0 0,0 0 0 0 0,0 0 0 0 0,0 1 1 0 0,0-1-1 0 0,0 0 0 0 0,0 0 1 0 0,-1 0-1 0 0,1 0 0 0 0,0 1 1 0 0,-1-1-1 0 0,1 0 0 0 0,-1 0 1 0 0,1 0-1 0 0,-1 0 0 0 0,0 0 0 0 0,1 0 1 0 0,-3 1-1 0 0,-4 14-117 0 0,7-16-561 0 0,5 3-2787 0 0,-2-1 1439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0.2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19 48 0 0,'0'-1'200'0'0,"0"0"0"0"0,1 0 0 0 0,-1 0 0 0 0,0 0 0 0 0,1 0 0 0 0,0 0 0 0 0,-1 0-1 0 0,1 0 1 0 0,-1 0 0 0 0,1 0 0 0 0,0 1 0 0 0,0-1 0 0 0,0 0 0 0 0,-1 0 0 0 0,1 1 0 0 0,0-1 0 0 0,0 0 0 0 0,0 1 0 0 0,0-1 0 0 0,0 1 0 0 0,0 0-1 0 0,0-1 1 0 0,0 1 0 0 0,2-1 0 0 0,-2 2-102 0 0,0-1-1 0 0,0 1 0 0 0,0 0 1 0 0,-1-1-1 0 0,1 1 1 0 0,0 0-1 0 0,0-1 0 0 0,-1 1 1 0 0,1 0-1 0 0,0 0 1 0 0,-1 0-1 0 0,1 0 0 0 0,-1 0 1 0 0,1 0-1 0 0,-1 0 1 0 0,1 0-1 0 0,-1 0 0 0 0,0 0 1 0 0,1 2-1 0 0,2 11 283 0 0,0 0-1 0 0,1 23 1 0 0,-4-35-234 0 0,3 32-5 0 0,-1 1 0 0 0,-2-1-1 0 0,-2 0 1 0 0,-1 1 0 0 0,-7 34 0 0 0,10-64-603 0 0,2-7-4480 0 0,3-12 2850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0.5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1 204 0 0,'14'17'551'0'0,"0"0"1"0"0,-1 2-1 0 0,-1-1 0 0 0,-1 2 0 0 0,-1-1 1 0 0,0 2-1 0 0,12 39 0 0 0,-2 12 150 0 0,11 74 1 0 0,-18-78-218 0 0,-6-32-247 0 0,-1-1 0 0 0,-1 2 0 0 0,-1 44 0 0 0,-4-69-210 0 0,-1 0-1 0 0,0-1 1 0 0,-1 1-1 0 0,0 0 1 0 0,-1-1-1 0 0,0 1 0 0 0,-1-1 1 0 0,-1 0-1 0 0,1 0 1 0 0,-2 0-1 0 0,1-1 1 0 0,-1 0-1 0 0,-14 17 0 0 0,13-17-157 0 0,-1-2 0 0 0,0 1 0 0 0,-1-1 0 0 0,-13 10 0 0 0,17-16-358 0 0,1 1 0 0 0,-1 0 0 0 0,0-1 0 0 0,0 0 0 0 0,0 0 0 0 0,0 0 0 0 0,-8 1 0 0 0,2-3-1343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0.9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0 516 0 0,'19'63'2165'0'0,"6"31"-156"0"0,-3 19-241 0 0,3 60 342 0 0,-18-100-1524 0 0,-6-62-604 0 0,-2-6-209 0 0,1-1 0 0 0,1 1 0 0 0,-1 0 0 0 0,0-1 1 0 0,1 1-1 0 0,0 0 0 0 0,0-1 0 0 0,2 6 0 0 0,-2-10-1110 0 0,-1 0-844 0 0,0 0 169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1.3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77 8 316 0 0,'-1'-1'122'0'0,"-1"0"0"0"0,1 0 0 0 0,-1 0 0 0 0,1 1 0 0 0,-1-1 0 0 0,0 0 0 0 0,1 1 0 0 0,-1-1 0 0 0,0 1 0 0 0,0 0 0 0 0,1-1 0 0 0,-1 1 0 0 0,0 0 0 0 0,0 0 0 0 0,1 0 0 0 0,-1 1 0 0 0,0-1 0 0 0,0 0 0 0 0,1 1 0 0 0,-1-1 0 0 0,0 1 0 0 0,0-1 0 0 0,-2 2 0 0 0,2 0-30 0 0,0 0 0 0 0,0 0 0 0 0,0 0 0 0 0,0 0 0 0 0,0 0 0 0 0,1 0 0 0 0,-1 1-1 0 0,1-1 1 0 0,-1 1 0 0 0,1-1 0 0 0,0 1 0 0 0,0-1 0 0 0,-1 5 0 0 0,-1 5 82 0 0,0 1 1 0 0,1 0-1 0 0,0 0 0 0 0,1 0 1 0 0,1 18-1 0 0,9 40 504 0 0,15 34 292 0 0,-14-73-641 0 0,-3 0 0 0 0,0 1 1 0 0,3 63-1 0 0,-8-72-267 0 0,0-20-210 0 0,-2 0 0 0 0,1 0 0 0 0,0 1 0 0 0,-1-1 0 0 0,0 0 0 0 0,0 0 0 0 0,0 0 0 0 0,0 0 0 0 0,-1 1 0 0 0,0-1-1 0 0,1 0 1 0 0,-3 5 0 0 0,-6-7-3153 0 0,1-2 1399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1.6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48 512 0 0,'3'-3'648'0'0,"-3"3"-40"0"0,3-3-64 0 0,1 3-24 0 0,1-2-60 0 0,1 1-44 0 0,5-1-44 0 0,4 0-52 0 0,7-2-72 0 0,0 0-112 0 0,3 1-148 0 0,2-4-132 0 0,-1 2-300 0 0,0 1-256 0 0,3 0-756 0 0,-3 1 336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3.1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12 300 0 0,'11'74'2324'0'0,"-3"0"0"0"0,-1 105-1 0 0,-8-136-1592 0 0,0-33-342 0 0,1-29-398 0 0,2-13-172 0 0,1 1 0 0 0,1 0 1 0 0,2 0-1 0 0,2 0 0 0 0,0 1 0 0 0,2 0 0 0 0,22-45 0 0 0,-31 73 162 0 0,0-1 0 0 0,0 0 0 0 0,0 1-1 0 0,1-1 1 0 0,0 1 0 0 0,-1-1 0 0 0,1 1-1 0 0,0 0 1 0 0,0-1 0 0 0,0 1 0 0 0,1 0-1 0 0,-1 0 1 0 0,0 1 0 0 0,1-1 0 0 0,-1 0-1 0 0,1 1 1 0 0,0 0 0 0 0,-1-1 0 0 0,1 1-1 0 0,3-1 1 0 0,-3 2 20 0 0,0 0 0 0 0,-1 0-1 0 0,1 1 1 0 0,0-1 0 0 0,-1 0 0 0 0,1 1 0 0 0,0 0-1 0 0,-1 0 1 0 0,1-1 0 0 0,-1 2 0 0 0,1-1 0 0 0,-1 0-1 0 0,1 0 1 0 0,-1 1 0 0 0,0-1 0 0 0,0 1 0 0 0,0 0-1 0 0,0 0 1 0 0,0 0 0 0 0,0 0 0 0 0,0 0-1 0 0,1 2 1 0 0,9 12 89 0 0,0 0 0 0 0,-1 0-1 0 0,16 33 1 0 0,-22-38 88 0 0,0 0-1 0 0,-1 0 0 0 0,0 0 1 0 0,-1 1-1 0 0,-1-1 1 0 0,1 1-1 0 0,0 20 0 0 0,-2-51-191 0 0,1-1 0 0 0,1 0 0 0 0,7-27 0 0 0,-6 36-25 0 0,4-12-60 0 0,1 0 1 0 0,14-24-1 0 0,-20 42 91 0 0,-1 0 0 0 0,1 0 0 0 0,1 1 0 0 0,-1-1 0 0 0,1 1 0 0 0,-1 0 0 0 0,1 0-1 0 0,0 0 1 0 0,1 0 0 0 0,-1 1 0 0 0,1 0 0 0 0,-1 0 0 0 0,1 0 0 0 0,0 0 0 0 0,8-2 0 0 0,-11 5 15 0 0,1-1 1 0 0,-1 1-1 0 0,1 0 1 0 0,-1 1-1 0 0,1-1 1 0 0,-1 0-1 0 0,1 1 1 0 0,-1-1-1 0 0,1 1 1 0 0,-1 0-1 0 0,0 0 1 0 0,1 0-1 0 0,-1 0 1 0 0,0 0-1 0 0,0 0 1 0 0,0 1 0 0 0,1-1-1 0 0,-2 1 1 0 0,1-1-1 0 0,0 1 1 0 0,0 0-1 0 0,2 3 1 0 0,5 6 38 0 0,0-1-1 0 0,12 22 1 0 0,-2-3 75 0 0,-1 2 0 0 0,-1 0-1 0 0,-2 1 1 0 0,23 67 0 0 0,-39-81 76 0 0,-1-8-1199 0 0,-2-7-3560 0 0,4-3 2676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3.5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131 20 484 0 0,'0'-1'138'0'0,"0"0"0"0"0,0 0 0 0 0,-1 0 0 0 0,1 0 0 0 0,-1 0 0 0 0,1 0 0 0 0,-1 0 0 0 0,1 0 0 0 0,-1 0 0 0 0,0 1 0 0 0,1-1 0 0 0,-1 0 0 0 0,0 0 0 0 0,0 0 0 0 0,1 1 0 0 0,-1-1 0 0 0,0 0 0 0 0,0 1 0 0 0,0-1 0 0 0,0 1 0 0 0,0-1 0 0 0,0 1 0 0 0,0 0 0 0 0,-1-1 0 0 0,-1 1 2 0 0,1-1 0 0 0,0 1 0 0 0,-1 0-1 0 0,1 0 1 0 0,0 0 0 0 0,-1 1 0 0 0,1-1-1 0 0,-1 1 1 0 0,1-1 0 0 0,-4 3-1 0 0,0-1-1 0 0,1 0 0 0 0,-1 1 0 0 0,1 0 0 0 0,-1 0 0 0 0,1 1-1 0 0,1-1 1 0 0,-1 1 0 0 0,-5 6 0 0 0,6-6-42 0 0,1 0 0 0 0,-1 0 0 0 0,1 1 0 0 0,0-1 0 0 0,0 1-1 0 0,1 0 1 0 0,0 0 0 0 0,-4 10 0 0 0,6-13-71 0 0,0 1 1 0 0,-1-1-1 0 0,1 0 0 0 0,1 0 1 0 0,-1 0-1 0 0,0 0 0 0 0,0 1 0 0 0,1-1 1 0 0,-1 0-1 0 0,1 0 0 0 0,0 0 0 0 0,0 0 1 0 0,-1 0-1 0 0,1 0 0 0 0,0 0 0 0 0,1-1 1 0 0,-1 1-1 0 0,0 0 0 0 0,1 0 1 0 0,-1-1-1 0 0,1 1 0 0 0,-1-1 0 0 0,1 1 1 0 0,-1-1-1 0 0,1 0 0 0 0,3 2 0 0 0,11 7 84 0 0,1 0-1 0 0,23 9 1 0 0,-28-14-89 0 0,-1-1-1 0 0,0 2 1 0 0,-1-1 0 0 0,1 1-1 0 0,-1 1 1 0 0,-1 0 0 0 0,1 0-1 0 0,-1 1 1 0 0,16 18-1 0 0,-24-25-15 0 0,0 1-1 0 0,1 0 1 0 0,-1 0-1 0 0,-1 0 1 0 0,1 0-1 0 0,0 0 1 0 0,0 0-1 0 0,-1 0 0 0 0,1 0 1 0 0,-1 0-1 0 0,1 0 1 0 0,-1 0-1 0 0,0 0 1 0 0,0 1-1 0 0,0-1 1 0 0,0 0-1 0 0,-1 0 0 0 0,1 0 1 0 0,0 0-1 0 0,-2 4 1 0 0,0-2 11 0 0,0-1 0 0 0,0 1 1 0 0,0 0-1 0 0,0 0 0 0 0,-1-1 1 0 0,1 0-1 0 0,-1 1 0 0 0,0-1 1 0 0,-6 5-1 0 0,-1-1 30 0 0,0 1 0 0 0,0-2 0 0 0,-1 0 1 0 0,0 0-1 0 0,0 0 0 0 0,-15 4 0 0 0,21-9-50 0 0,0 1-1 0 0,0-1 1 0 0,0 0 0 0 0,0 0 0 0 0,0 0-1 0 0,0-1 1 0 0,0 0 0 0 0,0 0 0 0 0,0 0-1 0 0,0-1 1 0 0,-6-1 0 0 0,9 2-32 0 0,0-1 0 0 0,1 0 1 0 0,-1 0-1 0 0,0 0 0 0 0,1 0 0 0 0,-1 0 0 0 0,0 0 1 0 0,1 0-1 0 0,0 0 0 0 0,-1-1 0 0 0,1 1 0 0 0,0-1 1 0 0,-1 1-1 0 0,1-1 0 0 0,0 1 0 0 0,0-1 1 0 0,0 0-1 0 0,1 0 0 0 0,-1 1 0 0 0,0-1 0 0 0,0 0 1 0 0,1 0-1 0 0,0 0 0 0 0,-1 0 0 0 0,1 0 0 0 0,0 1 1 0 0,0-1-1 0 0,0 0 0 0 0,0 0 0 0 0,0 0 1 0 0,1-3-1 0 0,-1-2-426 0 0,1-1 0 0 0,1 0 1 0 0,-1 1-1 0 0,1-1 0 0 0,1 1 0 0 0,-1-1 1 0 0,1 1-1 0 0,1 0 0 0 0,6-10 1 0 0,3-4-1480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3.8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1 428 0 0,'0'0'577'0'0,"0"0"-64"0"0,0 0-45 0 0,0 0-40 0 0,0 0-33 0 0,0 0-24 0 0,0 0-17 0 0,0 0 18 0 0,7 28 1471 0 0,3 5-1327 0 0,-2 0 0 0 0,-1 0 0 0 0,3 55 0 0 0,5 21 186 0 0,-4-50-178 0 0,25 73 0 0 0,-69-247-6799 0 0,24 91 4427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4.1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59 504 0 0,'0'-2'237'0'0,"-1"0"-1"0"0,1 0 0 0 0,0 0 1 0 0,-1 0-1 0 0,1 0 1 0 0,0 0-1 0 0,0 0 1 0 0,1-1-1 0 0,-1 1 1 0 0,0 0-1 0 0,1 0 1 0 0,-1 0-1 0 0,1 0 1 0 0,1-3-1 0 0,0 3-123 0 0,0 1 0 0 0,0-1-1 0 0,-1 1 1 0 0,1-1 0 0 0,1 1 0 0 0,-1 0-1 0 0,0 0 1 0 0,0 0 0 0 0,0 0-1 0 0,0 0 1 0 0,1 1 0 0 0,-1-1-1 0 0,0 1 1 0 0,3-1 0 0 0,12-2 108 0 0,0 0 0 0 0,0 2 0 0 0,0-1 0 0 0,0 2 0 0 0,26 3 0 0 0,-37-3-202 0 0,0 0 0 0 0,0 1 0 0 0,0 0 0 0 0,-1 1 0 0 0,1-1 0 0 0,0 1-1 0 0,0 0 1 0 0,-1 1 0 0 0,1-1 0 0 0,-1 1 0 0 0,0 0 0 0 0,0 1 0 0 0,0-1-1 0 0,0 1 1 0 0,0 0 0 0 0,-1 0 0 0 0,0 0 0 0 0,7 9 0 0 0,-10-10-16 0 0,0-1 0 0 0,0 1 0 0 0,0 0 0 0 0,0 0 0 0 0,0 0 0 0 0,-1 0 1 0 0,1 0-1 0 0,-1 0 0 0 0,0 0 0 0 0,0 0 0 0 0,0 0 0 0 0,0 0 0 0 0,-1 0 0 0 0,1 0 0 0 0,-1 0 1 0 0,0 0-1 0 0,0 0 0 0 0,0 0 0 0 0,0-1 0 0 0,0 1 0 0 0,0 0 0 0 0,-1-1 0 0 0,-3 6 1 0 0,-3 3 75 0 0,-1 1 1 0 0,-1-1 0 0 0,-15 15-1 0 0,23-24-52 0 0,-14 12 277 0 0,-30 21-1 0 0,30-25 155 0 0,0 2 0 0 0,-18 18 0 0 0,34-30-445 0 0,-1 0 0 0 0,1 1 0 0 0,0-1 0 0 0,0 0 0 0 0,0 0 0 0 0,0 0 0 0 0,-1 0 0 0 0,1 1-1 0 0,0-1 1 0 0,0 0 0 0 0,0 0 0 0 0,0 0 0 0 0,0 1 0 0 0,0-1 0 0 0,-1 0 0 0 0,1 0 0 0 0,0 1 0 0 0,0-1 0 0 0,0 0-1 0 0,0 0 1 0 0,0 0 0 0 0,0 1 0 0 0,0-1 0 0 0,0 0 0 0 0,0 0 0 0 0,0 1 0 0 0,0-1 0 0 0,0 0 0 0 0,0 0 0 0 0,0 1 0 0 0,0-1-1 0 0,1 0 1 0 0,-1 0 0 0 0,0 0 0 0 0,0 1 0 0 0,0-1 0 0 0,0 0 0 0 0,11 5 220 0 0,21-2-144 0 0,-25-3-68 0 0,24 2-59 0 0,-5-1-4 0 0,0 2 1 0 0,0 0-1 0 0,39 11 1 0 0,-59-13 12 0 0,0 1-1 0 0,0 0 1 0 0,-1 0 0 0 0,1 1 0 0 0,-1-1 0 0 0,0 1-1 0 0,1 1 1 0 0,-1-1 0 0 0,0 1 0 0 0,-1-1-1 0 0,1 2 1 0 0,-1-1 0 0 0,0 0 0 0 0,0 1 0 0 0,0 0-1 0 0,0 0 1 0 0,-1 0 0 0 0,0 0 0 0 0,0 0-1 0 0,4 11 1 0 0,-6-12 23 0 0,0-1 0 0 0,-1 1 0 0 0,1-1 0 0 0,0 1 0 0 0,-1-1 0 0 0,0 1 0 0 0,0 0 0 0 0,0-1 0 0 0,0 1 0 0 0,-1 0-1 0 0,1-1 1 0 0,-1 1 0 0 0,0-1 0 0 0,0 1 0 0 0,-1-1 0 0 0,-2 7 0 0 0,1-5 35 0 0,-1 0-1 0 0,1 0 1 0 0,-1 0-1 0 0,0 0 1 0 0,0-1-1 0 0,-1 0 1 0 0,1 0-1 0 0,-1 0 1 0 0,-8 5-1 0 0,5-4 26 0 0,-1 0-1 0 0,1-1 1 0 0,-1 0-1 0 0,0 0 1 0 0,-1-1-1 0 0,1 0 0 0 0,0 0 1 0 0,-1-1-1 0 0,0-1 1 0 0,1 0-1 0 0,-1 0 1 0 0,-15-1-1 0 0,23 0-86 0 0,0 0 0 0 0,0-1 1 0 0,-1 1-1 0 0,1-1 0 0 0,0 0 0 0 0,0 0 0 0 0,0 0 1 0 0,-1 0-1 0 0,1 0 0 0 0,0 0 0 0 0,1 0 1 0 0,-1-1-1 0 0,0 1 0 0 0,0-1 0 0 0,0 1 0 0 0,1-1 1 0 0,-1 0-1 0 0,1 1 0 0 0,-1-1 0 0 0,-1-4 0 0 0,1 2-512 0 0,0 0 0 0 0,1 0 0 0 0,0-1 0 0 0,-1 1 0 0 0,2 0 0 0 0,-1 0 0 0 0,0-1 0 0 0,1 1 0 0 0,0-8 0 0 0,1-5-2033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5.2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270 2 516 0 0,'-5'-1'253'0'0,"0"1"1"0"0,0-1-1 0 0,0 1 0 0 0,0 0 1 0 0,0 1-1 0 0,0-1 0 0 0,0 1 1 0 0,0 0-1 0 0,0 0 0 0 0,0 1 1 0 0,0-1-1 0 0,0 1 0 0 0,1 0 1 0 0,-1 0-1 0 0,1 1 0 0 0,-1-1 1 0 0,1 1-1 0 0,-5 4 0 0 0,-8 6 302 0 0,1 0 0 0 0,-28 31-1 0 0,34-34-357 0 0,0 1 0 0 0,1 0 0 0 0,1 1 0 0 0,0-1 0 0 0,1 1 0 0 0,0 1 0 0 0,0 0 0 0 0,2 0 0 0 0,0 0 0 0 0,0 0-1 0 0,1 1 1 0 0,0 0 0 0 0,2 0 0 0 0,-1 0 0 0 0,2 0 0 0 0,0 16 0 0 0,1-9-40 0 0,1 0-1 0 0,0 0 1 0 0,2 0 0 0 0,1 0 0 0 0,1 0-1 0 0,0-1 1 0 0,1 0 0 0 0,13 27 0 0 0,-16-41-175 0 0,0 0-1 0 0,0 0 1 0 0,1 0 0 0 0,0-1 0 0 0,0 1 0 0 0,0-1-1 0 0,0 0 1 0 0,1 0 0 0 0,0-1 0 0 0,0 0 0 0 0,0 1-1 0 0,1-2 1 0 0,-1 1 0 0 0,1-1 0 0 0,0 1 0 0 0,0-1-1 0 0,0-1 1 0 0,0 1 0 0 0,1-1 0 0 0,-1-1 0 0 0,1 1-1 0 0,-1-1 1 0 0,1 0 0 0 0,-1 0 0 0 0,1-1 0 0 0,0 0-1 0 0,-1 0 1 0 0,1-1 0 0 0,0 1 0 0 0,10-4 0 0 0,-4 1-208 0 0,0-2 1 0 0,-1 1-1 0 0,0-1 1 0 0,0-1-1 0 0,0 0 1 0 0,-1-1-1 0 0,0-1 1 0 0,0 1-1 0 0,0-1 1 0 0,-1-1-1 0 0,-1 0 1 0 0,12-14-1 0 0,-15 17 169 0 0,0-1 0 0 0,-1 0 0 0 0,0 0 1 0 0,0 0-1 0 0,-1-1 0 0 0,1 0 0 0 0,-2 1 0 0 0,1-1 0 0 0,-1-1 0 0 0,-1 1 0 0 0,1 0 0 0 0,-1-1 0 0 0,-1 1 0 0 0,0-1 1 0 0,0 0-1 0 0,0 0 0 0 0,-1 1 0 0 0,-1-1 0 0 0,-2-14 0 0 0,4 22 72 0 0,-1 1-1 0 0,0 0 1 0 0,0 0 0 0 0,-1 0 0 0 0,1-1-1 0 0,0 1 1 0 0,0 0 0 0 0,0 0-1 0 0,0 0 1 0 0,0 0 0 0 0,0-1-1 0 0,0 1 1 0 0,0 0 0 0 0,0 0 0 0 0,0 0-1 0 0,0 0 1 0 0,0-1 0 0 0,-1 1-1 0 0,1 0 1 0 0,0 0 0 0 0,0 0-1 0 0,0 0 1 0 0,0 0 0 0 0,0-1 0 0 0,-1 1-1 0 0,1 0 1 0 0,0 0 0 0 0,0 0-1 0 0,0 0 1 0 0,0 0 0 0 0,-1 0 0 0 0,1 0-1 0 0,0 0 1 0 0,0 0 0 0 0,0 0-1 0 0,-1 0 1 0 0,1 0 0 0 0,0 0-1 0 0,0 0 1 0 0,0 0 0 0 0,0 0 0 0 0,-1 0-1 0 0,1 0 1 0 0,0 0 0 0 0,0 0-1 0 0,-1 0 1 0 0,-8 9 307 0 0,-4 13 62 0 0,9-12-223 0 0,1-1-1 0 0,1 1 1 0 0,0 0 0 0 0,0-1-1 0 0,0 1 1 0 0,1 0-1 0 0,1 0 1 0 0,0 0-1 0 0,0 0 1 0 0,3 16-1 0 0,-2-21-117 0 0,1 1 1 0 0,-1-1-1 0 0,1 0 0 0 0,0 0 0 0 0,0 0 0 0 0,0 0 0 0 0,1 0 1 0 0,-1-1-1 0 0,1 1 0 0 0,1-1 0 0 0,-1 1 0 0 0,0-1 0 0 0,1 0 1 0 0,0 0-1 0 0,0-1 0 0 0,0 1 0 0 0,1-1 0 0 0,-1 0 1 0 0,1 0-1 0 0,0 0 0 0 0,4 2 0 0 0,-6-4-52 0 0,-1 0 0 0 0,1 0 0 0 0,-1 0 0 0 0,1 0 1 0 0,0 0-1 0 0,-1 0 0 0 0,1-1 0 0 0,0 1 0 0 0,-1-1 0 0 0,1 0 0 0 0,0 0 0 0 0,0 0 0 0 0,-1 0 1 0 0,1 0-1 0 0,0-1 0 0 0,-1 1 0 0 0,1-1 0 0 0,0 0 0 0 0,-1 1 0 0 0,1-1 0 0 0,-1 0 1 0 0,1-1-1 0 0,-1 1 0 0 0,1 0 0 0 0,-1-1 0 0 0,0 0 0 0 0,0 1 0 0 0,1-1 0 0 0,-1 0 0 0 0,-1 0 1 0 0,1 0-1 0 0,0 0 0 0 0,1-3 0 0 0,-1 2-41 0 0,0-1 0 0 0,0 0 0 0 0,-1 1 0 0 0,0-1 0 0 0,0 0 0 0 0,0 0 0 0 0,0 0 0 0 0,-1 0 0 0 0,1 0 0 0 0,-1 0 1 0 0,0 0-1 0 0,0 0 0 0 0,-1 0 0 0 0,1 0 0 0 0,-1 0 0 0 0,0 0 0 0 0,0 0 0 0 0,0 0 0 0 0,0 1 0 0 0,-1-1 0 0 0,1 0 0 0 0,-4-4 0 0 0,-4-6-149 0 0,-1 1 1 0 0,-1 0-1 0 0,0 0 0 0 0,-1 1 1 0 0,-15-12-1 0 0,-6-7-277 0 0,32 30 443 0 0,1 1 0 0 0,-1-1 0 0 0,0 1 0 0 0,1-1 0 0 0,-1 1 0 0 0,1-1 0 0 0,0 1-1 0 0,-1-1 1 0 0,1 0 0 0 0,-1 1 0 0 0,1-1 0 0 0,0 0 0 0 0,-1 1 0 0 0,1-1 0 0 0,0 0 0 0 0,0 0 0 0 0,0 1 0 0 0,0-1 0 0 0,-1 0-1 0 0,1 0 1 0 0,0 1 0 0 0,0-1 0 0 0,0 0 0 0 0,1 0 0 0 0,-1 1 0 0 0,0-1 0 0 0,0 0 0 0 0,0 0 0 0 0,0 1 0 0 0,1-1 0 0 0,0-1-1 0 0,18-15-3842 0 0,-10 11 2087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5.6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0 504 0 0,'0'0'632'0'0,"1"27"1986"0"0,1-3-1565 0 0,1 0 0 0 0,1 0 0 0 0,11 34 0 0 0,-12-48-807 0 0,0 1-1 0 0,2-1 1 0 0,-1 1 0 0 0,1-1-1 0 0,1-1 1 0 0,0 1 0 0 0,0-1 0 0 0,1 0-1 0 0,13 15 1 0 0,-19-23-231 0 0,1 1 0 0 0,-1-1 0 0 0,1 0 0 0 0,-1 1 0 0 0,1-1 0 0 0,-1 0 0 0 0,1 0 0 0 0,0 0 0 0 0,0 0 0 0 0,-1-1 0 0 0,1 1 0 0 0,0 0 0 0 0,0-1 0 0 0,0 1 0 0 0,0-1-1 0 0,0 1 1 0 0,0-1 0 0 0,0 0 0 0 0,0 0 0 0 0,0 0 0 0 0,0 0 0 0 0,0 0 0 0 0,0-1 0 0 0,-1 1 0 0 0,1-1 0 0 0,0 1 0 0 0,0-1 0 0 0,2 0 0 0 0,-1-1-71 0 0,0-1 0 0 0,-1 1 0 0 0,1 0 0 0 0,-1-1-1 0 0,1 1 1 0 0,-1-1 0 0 0,0 0 0 0 0,0 1 0 0 0,0-1 0 0 0,0 0 0 0 0,-1 0-1 0 0,1-1 1 0 0,-1 1 0 0 0,0 0 0 0 0,1-6 0 0 0,1 0-84 0 0,-1-1 1 0 0,0 0-1 0 0,-1 0 0 0 0,0 0 1 0 0,-1 0-1 0 0,0-1 1 0 0,0 1-1 0 0,-1 0 0 0 0,-1 0 1 0 0,0 0-1 0 0,0 1 1 0 0,-1-1-1 0 0,0 0 0 0 0,-4-9 1 0 0,4 20 136 0 0,2 8 42 0 0,1 11 47 0 0,3 7 76 0 0,2 1 1 0 0,0-1-1 0 0,2-1 1 0 0,0 1 0 0 0,2-1-1 0 0,15 31 1 0 0,-23-57-182 0 0,-1 1 0 0 0,0-1 1 0 0,0 0-1 0 0,0 1 0 0 0,1-1 0 0 0,-1 1 1 0 0,0-1-1 0 0,1 0 0 0 0,-1 1 0 0 0,0-1 1 0 0,1 0-1 0 0,-1 1 0 0 0,0-1 0 0 0,1 0 1 0 0,-1 1-1 0 0,1-1 0 0 0,-1 0 0 0 0,0 0 1 0 0,1 0-1 0 0,-1 1 0 0 0,1-1 0 0 0,-1 0 1 0 0,1 0-1 0 0,-1 0 0 0 0,1 0 0 0 0,-1 0 1 0 0,1 0-1 0 0,-1 0 0 0 0,1 0 0 0 0,-1 0 1 0 0,1 0-1 0 0,0 0 0 0 0,15-13-582 0 0,9-27-757 0 0,-23 36 1092 0 0,17-35-2849 0 0,-9 18 1333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6.0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 5 476 0 0,'0'0'65'0'0,"1"-1"0"0"0,-1 1 1 0 0,0 0-1 0 0,0-1 0 0 0,0 1 0 0 0,0 0 0 0 0,0 0 1 0 0,1 0-1 0 0,-1-1 0 0 0,0 1 0 0 0,0 0 0 0 0,0 0 1 0 0,1-1-1 0 0,-1 1 0 0 0,0 0 0 0 0,0 0 0 0 0,1 0 0 0 0,-1 0 1 0 0,0 0-1 0 0,1 0 0 0 0,-1-1 0 0 0,0 1 0 0 0,0 0 1 0 0,1 0-1 0 0,-1 0 0 0 0,0 0 0 0 0,1 0 0 0 0,-1 0 1 0 0,0 0-1 0 0,1 0 0 0 0,-1 0 0 0 0,0 0 0 0 0,0 0 0 0 0,1 0 1 0 0,-1 0-1 0 0,0 1 0 0 0,1-1 0 0 0,-1 0 0 0 0,0 0 1 0 0,0 0-1 0 0,1 0 0 0 0,4 15 1142 0 0,-3 23-424 0 0,-2-37-711 0 0,-15 264 2790 0 0,9-195-2394 0 0,1-33-1501 0 0,5-37 383 0 0,-4-7-2771 0 0,1 2 1451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6.3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51 448 0 0,'-6'5'4390'0'0,"25"-9"-3135"0"0,40-11-1831 0 0,-49 12 906 0 0,26-7-1426 0 0,1 2 0 0 0,75-8 1 0 0,-84 16-349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6.6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3 532 0 0,'0'0'641'0'0,"0"0"-20"0"0,0 0-26 0 0,29-3 1648 0 0,-3 4-1372 0 0,49 5 1136 0 0,-70-6-2242 0 0,1 1-1 0 0,-1 0 0 0 0,0 1 0 0 0,1 0 0 0 0,-1-1 0 0 0,0 2 1 0 0,0-1-1 0 0,0 0 0 0 0,-1 1 0 0 0,9 6 0 0 0,-10-5-1626 0 0,-1 1 140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6.9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1 276 0 0,'27'13'5030'0'0,"-11"-10"-4837"0"0,-1-1 1 0 0,1-1 0 0 0,0-1-1 0 0,24-1 1 0 0,29-12-3640 0 0,-48 8 1854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7.2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48 0 0,'0'0'741'0'0,"25"6"2470"0"0,29-4-835 0 0,53 5-1925 0 0,-92 2-4380 0 0,-13-7 2299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7.5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37 0 88 0 0,'-9'8'1136'0'0,"7"-7"-865"0"0,-1 1 1 0 0,1-1-1 0 0,0 1 0 0 0,0-1 1 0 0,0 1-1 0 0,0 0 1 0 0,1 0-1 0 0,-1 0 1 0 0,1 0-1 0 0,-1 0 0 0 0,1 0 1 0 0,-1 1-1 0 0,1-1 1 0 0,-1 4-1 0 0,2-5-227 0 0,1 0-1 0 0,0-1 1 0 0,0 1-1 0 0,0-1 1 0 0,-1 1 0 0 0,1-1-1 0 0,0 1 1 0 0,0-1-1 0 0,0 0 1 0 0,0 1-1 0 0,0-1 1 0 0,0 0 0 0 0,0 0-1 0 0,0 0 1 0 0,0 0-1 0 0,0 0 1 0 0,0 0 0 0 0,0 0-1 0 0,0 0 1 0 0,0 0-1 0 0,1-1 1 0 0,-1 1-11 0 0,76-6-299 0 0,-47 3-1565 0 0,58 0 0 0 0,-74 5 500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7.8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0 188 0 0,'0'0'607'0'0,"0"0"11"0"0,0 0-5 0 0,-4 32 2241 0 0,0 18-1223 0 0,2-1 0 0 0,6 71 1 0 0,-2 57-4535 0 0,-4-162 302 0 0,-2 0 195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8.7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6 216 296 0 0,'-6'-9'4688'0'0,"14"6"-4362"0"0,0 1 0 0 0,0 1 0 0 0,0-1 0 0 0,0 1-1 0 0,0 1 1 0 0,0 0 0 0 0,0 0 0 0 0,0 0-1 0 0,15 3 1 0 0,-1-1-1 0 0,5 0-43 0 0,327 3 1267 0 0,-223-14-1954 0 0,-150 9-68 0 0,5 1 353 0 0,0-1 0 0 0,0 0 1 0 0,0-1-1 0 0,-25-6 0 0 0,34 6 58 0 0,1 0 0 0 0,-1-1 0 0 0,0 1-1 0 0,1-1 1 0 0,-1 0 0 0 0,1 0 0 0 0,-1-1 0 0 0,1 1 0 0 0,0-1 0 0 0,0 0 0 0 0,0 0 0 0 0,1-1 0 0 0,-1 1-1 0 0,1-1 1 0 0,0 1 0 0 0,0-1 0 0 0,0 0 0 0 0,0 0 0 0 0,0-1 0 0 0,1 1 0 0 0,0 0 0 0 0,0-1 0 0 0,0 0-1 0 0,1 1 1 0 0,-1-1 0 0 0,1 0 0 0 0,0 0 0 0 0,0-7 0 0 0,0-20-154 0 0,1 23 306 0 0,-1 0 0 0 0,1-1 0 0 0,-2 1 0 0 0,-1-10 0 0 0,-1 103 2192 0 0,4-75-2209 0 0,1-1 1 0 0,0 1-1 0 0,1-1 0 0 0,0 1 0 0 0,0-1 0 0 0,1 0 0 0 0,0 0 1 0 0,1 0-1 0 0,-1 0 0 0 0,7 8 0 0 0,-7-11-51 0 0,1-1 1 0 0,0 0-1 0 0,-1 0 0 0 0,2 0 0 0 0,-1 0 1 0 0,0-1-1 0 0,1 0 0 0 0,0 1 0 0 0,-1-2 0 0 0,1 1 1 0 0,1-1-1 0 0,-1 1 0 0 0,0-1 0 0 0,0-1 1 0 0,1 1-1 0 0,9 1 0 0 0,3-1-123 0 0,-1-1-1 0 0,22-1 1 0 0,23 2-420 0 0,-62-2 515 0 0,1 0 1 0 0,-1 0 0 0 0,1 0 0 0 0,-1 0-1 0 0,1 0 1 0 0,-1 0 0 0 0,1 0 0 0 0,-1 0-1 0 0,0 1 1 0 0,1-1 0 0 0,-1 0 0 0 0,1 0-1 0 0,-1 0 1 0 0,0 0 0 0 0,1 1 0 0 0,-1-1-1 0 0,1 0 1 0 0,-1 0 0 0 0,0 1 0 0 0,1-1-1 0 0,-1 0 1 0 0,0 1 0 0 0,0-1 0 0 0,1 0-1 0 0,-1 1 1 0 0,0-1 0 0 0,0 0 0 0 0,1 1-1 0 0,-1-1 1 0 0,0 1 0 0 0,0-1-1 0 0,0 0 1 0 0,1 1 0 0 0,-9 13 42 0 0,-26 15 261 0 0,29-25-257 0 0,-63 46 950 0 0,-87 48-1 0 0,152-95-1071 0 0,-1-1-832 0 0,2-1-4972 0 0,2-1 2908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29.3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156 25 424 0 0,'0'-1'119'0'0,"0"0"-1"0"0,0 0 1 0 0,0 0 0 0 0,0 0-1 0 0,-1 0 1 0 0,1 0-1 0 0,0 0 1 0 0,-1 0 0 0 0,1 0-1 0 0,-1 0 1 0 0,1 0 0 0 0,-1 0-1 0 0,1 0 1 0 0,-1 0 0 0 0,0 0-1 0 0,0 0 1 0 0,1 1-1 0 0,-1-1 1 0 0,0 0 0 0 0,0 0-1 0 0,0 1 1 0 0,0-1 0 0 0,1 1-1 0 0,-1-1 1 0 0,0 1-1 0 0,0-1 1 0 0,0 1 0 0 0,0 0-1 0 0,-1-1 1 0 0,1 1 0 0 0,0 0-1 0 0,0 0 1 0 0,0 0 0 0 0,0 0-1 0 0,0 0 1 0 0,0 0-1 0 0,0 0 1 0 0,0 0 0 0 0,0 0-1 0 0,0 0 1 0 0,0 0 0 0 0,0 1-1 0 0,0-1 1 0 0,0 1 0 0 0,0-1-1 0 0,0 1 1 0 0,0-1-1 0 0,0 1 1 0 0,-2 0 0 0 0,-2 2 57 0 0,0 0 0 0 0,0 1 0 0 0,0-1 0 0 0,1 1 0 0 0,-1 0 0 0 0,1 0 1 0 0,-8 9-1 0 0,3 2 92 0 0,0-1 0 0 0,1 1-1 0 0,1 0 1 0 0,0 1 0 0 0,1 0 0 0 0,0 0 0 0 0,2 0 0 0 0,0 1 0 0 0,0-1 0 0 0,-1 28 0 0 0,5-32-144 0 0,-1 0 0 0 0,2-1 1 0 0,0 1-1 0 0,0 0 0 0 0,1-1 1 0 0,0 1-1 0 0,1-1 1 0 0,0 1-1 0 0,1-1 0 0 0,0 0 1 0 0,1-1-1 0 0,0 1 0 0 0,1-1 1 0 0,0 0-1 0 0,1 0 0 0 0,9 12 1 0 0,-13-19-102 0 0,0 0 0 0 0,0-1 0 0 0,0 1 0 0 0,0 0 0 0 0,1-1 0 0 0,-1 0 0 0 0,1 0 0 0 0,0 0 0 0 0,-1 0 0 0 0,1 0-1 0 0,0-1 1 0 0,0 0 0 0 0,0 1 0 0 0,0-2 0 0 0,0 1 0 0 0,0 0 0 0 0,4-1 0 0 0,-1 0-29 0 0,-1 0 0 0 0,1-1 1 0 0,-1 0-1 0 0,1 0 0 0 0,-1-1 0 0 0,0 0 0 0 0,0 0 0 0 0,1 0 0 0 0,10-7 0 0 0,-5 2-80 0 0,-1 0-1 0 0,0-1 1 0 0,-1-1 0 0 0,0 1-1 0 0,0-2 1 0 0,0 1 0 0 0,-1-1-1 0 0,-1-1 1 0 0,14-20-1 0 0,-18 22 7 0 0,0 0 0 0 0,-1 0-1 0 0,0 0 1 0 0,0 0-1 0 0,-1-1 1 0 0,0 1-1 0 0,0-1 1 0 0,-1 0-1 0 0,-1 1 1 0 0,0-1-1 0 0,0 0 1 0 0,-1 0-1 0 0,0 1 1 0 0,0-1 0 0 0,-1 1-1 0 0,-1-1 1 0 0,-4-11-1 0 0,4 12 47 0 0,-1-1 0 0 0,0 1 0 0 0,-1 0 1 0 0,0 0-1 0 0,0 1 0 0 0,-1-1 0 0 0,0 1 0 0 0,-1 0 0 0 0,1 1 0 0 0,-2 0 0 0 0,1 0 0 0 0,-1 0 0 0 0,0 1 0 0 0,0 0 0 0 0,-1 1 1 0 0,-15-8-1 0 0,16 10 51 0 0,0 0 0 0 0,-1 0 0 0 0,1 1 0 0 0,-11-1 0 0 0,16 3-15 0 0,1-1 0 0 0,-1 1 0 0 0,0 0 0 0 0,0 0 0 0 0,1 0 1 0 0,-1 0-1 0 0,0 0 0 0 0,1 1 0 0 0,-1-1 0 0 0,0 1 0 0 0,1 0 1 0 0,-1 0-1 0 0,1 0 0 0 0,-1 0 0 0 0,1 0 0 0 0,-1 0 0 0 0,-3 3 1 0 0,6-4-15 0 0,0 0 0 0 0,0 0 0 0 0,0 1 0 0 0,-1-1 0 0 0,1 0 1 0 0,0 0-1 0 0,0 0 0 0 0,0 0 0 0 0,0 1 0 0 0,-1-1 0 0 0,1 0 0 0 0,0 0 1 0 0,0 1-1 0 0,0-1 0 0 0,0 0 0 0 0,0 0 0 0 0,0 1 0 0 0,0-1 1 0 0,0 0-1 0 0,0 0 0 0 0,0 1 0 0 0,0-1 0 0 0,0 0 0 0 0,0 0 0 0 0,0 1 1 0 0,0-1-1 0 0,0 0 0 0 0,0 0 0 0 0,0 1 0 0 0,0-1 0 0 0,0 0 1 0 0,0 0-1 0 0,0 0 0 0 0,0 1 0 0 0,1-1 0 0 0,-1 0 0 0 0,0 0 0 0 0,0 1 1 0 0,0-1-1 0 0,0 0 0 0 0,1 0 0 0 0,13 6-783 0 0,20-2-3124 0 0,-32-4 3174 0 0,13 1-1762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0.1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19 129 312 0 0,'0'0'786'0'0,"0"0"-30"0"0,0 0-46 0 0,0 0-60 0 0,0 0-44 0 0,-19-5 3959 0 0,28 22-4141 0 0,-2 1 0 0 0,1 0 1 0 0,8 35-1 0 0,9 25 426 0 0,-20-66-663 0 0,28 57 572 0 0,-30-64-694 0 0,0-1-1 0 0,0 1 1 0 0,0-1 0 0 0,0 0-1 0 0,0 0 1 0 0,1 0 0 0 0,0 0 0 0 0,0 0-1 0 0,0-1 1 0 0,0 0 0 0 0,7 4-1 0 0,-9-10-57 0 0,0 0 0 0 0,0 0-1 0 0,0 0 1 0 0,0-1-1 0 0,-1 1 1 0 0,0 0 0 0 0,1-1-1 0 0,0-3 1 0 0,56-191-2247 0 0,-49 175 1753 0 0,1 1 0 0 0,1 0-1 0 0,1 1 1 0 0,0 0 0 0 0,2 0 0 0 0,23-25-1 0 0,-35 45 171 0 0,-1-1-1 0 0,0 0 0 0 0,1 0 1 0 0,-1 0-1 0 0,0 0 0 0 0,0 0 1 0 0,0 0-1 0 0,0 0 1 0 0,0 0-1 0 0,0 0 0 0 0,0-3 1 0 0,1-1-1515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0.6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0 492 0 0,'-2'28'3692'0'0,"-21"227"2590"0"0,22-253-6248 0 0,1 0 1 0 0,0-1-1 0 0,0 1 0 0 0,0 0 0 0 0,-1-1 0 0 0,2 1 0 0 0,-1-1 0 0 0,0 1 1 0 0,0 0-1 0 0,0-1 0 0 0,1 1 0 0 0,-1-1 0 0 0,1 1 0 0 0,-1-1 0 0 0,1 1 1 0 0,0-1-1 0 0,-1 1 0 0 0,1-1 0 0 0,0 1 0 0 0,0-1 0 0 0,0 0 0 0 0,0 0 1 0 0,0 1-1 0 0,0-1 0 0 0,1 0 0 0 0,-1 0 0 0 0,0 0 0 0 0,1 0 0 0 0,-1 0 1 0 0,0-1-1 0 0,1 1 0 0 0,-1 0 0 0 0,1-1 0 0 0,-1 1 0 0 0,1-1 0 0 0,-1 1 1 0 0,1-1-1 0 0,0 0 0 0 0,1 1 0 0 0,9-1-17 0 0,-1 0 0 0 0,0 0 0 0 0,0-1 0 0 0,21-4 0 0 0,-4 0-135 0 0,35 1-578 0 0,14-2-3261 0 0,-76 6 3273 0 0,-1 0-526 0 0,1 0-779 0 0,4 0 150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0.9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1 532 0 0,'29'10'2675'0'0,"75"2"481"0"0,-34-10-6671 0 0,-65-2 1911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1.2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 1 36 0 0,'-6'0'980'0'0,"0"0"-72"0"0,2 1-88 0 0,2 1-76 0 0,2-2-64 0 0,0 0-64 0 0,0 0-60 0 0,11 7-79 0 0,-2-5-25 0 0,5-1-76 0 0,4 0-108 0 0,5-1-132 0 0,2 2-216 0 0,1-4-272 0 0,1 2-752 0 0,0 0-1197 0 0,0-1 529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2.2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33 340 0 0,'15'3'4536'0'0,"-12"3"-4325"0"0,0 0 0 0 0,0 0 0 0 0,-1 1 0 0 0,0-1 0 0 0,-1 1 0 0 0,1 0 0 0 0,-1-1 0 0 0,0 1-1 0 0,-1 8 1 0 0,1 33 811 0 0,-9 94 0 0 0,-2 0 694 0 0,12-127-1311 0 0,0-23-157 0 0,2-26-198 0 0,-7-54-329 0 0,1-46-146 0 0,2 117 365 0 0,2 0 0 0 0,0-1 1 0 0,1 1-1 0 0,1 0 0 0 0,8-23 0 0 0,-10 36 47 0 0,0 0 1 0 0,0 0-1 0 0,0 0 0 0 0,0 1 0 0 0,1-1 1 0 0,-1 1-1 0 0,1-1 0 0 0,0 1 0 0 0,0 0 1 0 0,0 0-1 0 0,0 0 0 0 0,1 0 1 0 0,-1 0-1 0 0,1 1 0 0 0,0 0 0 0 0,0 0 1 0 0,-1 0-1 0 0,1 0 0 0 0,1 0 0 0 0,-1 1 1 0 0,0 0-1 0 0,0 0 0 0 0,0 0 1 0 0,1 0-1 0 0,7 0 0 0 0,-7 1 7 0 0,0 1-1 0 0,1-1 0 0 0,-1 1 1 0 0,0 0-1 0 0,0 0 1 0 0,0 0-1 0 0,0 1 1 0 0,0 0-1 0 0,0 0 0 0 0,0 0 1 0 0,0 0-1 0 0,-1 1 1 0 0,1 0-1 0 0,-1 0 1 0 0,0 0-1 0 0,0 0 0 0 0,0 1 1 0 0,0 0-1 0 0,-1 0 1 0 0,1 0-1 0 0,2 5 1 0 0,-5-8 3 0 0,0 0 0 0 0,-1 0 0 0 0,0 0 0 0 0,1-1 0 0 0,-1 1 0 0 0,1 0 0 0 0,-1 0 0 0 0,0 0 0 0 0,0 0-1 0 0,1 0 1 0 0,-1 0 0 0 0,0 0 0 0 0,0 0 0 0 0,0 0 0 0 0,0 0 0 0 0,0-1 0 0 0,0 1 0 0 0,-1 0 0 0 0,1 0 0 0 0,0 0 0 0 0,0 0 0 0 0,-1 0 0 0 0,1 0 0 0 0,-1 1 0 0 0,0 0 1 0 0,-1 0-1 0 0,1 0 0 0 0,-1 0 1 0 0,1-1-1 0 0,-1 1 0 0 0,0 0 1 0 0,0-1-1 0 0,0 1 0 0 0,-3 1 1 0 0,-7 3 10 0 0,-1 0-1 0 0,-24 7 1 0 0,25-8 3 0 0,-11 2 10 0 0,17-6 1 0 0,-1 1 0 0 0,1 0 0 0 0,-1 0-1 0 0,1 1 1 0 0,0 0 0 0 0,-9 6 0 0 0,14-8-18 0 0,0 0 0 0 0,0 0 1 0 0,-1 0-1 0 0,1 0 0 0 0,1 1 0 0 0,-1-1 0 0 0,0 0 1 0 0,0 0-1 0 0,0 1 0 0 0,1-1 0 0 0,-1 1 0 0 0,1-1 1 0 0,-1 1-1 0 0,1-1 0 0 0,-1 1 0 0 0,1-1 1 0 0,0 1-1 0 0,0-1 0 0 0,0 1 0 0 0,0 0 0 0 0,0-1 1 0 0,0 1-1 0 0,0-1 0 0 0,1 1 0 0 0,-1-1 0 0 0,0 1 1 0 0,1-1-1 0 0,-1 1 0 0 0,1-1 0 0 0,0 1 0 0 0,-1-1 1 0 0,1 0-1 0 0,2 3 0 0 0,2 5 6 0 0,1 0 1 0 0,1-1-1 0 0,0 0 1 0 0,0 0-1 0 0,0-1 1 0 0,1 1-1 0 0,0-2 0 0 0,17 12 1 0 0,78 40 3 0 0,-87-50-18 0 0,-11-5-4 0 0,1-1-4 0 0,0 1 1 0 0,0 0-1 0 0,0 1 0 0 0,0-1 0 0 0,0 1 0 0 0,-1 0 1 0 0,0 1-1 0 0,0-1 0 0 0,0 1 0 0 0,0 0 0 0 0,6 10 1 0 0,-11-15-13 0 0,1 0 0 0 0,-1 0 0 0 0,0 0 0 0 0,0 1 0 0 0,0-1 1 0 0,0 0-1 0 0,1 0 0 0 0,-1 0 0 0 0,0 1 0 0 0,0-1 0 0 0,0 0 1 0 0,0 0-1 0 0,0 1 0 0 0,0-1 0 0 0,0 0 0 0 0,0 0 1 0 0,0 1-1 0 0,0-1 0 0 0,0 0 0 0 0,0 1 0 0 0,0-1 0 0 0,0 0 1 0 0,0 0-1 0 0,0 1 0 0 0,0-1 0 0 0,0 0 0 0 0,0 0 0 0 0,0 1 1 0 0,0-1-1 0 0,-1 0 0 0 0,1 0 0 0 0,0 1 0 0 0,0-1 0 0 0,0 0 1 0 0,0 0-1 0 0,-1 0 0 0 0,1 1 0 0 0,0-1 0 0 0,0 0 0 0 0,0 0 1 0 0,-1 0-1 0 0,1 0 0 0 0,0 0 0 0 0,0 1 0 0 0,-1-1 1 0 0,1 0-1 0 0,0 0 0 0 0,0 0 0 0 0,-1 0 0 0 0,1 0 0 0 0,0 0 1 0 0,0 0-1 0 0,-1 0 0 0 0,1 0 0 0 0,0 0 0 0 0,0 0 0 0 0,-1 0 1 0 0,1 0-1 0 0,0 0 0 0 0,-1 0 0 0 0,0 0-146 0 0,0 0-1 0 0,0-1 1 0 0,0 1 0 0 0,0 0-1 0 0,0 0 1 0 0,0-1 0 0 0,1 1-1 0 0,-1-1 1 0 0,0 1-1 0 0,0-1 1 0 0,0 1 0 0 0,0-1-1 0 0,0 1 1 0 0,1-1 0 0 0,-1 0-1 0 0,-1-1 1 0 0,0-1-2014 0 0,1 0 168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2.6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1 540 0 0,'-1'11'700'0'0,"1"0"0"0"0,0 0 1 0 0,1 0-1 0 0,0 0 0 0 0,3 16 0 0 0,1 9 328 0 0,5 48 1019 0 0,3 95 733 0 0,-15-148-2577 0 0,0-26-833 0 0,2-21-330 0 0,-3-23-3970 0 0,3 23 2523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2.9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7 324 0 0,'3'-2'416'0'0,"1"1"0"0"0,-1 0 0 0 0,1 0-1 0 0,0 1 1 0 0,-1-1 0 0 0,1 1 0 0 0,-1 0 0 0 0,1 0 0 0 0,0 0-1 0 0,6 1 1 0 0,-2-1 71 0 0,7 0-165 0 0,23 0-368 0 0,1 1 0 0 0,66 11 1 0 0,-82-3-2705 0 0,-13-3 1162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3.2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0 860 0 0,'-1'1'177'0'0,"0"-1"0"0"0,0 0-1 0 0,0 1 1 0 0,0-1 0 0 0,0 1 0 0 0,0 0-1 0 0,0-1 1 0 0,0 1 0 0 0,1 0-1 0 0,-1 0 1 0 0,0-1 0 0 0,0 1 0 0 0,1 0-1 0 0,-1 0 1 0 0,1 0 0 0 0,-1 0 0 0 0,1 0-1 0 0,-2 1 1 0 0,2-1-89 0 0,0 0 0 0 0,1-1 1 0 0,-1 1-1 0 0,0-1 0 0 0,0 1 0 0 0,0-1 0 0 0,0 1 0 0 0,1-1 0 0 0,-1 1 0 0 0,0-1 1 0 0,1 1-1 0 0,-1-1 0 0 0,0 1 0 0 0,1-1 0 0 0,-1 1 0 0 0,0-1 0 0 0,1 0 1 0 0,-1 1-1 0 0,1-1 0 0 0,-1 0 0 0 0,1 1 0 0 0,-1-1 0 0 0,1 0 0 0 0,0 1 0 0 0,3 1 93 0 0,1-1-1 0 0,-1 1 1 0 0,1-1-1 0 0,-1 0 1 0 0,1 0-1 0 0,0 0 1 0 0,4 0-1 0 0,138-6 464 0 0,-49-7-5557 0 0,-88 10 2889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3.5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 1 616 0 0,'4'21'2834'0'0,"-20"72"250"0"0,-1 18-888 0 0,17-99-1943 0 0,-1 1 1 0 0,2-1-1 0 0,-1 0 1 0 0,2 1-1 0 0,0-1 1 0 0,0 0-1 0 0,5 12 1 0 0,-1-5 91 0 0,-4-10-101 0 0,0 0 1 0 0,1-1-1 0 0,1 0 0 0 0,-1 0 1 0 0,9 14-1 0 0,-10-20-216 0 0,-1 0 1 0 0,1-1-1 0 0,-1 1 1 0 0,1 0-1 0 0,0-1 0 0 0,-1 0 1 0 0,1 1-1 0 0,0-1 0 0 0,0 0 1 0 0,0 0-1 0 0,0 0 1 0 0,0 0-1 0 0,0 0 0 0 0,0 0 1 0 0,1-1-1 0 0,-1 1 0 0 0,0-1 1 0 0,0 0-1 0 0,1 1 1 0 0,-1-1-1 0 0,0 0 0 0 0,0 0 1 0 0,1 0-1 0 0,-1-1 0 0 0,0 1 1 0 0,0-1-1 0 0,0 1 1 0 0,3-2-1 0 0,55-16-878 0 0,4-2-1594 0 0,-20 11-3310 0 0,-39 8 3310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3.8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105 126 44 0 0,'4'-20'1095'0'0,"-3"17"-909"0"0,1 0 0 0 0,-1-1 0 0 0,0 1 0 0 0,-1-1 0 0 0,1 1 1 0 0,-1-1-1 0 0,1 1 0 0 0,-1-1 0 0 0,0 1 0 0 0,-1-1 0 0 0,1 1 0 0 0,0-1 1 0 0,-1 1-1 0 0,0-1 0 0 0,0 1 0 0 0,-1-4 0 0 0,1 6-141 0 0,0 1 0 0 0,1-1 0 0 0,-1 1 0 0 0,0 0 0 0 0,1-1 0 0 0,-1 1 0 0 0,0 0 0 0 0,1 0 0 0 0,-1 0 0 0 0,0 0 0 0 0,0 0 0 0 0,1-1 0 0 0,-1 1 0 0 0,0 0 0 0 0,0 1 0 0 0,1-1-1 0 0,-1 0 1 0 0,0 0 0 0 0,1 0 0 0 0,-1 0 0 0 0,0 0 0 0 0,0 1 0 0 0,1-1 0 0 0,-1 0 0 0 0,0 1 0 0 0,1-1 0 0 0,-1 1 0 0 0,1-1 0 0 0,-1 0 0 0 0,0 1 0 0 0,0 0 0 0 0,-19 17 606 0 0,19-17-554 0 0,-7 8 155 0 0,1 1 0 0 0,0-1 1 0 0,1 1-1 0 0,0 1 0 0 0,1-1 0 0 0,0 1 0 0 0,1 0 1 0 0,0 0-1 0 0,1 0 0 0 0,0 1 0 0 0,0-1 0 0 0,1 1 1 0 0,1 0-1 0 0,0-1 0 0 0,1 1 0 0 0,0 0 1 0 0,1 0-1 0 0,0-1 0 0 0,0 1 0 0 0,4 11 0 0 0,-4-19-187 0 0,0 0-1 0 0,1 0 1 0 0,-1-1 0 0 0,1 1-1 0 0,0-1 1 0 0,-1 1-1 0 0,2-1 1 0 0,-1 0-1 0 0,0 0 1 0 0,0 0-1 0 0,1 0 1 0 0,0 0-1 0 0,0 0 1 0 0,0-1-1 0 0,0 0 1 0 0,0 1-1 0 0,0-1 1 0 0,0 0 0 0 0,6 2-1 0 0,-6-3-58 0 0,0-1-1 0 0,0 1 0 0 0,1-1 1 0 0,-1 0-1 0 0,0 0 1 0 0,0 0-1 0 0,0 0 1 0 0,0 0-1 0 0,0-1 1 0 0,0 0-1 0 0,0 1 1 0 0,0-1-1 0 0,0 0 1 0 0,0 0-1 0 0,-1-1 1 0 0,1 1-1 0 0,0-1 0 0 0,-1 1 1 0 0,1-1-1 0 0,-1 0 1 0 0,1 0-1 0 0,-1 0 1 0 0,0 0-1 0 0,0 0 1 0 0,3-4-1 0 0,1-1-128 0 0,0-1 0 0 0,-1 0 0 0 0,0-1 0 0 0,0 1 0 0 0,-1-1 0 0 0,0 0 0 0 0,0 0 0 0 0,-1 0 0 0 0,0 0 0 0 0,-1 0 0 0 0,0-1 0 0 0,0 0 0 0 0,-1 1 0 0 0,0-19 0 0 0,-2 15-40 0 0,1 1 0 0 0,-2-1 0 0 0,0 0 0 0 0,0 1 0 0 0,-1-1 0 0 0,-1 1 0 0 0,0 0 0 0 0,0 0 0 0 0,-1 0 1 0 0,-12-20-1 0 0,14 29 120 0 0,0-1 1 0 0,1 0 0 0 0,-1 1 0 0 0,0-1 0 0 0,-1 1 0 0 0,-4-4 0 0 0,7 6 32 0 0,0 0 0 0 0,0 1 0 0 0,0-1 0 0 0,-1 0 0 0 0,1 1 0 0 0,0-1 0 0 0,0 1 0 0 0,-1-1 0 0 0,1 1 0 0 0,0-1 0 0 0,0 1 0 0 0,-1 0 0 0 0,1 0 0 0 0,0 0 0 0 0,-1 0 0 0 0,1 0-1 0 0,0 0 1 0 0,-1 0 0 0 0,1 0 0 0 0,0 0 0 0 0,-1 1 0 0 0,1-1 0 0 0,0 0 0 0 0,-2 2 0 0 0,2-2-1 0 0,1 0 1 0 0,-1 0-1 0 0,1 0 0 0 0,0 1 1 0 0,-1-1-1 0 0,1 0 0 0 0,-1 1 0 0 0,1-1 1 0 0,0 0-1 0 0,0 1 0 0 0,-1-1 0 0 0,1 1 1 0 0,0-1-1 0 0,-1 0 0 0 0,1 1 0 0 0,0-1 1 0 0,0 1-1 0 0,0-1 0 0 0,0 1 1 0 0,-1-1-1 0 0,1 1 0 0 0,0-1 0 0 0,0 1 1 0 0,0-1-1 0 0,0 1 0 0 0,0-1 0 0 0,0 1 1 0 0,0-1-1 0 0,0 0 0 0 0,0 1 0 0 0,1-1 1 0 0,-1 1-1 0 0,0-1 0 0 0,0 1 1 0 0,0-1-1 0 0,0 1 0 0 0,1-1 0 0 0,-1 0 1 0 0,0 1-1 0 0,0-1 0 0 0,1 1 0 0 0,-1-1 1 0 0,0 0-1 0 0,1 1 0 0 0,-1-1 1 0 0,1 0-1 0 0,-1 1 0 0 0,0-1 0 0 0,1 0 1 0 0,0 1-1 0 0,20 12-1457 0 0,4-9-2001 0 0,-9-4 1469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4.2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 48 124 0 0,'0'0'791'0'0,"-17"28"2744"0"0,9-6-2718 0 0,0 0 0 0 0,2 0 0 0 0,1 1 0 0 0,-4 32 0 0 0,8-45-623 0 0,0 0 1 0 0,1 1 0 0 0,0-1-1 0 0,1 0 1 0 0,0 1-1 0 0,1-1 1 0 0,0 0-1 0 0,0 0 1 0 0,1 0 0 0 0,1 0-1 0 0,0-1 1 0 0,6 13-1 0 0,-9-21-178 0 0,-1 0-1 0 0,0-1 0 0 0,1 1 0 0 0,-1 0 0 0 0,1-1 0 0 0,-1 1 1 0 0,1 0-1 0 0,-1-1 0 0 0,1 1 0 0 0,0-1 0 0 0,-1 1 0 0 0,1-1 1 0 0,0 1-1 0 0,-1-1 0 0 0,1 0 0 0 0,0 1 0 0 0,0-1 1 0 0,-1 0-1 0 0,1 1 0 0 0,0-1 0 0 0,0 0 0 0 0,0 0 0 0 0,-1 0 1 0 0,1 0-1 0 0,0 0 0 0 0,0 0 0 0 0,0 0 0 0 0,1 0 1 0 0,0-1-8 0 0,0 0 0 0 0,0 1 0 0 0,0-1 0 0 0,1 0 0 0 0,-1-1 0 0 0,0 1 0 0 0,0 0 1 0 0,-1-1-1 0 0,1 1 0 0 0,2-2 0 0 0,3-5-40 0 0,0 0-1 0 0,0 0 1 0 0,8-13 0 0 0,13-29-114 0 0,-21 36 68 0 0,1 0 1 0 0,0 0-1 0 0,1 1 1 0 0,1 0-1 0 0,16-18 1 0 0,-26 30 76 0 0,1 1 0 0 0,-1 0 1 0 0,0-1-1 0 0,0 1 0 0 0,1 0 0 0 0,-1 0 1 0 0,0-1-1 0 0,1 1 0 0 0,-1 0 1 0 0,0 0-1 0 0,1-1 0 0 0,-1 1 1 0 0,1 0-1 0 0,-1 0 0 0 0,0 0 1 0 0,1 0-1 0 0,-1-1 0 0 0,1 1 0 0 0,-1 0 1 0 0,1 0-1 0 0,-1 0 0 0 0,0 0 1 0 0,1 0-1 0 0,-1 0 0 0 0,1 0 1 0 0,-1 0-1 0 0,0 0 0 0 0,1 1 1 0 0,-1-1-1 0 0,1 0 0 0 0,-1 0 0 0 0,1 0 1 0 0,-1 0-1 0 0,1 1 0 0 0,6 15 68 0 0,-5 28 152 0 0,-2-38-184 0 0,0 10 75 0 0,0 5 117 0 0,1 0-1 0 0,5 29 0 0 0,-5-46-173 0 0,0 0 0 0 0,0 0 0 0 0,0 1-1 0 0,0-1 1 0 0,1 0 0 0 0,-1 0 0 0 0,1 0 0 0 0,0-1-1 0 0,0 1 1 0 0,1 0 0 0 0,-1-1 0 0 0,1 1 0 0 0,0-1 0 0 0,0 0-1 0 0,0 0 1 0 0,0 0 0 0 0,7 5 0 0 0,-9-8-39 0 0,1 1 0 0 0,-1 0 0 0 0,0-1 0 0 0,1 0 0 0 0,-1 1 0 0 0,0-1 1 0 0,1 0-1 0 0,-1 1 0 0 0,0-1 0 0 0,1 0 0 0 0,-1 0 0 0 0,1 0 0 0 0,-1 0 0 0 0,0-1 0 0 0,1 1 0 0 0,-1 0 1 0 0,0 0-1 0 0,1-1 0 0 0,-1 1 0 0 0,2-2 0 0 0,1 0 0 0 0,-1 0 0 0 0,0 0 0 0 0,0 0 0 0 0,-1 0 0 0 0,1-1 0 0 0,0 1 0 0 0,3-6 0 0 0,2-2-46 0 0,-1 0-1 0 0,-1 0 0 0 0,9-19 0 0 0,-3-5-640 0 0,-1 0-1 0 0,-2 0 1 0 0,-2-1 0 0 0,-1 0-1 0 0,-1-1 1 0 0,-2 1-1 0 0,-2-47 1 0 0,-1 81-760 0 0,0 1-972 0 0,0 0 183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4.5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 0 712 0 0,'5'33'5959'0'0,"-7"-19"-5392"0"0,1 1 1 0 0,-2-1 0 0 0,0 0-1 0 0,-1 0 1 0 0,-9 24-1 0 0,7-22-734 0 0,0 0 0 0 0,1 1-1 0 0,-2 19 1 0 0,2 10-4830 0 0,5-31 2515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34.8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 1 440 0 0,'-5'4'1404'0'0,"0"-1"-128"0"0,2 0-136 0 0,0 1-112 0 0,3-1-79 0 0,0 1-101 0 0,0 1-104 0 0,3-2-128 0 0,0 1-124 0 0,-2 0-172 0 0,3 0-188 0 0,-4-1-280 0 0,0 1-320 0 0,2-2-996 0 0,-2-2-1585 0 0,0 0 705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52.6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9 118 180 0 0,'0'0'781'0'0,"-6"0"91"0"0,4 0-409 0 0,5-1 2363 0 0,451-57-166 0 0,-369 46-2415 0 0,53 0-213 0 0,170 5-1 0 0,-237 7-406 0 0,-62 0 170 0 0,0 0-1 0 0,0-1 0 0 0,0 0 1 0 0,10-3-1 0 0,16-11-3481 0 0,-27 9 1999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53.0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52 172 0 0,'3'2'232'0'0,"0"0"0"0"0,0 0 0 0 0,1 0 0 0 0,-1-1 0 0 0,1 1 0 0 0,-1-1 0 0 0,1 0 0 0 0,0 0 0 0 0,-1 0 0 0 0,1-1 0 0 0,0 1 0 0 0,0-1 0 0 0,0 0 0 0 0,6 0 0 0 0,60-9 693 0 0,-55 6-631 0 0,367-46 1756 0 0,-275 43-1730 0 0,171 11 0 0 0,-207-2-494 0 0,9 2-639 0 0,-28 1-2517 0 0,-41-4 1502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54.5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2 192 144 0 0,'-1'-1'149'0'0,"1"1"0"0"0,0-1 0 0 0,0 1 0 0 0,0-1 0 0 0,0 1 0 0 0,0-1 0 0 0,0 1 1 0 0,-1-1-1 0 0,1 1 0 0 0,0-1 0 0 0,1 1 0 0 0,-1-1 0 0 0,0 1 0 0 0,0-1 0 0 0,0 1 0 0 0,0-1 0 0 0,0 1 0 0 0,0 0 0 0 0,0-1 0 0 0,1 1 0 0 0,-1-1 0 0 0,0 1 1 0 0,0-1-1 0 0,1 1 0 0 0,-1 0 0 0 0,0-1 0 0 0,1 1 0 0 0,-1-1 0 0 0,0 1 0 0 0,1 0 0 0 0,0-1 0 0 0,9 14 989 0 0,8 30-803 0 0,65 374 2292 0 0,-29-121-1244 0 0,12-22-234 0 0,-44-171-681 0 0,-22-105-460 0 0,1 0-1 0 0,-1 0 0 0 0,1 1 0 0 0,0-1 0 0 0,-1 0 1 0 0,1 0-1 0 0,0 0 0 0 0,1 0 0 0 0,-1 1 0 0 0,0-1 0 0 0,0 1 1 0 0,1-1-1 0 0,-1 1 0 0 0,1-1 0 0 0,-1 1 0 0 0,1 0 1 0 0,-1-1-1 0 0,4-1 0 0 0,2-2-6 0 0,0 1 0 0 0,0-1 1 0 0,0 1-1 0 0,15-6 0 0 0,40-7-9 0 0,98-13-1 0 0,-146 28 9 0 0,78-10-3 0 0,1 4-1 0 0,-1 4 1 0 0,112 10 0 0 0,-183-5 2 0 0,1 2 0 0 0,-1 0-1 0 0,1 1 1 0 0,-1 2 0 0 0,-1 0 0 0 0,30 13-1 0 0,-50-19-1 0 0,0 0 9 0 0,1 0-5 0 0,0-1-1 0 0,-1 1 1 0 0,1-1-1 0 0,0 0 1 0 0,0 1-1 0 0,-1-1 0 0 0,1 1 1 0 0,-1-1-1 0 0,1 0 1 0 0,0 0-1 0 0,-1 1 1 0 0,0-1-1 0 0,1 0 1 0 0,-1 0-1 0 0,1 0 1 0 0,-1 1-1 0 0,0-1 1 0 0,1 0-1 0 0,-1 0 1 0 0,0-2-1 0 0,4-16 4 0 0,-5 9-48 0 0,0 0-1 0 0,-1 0 1 0 0,-1 1-1 0 0,1-1 0 0 0,-1 1 1 0 0,-8-16-1 0 0,-8-29-233 0 0,-5-39-91 0 0,-15-71-243 0 0,-28-323-828 0 0,56 393 1215 0 0,10 84 197 0 0,-7-95-192 0 0,8 92 189 0 0,0 0 0 0 0,2-1 0 0 0,-1 1 1 0 0,2 0-1 0 0,0 1 0 0 0,5-16 0 0 0,-6 24 266 0 0,-11 10-175 0 0,-78 28 17 0 0,-166 41 1 0 0,137-51-51 0 0,-183 48 63 0 0,269-62-93 0 0,6-2-146 0 0,0 0 0 0 0,-47 7-1 0 0,70-15-6 0 0,0 0-1 0 0,0 1 1 0 0,0-1-1 0 0,0 0 1 0 0,0 0-1 0 0,-1 0 1 0 0,1 0-1 0 0,0-1 1 0 0,0 1-1 0 0,0 0 1 0 0,0 0-1 0 0,0-1 1 0 0,0 1-1 0 0,0 0 1 0 0,0-1-1 0 0,1 1 1 0 0,-1-1-1 0 0,0 1 0 0 0,0-1 1 0 0,0 0-1 0 0,0 1 1 0 0,1-1-1 0 0,-1 0 1 0 0,0 1-1 0 0,0-1 1 0 0,1 0-1 0 0,-1 0 1 0 0,1 0-1 0 0,-1-1 1 0 0,0-7-2016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55.4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35 111 32 0 0,'-32'-23'2476'0'0,"31"18"-2314"0"0,1 0 0 0 0,-1 1-1 0 0,0-1 1 0 0,1 1 0 0 0,0-1 0 0 0,0 0-1 0 0,1 1 1 0 0,1-6 0 0 0,-2 6-102 0 0,1 1 0 0 0,-1-1-1 0 0,1 1 1 0 0,0-1 0 0 0,0 1 0 0 0,1 0 0 0 0,-1 0 0 0 0,3-4 0 0 0,-4 6 5 0 0,21-5 673 0 0,51 10-355 0 0,-1 3 0 0 0,71 17 0 0 0,-9-2-243 0 0,-121-20-226 0 0,-1-2 0 0 0,0 1 1 0 0,21-3-1 0 0,-27 1-316 0 0,0 1-1 0 0,-1-1 0 0 0,1 0 0 0 0,-1-1 0 0 0,1 1 0 0 0,-1-1 0 0 0,5-2 1 0 0,3-6-1304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56.1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27 568 0 0,'3'-25'4830'0'0,"-2"25"-4792"0"0,0 0 1 0 0,-1-1-1 0 0,1 1 1 0 0,0 0-1 0 0,-1 0 1 0 0,1 0-1 0 0,0 0 1 0 0,-1 0-1 0 0,1 0 1 0 0,0 0-1 0 0,-1 0 1 0 0,1 0-1 0 0,-1 0 1 0 0,1 0-1 0 0,0 0 1 0 0,-1 1-1 0 0,1-1 1 0 0,0 0-1 0 0,-1 0 1 0 0,1 1 0 0 0,-1-1-1 0 0,1 0 1 0 0,-1 1-1 0 0,1-1 1 0 0,-1 1-1 0 0,1-1 1 0 0,-1 1-1 0 0,1-1 1 0 0,-1 1-1 0 0,1-1 1 0 0,-1 1-1 0 0,0-1 1 0 0,1 1-1 0 0,-1-1 1 0 0,0 2-1 0 0,12 21 262 0 0,8 45 125 0 0,-4 0 0 0 0,-3 1 0 0 0,7 102 0 0 0,-7-13 5 0 0,17 138 171 0 0,-28-284-1005 0 0,1 14-173 0 0,-5-8-3979 0 0,-1-11 2150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56.8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57 200 0 0,'3'-8'980'0'0,"0"0"0"0"0,-1 0 0 0 0,0-1 0 0 0,1-15 0 0 0,-2 33-823 0 0,0 0-1 0 0,1 0 0 0 0,0 0 0 0 0,4 10 0 0 0,3 15 46 0 0,33 250 793 0 0,-7-28-178 0 0,-10-59-312 0 0,-19-168-404 0 0,3 18-2019 0 0,-4-62-1335 0 0,-4 1 1379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57.6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76 568 0 0,'0'0'511'0'0,"0"0"-32"0"0,0 0-50 0 0,27-12 1002 0 0,618-43 1300 0 0,-579 52-2610 0 0,23-3 146 0 0,141 10-1 0 0,-205 1-159 0 0,-24-5-98 0 0,-1 0 1 0 0,1 1 0 0 0,-1-1-1 0 0,1 0 1 0 0,-1 0-1 0 0,1 1 1 0 0,-1-1-1 0 0,0 0 1 0 0,1 0-1 0 0,-1 1 1 0 0,0-1-1 0 0,1 1 1 0 0,-1-1 0 0 0,0 0-1 0 0,1 1 1 0 0,-1-1-1 0 0,0 1 1 0 0,0-1-1 0 0,1 1 1 0 0,-1-1-1 0 0,0 0 1 0 0,0 1 0 0 0,0-1-1 0 0,0 1 1 0 0,1-1-1 0 0,-1 1 1 0 0,0-1-1 0 0,0 1 1 0 0,0-1-1 0 0,0 1 1 0 0,0-1-1 0 0,0 1 1 0 0,-1-1 0 0 0,1 1-1 0 0,0-1 1 0 0,0 1-1 0 0,0-1 1 0 0,0 1-1 0 0,-1-1 1 0 0,1 1-1 0 0,0-1 1 0 0,0 1-1 0 0,-1-1 1 0 0,1 1 3 0 0,-1-1-1 0 0,1 1 1 0 0,0-1-1 0 0,0 0 1 0 0,-1 0-1 0 0,1 1 1 0 0,-1-1-1 0 0,1 0 1 0 0,0 1-1 0 0,-1-1 1 0 0,1 0-1 0 0,-1 0 1 0 0,1 0-1 0 0,0 0 1 0 0,-1 1-1 0 0,1-1 1 0 0,-1 0-1 0 0,1 0 1 0 0,-1 0-1 0 0,1 0 1 0 0,-1 0-1 0 0,1 0 1 0 0,-1 0-1 0 0,1 0 1 0 0,0 0-1 0 0,-1 0 1 0 0,1-1-1 0 0,-1 1 1 0 0,1 0-1 0 0,-1 0 1 0 0,0-1-1 0 0,-15-7 298 0 0,16 8-303 0 0,-10-4 118 0 0,11 13 52 0 0,2 4-113 0 0,18 271 356 0 0,-15-153-247 0 0,-4-35 31 0 0,-3-59-43 0 0,7 55 1 0 0,2-35-24 0 0,8 57 124 0 0,-1-38-65 0 0,-14-69-150 0 0,10 34 78 0 0,0-20 189 0 0,-13-22-303 0 0,-9-4-8 0 0,1 2-14 0 0,-1 0 0 0 0,1 0 0 0 0,-1 1-1 0 0,1 1 1 0 0,-1 0 0 0 0,0 0 0 0 0,0 1-1 0 0,-20 3 1 0 0,-8-2-32 0 0,-414-42-2024 0 0,443 40 2035 0 0,-66-10-424 0 0,35 4-1058 0 0,0 1-1 0 0,-79 1 1 0 0,79 9-394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58.2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59 196 0 0,'36'9'601'0'0,"-1"-1"0"0"0,1-2 0 0 0,0-2 0 0 0,0-1 0 0 0,0-2-1 0 0,40-4 1 0 0,217-37 729 0 0,-228 29-1035 0 0,-5 0-335 0 0,81-11 194 0 0,-120 20-825 0 0,-1 1-1 0 0,0 1 1 0 0,1 1-1 0 0,33 5 1 0 0,-27 2-897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58.7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72 288 0 0,'55'13'2239'0'0,"66"4"0"0"0,-38-12-1554 0 0,0-4 0 0 0,130-15 0 0 0,168-44-812 0 0,-236 33-846 0 0,-113 20-447 0 0,35 0 1 0 0,-24 4-203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0:59.3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 0 0,'2'11'5072'0'0,"7"41"-3941"0"0,95 326-583 0 0,-91-329-3886 0 0,-5-30 1405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00.2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0 360 0 0,'44'126'2468'0'0,"-18"-47"-1834"0"0,120 262 936 0 0,-137-316-4337 0 0,-7-20 1490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01.7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173 626 188 0 0,'1'-2'249'0'0,"-1"-1"-1"0"0,0 1 1 0 0,0 0-1 0 0,0-1 1 0 0,0 1 0 0 0,-1-1-1 0 0,1 1 1 0 0,-1-1 0 0 0,-1-3-1 0 0,-1-12 326 0 0,3 17-548 0 0,0 1-8 0 0,0 0-6 0 0,1 0-1 0 0,-1 0 0 0 0,0 0 0 0 0,1-1 1 0 0,-1 1-1 0 0,0 0 0 0 0,1 0 1 0 0,-1 0-1 0 0,0 0 0 0 0,0 0 1 0 0,1-1-1 0 0,-1 1 0 0 0,0 0 0 0 0,0 0 1 0 0,1-1-1 0 0,-1 1 0 0 0,0 0 1 0 0,0 0-1 0 0,0-1 0 0 0,1 1 0 0 0,-1 0 1 0 0,0-1-1 0 0,0 1 0 0 0,0 0 1 0 0,0-1-1 0 0,0 1 0 0 0,0 0 0 0 0,0-1 1 0 0,1 1-1 0 0,-1 0 0 0 0,0-1 1 0 0,0 1-1 0 0,0 0 0 0 0,0-1 0 0 0,-1 1 1 0 0,1 0-1 0 0,0-1 0 0 0,0 1 1 0 0,0 0-1 0 0,0-1 0 0 0,0 1 1 0 0,0 0-1 0 0,0 0 0 0 0,-1-1 0 0 0,1 1 1 0 0,0-1-1 0 0,-9-18 1647 0 0,8 16-1296 0 0,-8-14 159 0 0,7 14-469 0 0,0 0 1 0 0,1 0 0 0 0,-1-1 0 0 0,1 1 0 0 0,-1 0 0 0 0,1 0 0 0 0,0-1-1 0 0,-1-5 1 0 0,-13-77 98 0 0,-4 0-1 0 0,-61-164 1 0 0,78 245-145 0 0,-7-16-5 0 0,7 17-113 0 0,0-1 0 0 0,0 1 0 0 0,0-1 0 0 0,1 1 0 0 0,-1-1-1 0 0,1 0 1 0 0,0-6 0 0 0,1 10-471 0 0,0 1-504 0 0,1 0-705 0 0,9 0 137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04.0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78 336 0 0,'1'-3'132'0'0,"0"1"1"0"0,1-1-1 0 0,-1 0 0 0 0,0 1 1 0 0,1-1-1 0 0,0 1 0 0 0,-1 0 1 0 0,1-1-1 0 0,0 1 1 0 0,0 0-1 0 0,0 0 0 0 0,1 0 1 0 0,-1 0-1 0 0,0 1 0 0 0,1-1 1 0 0,-1 1-1 0 0,1-1 0 0 0,4-1 1 0 0,56-20 757 0 0,-52 20-715 0 0,0 0-68 0 0,0 1-1 0 0,0 0 1 0 0,-1 1 0 0 0,1 0-1 0 0,0 0 1 0 0,0 1-1 0 0,0 1 1 0 0,0 0-1 0 0,17 3 1 0 0,-25-3-87 0 0,0-1 1 0 0,0 1-1 0 0,1 0 1 0 0,-1 0-1 0 0,0 0 1 0 0,0 1-1 0 0,0-1 1 0 0,0 1-1 0 0,0-1 1 0 0,0 1-1 0 0,-1 0 1 0 0,1 0-1 0 0,-1 1 1 0 0,1-1-1 0 0,-1 0 1 0 0,0 1-1 0 0,0 0 0 0 0,0-1 1 0 0,0 1-1 0 0,0 0 1 0 0,-1 0-1 0 0,1 0 1 0 0,-1 0-1 0 0,0 0 1 0 0,1 0-1 0 0,-2 0 1 0 0,1 1-1 0 0,0-1 1 0 0,-1 0-1 0 0,1 1 1 0 0,-1-1-1 0 0,0 0 1 0 0,0 1-1 0 0,-1 5 1 0 0,-4 20 118 0 0,-1 0 1 0 0,-1 0-1 0 0,-1 0 1 0 0,-17 36 0 0 0,-58 108 485 0 0,51-111-319 0 0,23-45-226 0 0,2-6 18 0 0,1 2 0 0 0,0-1-1 0 0,1 1 1 0 0,-7 23 0 0 0,11-34-88 0 0,1 0 0 0 0,-1-1 0 0 0,1 1 0 0 0,0 0 0 0 0,0 0 0 0 0,0 0 0 0 0,0 0 0 0 0,0 0 0 0 0,0 0 0 0 0,0-1 0 0 0,0 1 0 0 0,1 0 0 0 0,-1 0 0 0 0,1 0 0 0 0,-1-1 0 0 0,1 1 0 0 0,0 0 0 0 0,0 0 0 0 0,0-1 0 0 0,0 1 0 0 0,0-1 0 0 0,0 1 0 0 0,0-1 0 0 0,0 1 0 0 0,1-1 0 0 0,-1 0 0 0 0,1 0 0 0 0,-1 1 0 0 0,1-1 0 0 0,-1 0 0 0 0,1 0 0 0 0,0-1 0 0 0,-1 1 0 0 0,1 0 0 0 0,0 0 0 0 0,0-1 0 0 0,-1 1 0 0 0,1-1 0 0 0,0 0 0 0 0,0 1 0 0 0,0-1 0 0 0,3 0 0 0 0,7 0 6 0 0,-1 0 0 0 0,1 0 1 0 0,0-1-1 0 0,0-1 0 0 0,0 0 1 0 0,-1 0-1 0 0,15-6 0 0 0,81-34-22 0 0,-97 38-5 0 0,67-33-295 0 0,-44 20-715 0 0,0 2 0 0 0,45-15-1 0 0,-67 28-899 0 0,-4 1 148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08.3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0 168 0 0,'1'6'4408'0'0,"5"21"-3527"0"0,8 146 663 0 0,25 88-638 0 0,-31-225-769 0 0,1 0 0 0 0,2-1 0 0 0,1 0 0 0 0,23 44 0 0 0,-40-92-63 0 0,-1 0-1 0 0,2-1 0 0 0,0 1 1 0 0,1-1-1 0 0,-3-19 1 0 0,5 25-74 0 0,-1-1 0 0 0,2 0 0 0 0,-1 1 0 0 0,1-1 0 0 0,1 0 0 0 0,-1 1 1 0 0,1-1-1 0 0,1 0 0 0 0,0 1 0 0 0,0 0 0 0 0,5-13 0 0 0,-4 17-7 0 0,-1 1 0 0 0,1 0 1 0 0,-1 0-1 0 0,1 0 0 0 0,0 0 0 0 0,0 1 0 0 0,1-1 0 0 0,-1 1 1 0 0,0 0-1 0 0,1 0 0 0 0,-1 0 0 0 0,1 0 0 0 0,0 1 0 0 0,-1-1 0 0 0,1 1 1 0 0,0 0-1 0 0,0 0 0 0 0,0 0 0 0 0,0 1 0 0 0,0 0 0 0 0,5-1 0 0 0,10 1-90 0 0,0 1 0 0 0,0 0 0 0 0,20 5 0 0 0,-33-5 59 0 0,4 0-44 0 0,-1 1 1 0 0,1 1 0 0 0,-1-1-1 0 0,0 2 1 0 0,0-1-1 0 0,0 1 1 0 0,0 1-1 0 0,12 7 1 0 0,-19-11 67 0 0,0 1 1 0 0,-1-1-1 0 0,1 1 0 0 0,0-1 1 0 0,-1 1-1 0 0,1-1 0 0 0,-1 1 0 0 0,0 0 1 0 0,0-1-1 0 0,1 1 0 0 0,-1 0 1 0 0,0 0-1 0 0,0 0 0 0 0,-1 0 1 0 0,1 0-1 0 0,0 0 0 0 0,-1 0 1 0 0,1 1-1 0 0,-1-1 0 0 0,1 0 1 0 0,-1 0-1 0 0,0 0 0 0 0,0 1 0 0 0,0-1 1 0 0,-1 0-1 0 0,1 0 0 0 0,0 0 1 0 0,-1 0-1 0 0,1 0 0 0 0,-1 1 1 0 0,0-1-1 0 0,0 0 0 0 0,0 0 1 0 0,0 0-1 0 0,0-1 0 0 0,0 1 0 0 0,0 0 1 0 0,-1 0-1 0 0,1-1 0 0 0,0 1 1 0 0,-1 0-1 0 0,-2 1 0 0 0,-6 7 18 0 0,0 0-1 0 0,-1-1 1 0 0,0-1-1 0 0,0 0 1 0 0,-1 0 0 0 0,-24 11-1 0 0,30-16-259 0 0,0 0 0 0 0,0-1-1 0 0,0 0 1 0 0,-1 0 0 0 0,1 0 0 0 0,-1 0-1 0 0,0-1 1 0 0,1 0 0 0 0,-1-1-1 0 0,0 0 1 0 0,1 0 0 0 0,-1 0 0 0 0,0-1-1 0 0,0 0 1 0 0,1 0 0 0 0,-9-2 0 0 0,5-2-1324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08.7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1 412 0 0,'15'16'647'0'0,"-1"1"-1"0"0,0 0 1 0 0,-1 1 0 0 0,-1 0 0 0 0,-1 1-1 0 0,11 25 1 0 0,2 3 17 0 0,-18-35-436 0 0,-1 0-471 0 0,-2-7-2907 0 0,-16-11 1776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09.0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0 300 0 0,'0'0'397'0'0,"0"0"5"0"0,0 0-10 0 0,4 1-21 0 0,0 2-258 0 0,0-1 0 0 0,0 1 0 0 0,-1 0-1 0 0,1 0 1 0 0,0 0 0 0 0,-1 0 0 0 0,0 1 0 0 0,0-1 0 0 0,0 1-1 0 0,0 0 1 0 0,0 0 0 0 0,-1 0 0 0 0,0 0 0 0 0,3 6 0 0 0,26 72 501 0 0,-28-72-526 0 0,90 294 1510 0 0,-77-261-1391 0 0,-13-36-230 0 0,1 2-1 0 0,-1-1 1 0 0,-1 0 0 0 0,0 1 0 0 0,0-1-1 0 0,1 14 1 0 0,-5-19-530 0 0,-2-3-2204 0 0,-14-6 1300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09.4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0 135 412 0 0,'23'-4'620'0'0,"2"-4"-64"0"0,12-4-36 0 0,3-2-72 0 0,3-4-92 0 0,0 1-208 0 0,1 0-232 0 0,-8 0-412 0 0,1 2-540 0 0,-3 2 240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0.0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0 460 0 0,'0'0'471'0'0,"0"0"-2"0"0,0 0-9 0 0,0 0-34 0 0,0 0-22 0 0,3 1-8 0 0,1-1-248 0 0,0 1-1 0 0,0 0 1 0 0,0 0-1 0 0,0 0 1 0 0,0 1-1 0 0,0-1 1 0 0,0 1-1 0 0,-1 0 1 0 0,1 0-1 0 0,-1 0 1 0 0,1 0-1 0 0,5 6 1 0 0,-2-1-1 0 0,-1-1 0 0 0,0 2-1 0 0,0-1 1 0 0,0 0 0 0 0,6 13 0 0 0,0 3 50 0 0,-2 1 1 0 0,0 0-1 0 0,8 32 1 0 0,-5-2 199 0 0,9 80-1 0 0,1 11 253 0 0,-22-142-637 0 0,-1-1 1 0 0,1 0-1 0 0,0 1 1 0 0,-1-1 0 0 0,1 0-1 0 0,0 0 1 0 0,0 0-1 0 0,1 0 1 0 0,-1 0 0 0 0,0 0-1 0 0,1 0 1 0 0,-1 0-1 0 0,1-1 1 0 0,0 1-1 0 0,-1 0 1 0 0,1-1 0 0 0,0 1-1 0 0,0-1 1 0 0,0 0-1 0 0,0 0 1 0 0,2 1 0 0 0,0 0 0 0 0,1-1 1 0 0,-1 0 0 0 0,1 0 0 0 0,-1 0 0 0 0,1-1 0 0 0,-1 0 0 0 0,1 0-1 0 0,-1 0 1 0 0,1 0 0 0 0,5-2 0 0 0,10-2 20 0 0,-1-1 0 0 0,0-1 0 0 0,34-16-1 0 0,182-98-1071 0 0,-218 108 562 0 0,5-3-3476 0 0,-17 14 2141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0.3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1 241 428 0 0,'0'0'623'0'0,"9"-10"546"0"0,7-3-650 0 0,1 1-1 0 0,0 0 0 0 0,0 2 1 0 0,1-1-1 0 0,28-10 0 0 0,29-18 144 0 0,-73 38-659 0 0,16-9-226 0 0,0-1 0 0 0,0-1-1 0 0,-1-1 1 0 0,-1-1-1 0 0,18-18 1 0 0,-29 20-2085 0 0,-4 5 985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0.6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98 116 0 0,'-1'1'70'0'0,"1"0"1"0"0,0 0-1 0 0,-1-1 0 0 0,1 1 1 0 0,0 0-1 0 0,0 0 1 0 0,0 0-1 0 0,-1-1 0 0 0,1 1 1 0 0,0 0-1 0 0,0 0 0 0 0,0 0 1 0 0,1 0-1 0 0,-1-1 0 0 0,0 1 1 0 0,0 0-1 0 0,0 0 1 0 0,0 0-1 0 0,1-1 0 0 0,-1 1 1 0 0,0 0-1 0 0,1 0 0 0 0,-1-1 1 0 0,1 1-1 0 0,-1 0 1 0 0,1-1-1 0 0,-1 1 0 0 0,1-1 1 0 0,-1 1-1 0 0,1 0 0 0 0,0-1 1 0 0,-1 1-1 0 0,1-1 0 0 0,0 0 1 0 0,-1 1-1 0 0,1-1 1 0 0,0 1-1 0 0,0-1 0 0 0,-1 0 1 0 0,1 0-1 0 0,0 1 0 0 0,0-1 1 0 0,0 0-1 0 0,0 0 0 0 0,4 2 86 0 0,1-1-1 0 0,-1 0 0 0 0,0 0 0 0 0,1 0 0 0 0,-1-1 0 0 0,7 0 0 0 0,30-5 76 0 0,-1-2 1 0 0,1-2-1 0 0,-1-2 1 0 0,58-24-1 0 0,-42 15-1810 0 0,80-18 1 0 0,-94 32 246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0.9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0 304 0 0,'0'0'632'0'0,"0"0"-61"0"0,0 0-66 0 0,0 0-37 0 0,0 0-38 0 0,0 0-6 0 0,0 0-6 0 0,5 1-9 0 0,6 2-116 0 0,1 0-1 0 0,-1 1 1 0 0,0 0-1 0 0,0 1 1 0 0,-1 0-1 0 0,15 10 1 0 0,61 45 550 0 0,-76-53-777 0 0,34 33 179 0 0,7 4-618 0 0,-46-41-481 0 0,1 1-1 0 0,-1-1 1 0 0,1-1-1 0 0,13 5 1 0 0,-19-6-676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1.2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129 0 452 0 0,'-3'2'130'0'0,"0"-1"0"0"0,1 1 0 0 0,-1 0 0 0 0,0 0 0 0 0,1 0 0 0 0,-1 0 1 0 0,1 0-1 0 0,0 0 0 0 0,-1 1 0 0 0,1-1 0 0 0,0 1 0 0 0,0 0 0 0 0,1-1 0 0 0,-1 1 0 0 0,-1 4 0 0 0,-21 52 538 0 0,19-45-489 0 0,-12 35 332 0 0,3 1 0 0 0,-14 79-1 0 0,28-129-521 0 0,0 2-64 0 0,-1 0-1 0 0,1 0 0 0 0,-1 0 1 0 0,1 0-1 0 0,0 0 0 0 0,0-1 0 0 0,0 1 1 0 0,0 0-1 0 0,0 0 0 0 0,0 0 1 0 0,1 0-1 0 0,-1 0 0 0 0,0 0 1 0 0,1 0-1 0 0,0-1 0 0 0,-1 1 0 0 0,1 0 1 0 0,1 1-1 0 0,-1-2-1237 0 0,-1-1 99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1.7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57 0 368 0 0,'-8'13'340'0'0,"0"1"1"0"0,1-1-1 0 0,1 1 0 0 0,1 1 1 0 0,-1-1-1 0 0,2 1 0 0 0,0-1 0 0 0,1 1 1 0 0,1 1-1 0 0,0-1 0 0 0,1 0 1 0 0,0 0-1 0 0,1 1 0 0 0,5 27 1 0 0,-4-38-277 0 0,1 0 0 0 0,0 0 1 0 0,0 0-1 0 0,0-1 1 0 0,1 1-1 0 0,-1-1 1 0 0,1 1-1 0 0,0-1 1 0 0,1 0-1 0 0,-1 0 0 0 0,1 0 1 0 0,-1 0-1 0 0,1-1 1 0 0,0 0-1 0 0,6 4 1 0 0,-8-5-42 0 0,1-1 0 0 0,-1 1 0 0 0,1-1 0 0 0,0 1 0 0 0,0-1 0 0 0,0 0-1 0 0,0 0 1 0 0,0 0 0 0 0,0 0 0 0 0,0-1 0 0 0,0 1 0 0 0,0-1 0 0 0,0 0 0 0 0,0 0 0 0 0,0 0 0 0 0,1 0 0 0 0,-1 0 0 0 0,0-1 0 0 0,0 0 0 0 0,0 1 0 0 0,0-1 0 0 0,0 0 0 0 0,0 0 0 0 0,0-1 0 0 0,-1 1 0 0 0,6-4 0 0 0,-4 2-35 0 0,-1-1 0 0 0,1 1 0 0 0,-1-1 0 0 0,1 0 0 0 0,-1-1-1 0 0,0 1 1 0 0,-1 0 0 0 0,1-1 0 0 0,-1 0 0 0 0,0 1 0 0 0,0-1 0 0 0,-1 0 0 0 0,1 0 0 0 0,-1 0 0 0 0,0 0 0 0 0,0 0 0 0 0,-1 0 0 0 0,1 0-1 0 0,-1-1 1 0 0,0 1 0 0 0,-1 0 0 0 0,1 0 0 0 0,-3-9 0 0 0,2 6-36 0 0,-1 0 0 0 0,0 1 0 0 0,-1-1-1 0 0,1 0 1 0 0,-2 1 0 0 0,1-1 0 0 0,-1 1 0 0 0,0 0 0 0 0,0 0 0 0 0,-1 0-1 0 0,0 1 1 0 0,0 0 0 0 0,0 0 0 0 0,-9-7 0 0 0,14 13 50 0 0,0 0 1 0 0,0 0-1 0 0,0-1 0 0 0,0 1 0 0 0,0 0 1 0 0,0 0-1 0 0,0 0 0 0 0,0 0 1 0 0,0 0-1 0 0,0-1 0 0 0,-1 1 1 0 0,1 0-1 0 0,0 0 0 0 0,0 0 1 0 0,0 0-1 0 0,0 0 0 0 0,0 0 0 0 0,0 0 1 0 0,0 0-1 0 0,-1-1 0 0 0,1 1 1 0 0,0 0-1 0 0,0 0 0 0 0,0 0 1 0 0,0 0-1 0 0,0 0 0 0 0,-1 0 1 0 0,1 0-1 0 0,0 0 0 0 0,0 0 1 0 0,0 0-1 0 0,0 0 0 0 0,0 0 0 0 0,-1 0 1 0 0,1 0-1 0 0,0 0 0 0 0,0 0 1 0 0,0 0-1 0 0,0 0 0 0 0,-1 0 1 0 0,1 0-1 0 0,0 0 0 0 0,0 0 1 0 0,0 1-1 0 0,0-1 0 0 0,0 0 0 0 0,0 0 1 0 0,-1 0-1 0 0,1 0 0 0 0,0 0 1 0 0,0 0-1 0 0,0 0 0 0 0,0 0 1 0 0,0 1-1 0 0,0-1 0 0 0,0 0 1 0 0,0 0-1 0 0,0 0 0 0 0,-1 0 0 0 0,1 0 1 0 0,0 1-1 0 0,4 12 106 0 0,10 15 16 0 0,3-3-76 0 0,2-2 0 0 0,0 0-1 0 0,2-1 1 0 0,0-1 0 0 0,2-1 0 0 0,25 18-1 0 0,-46-35-137 0 0,1-1-1 0 0,0 0 0 0 0,0-1 1 0 0,0 1-1 0 0,0 0 0 0 0,0-1 1 0 0,7 2-1 0 0,-9-2-311 0 0,6-23-2702 0 0,-8 9 1646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2.2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0 392 0 0,'0'0'559'0'0,"13"5"2552"0"0,1 7-2931 0 0,0 0 1 0 0,-1 1-1 0 0,0 1 0 0 0,-1 0 1 0 0,-1 0-1 0 0,0 1 1 0 0,-1 1-1 0 0,-1 0 0 0 0,0 0 1 0 0,-1 1-1 0 0,-1 0 1 0 0,-1 1-1 0 0,0-1 0 0 0,-1 1 1 0 0,-1 0-1 0 0,3 33 1 0 0,-7-50-160 0 0,1 1 1 0 0,-1-1 0 0 0,0 1-1 0 0,0-1 1 0 0,0 1 0 0 0,0-1-1 0 0,0 1 1 0 0,-1-1 0 0 0,1 1-1 0 0,0-1 1 0 0,-1 1 0 0 0,1-1-1 0 0,-1 1 1 0 0,0-1-1 0 0,0 2 1 0 0,-4-6 157 0 0,0-15-143 0 0,2-5-118 0 0,1-1 1 0 0,1 0-1 0 0,2 0 1 0 0,0 0-1 0 0,1 0 1 0 0,1 0-1 0 0,2 0 1 0 0,13-42-1 0 0,-18 64 73 0 0,1 0 0 0 0,0 0 0 0 0,-1 0 0 0 0,1 1 0 0 0,0-1-1 0 0,0 0 1 0 0,0 1 0 0 0,0-1 0 0 0,0 0 0 0 0,0 1 0 0 0,1 0 0 0 0,-1-1 0 0 0,0 1 0 0 0,2-2 0 0 0,-2 3 7 0 0,-1 0 1 0 0,1 0-1 0 0,-1 0 0 0 0,1 0 1 0 0,-1 0-1 0 0,1 0 1 0 0,-1 0-1 0 0,1 0 1 0 0,-1 0-1 0 0,1 0 1 0 0,0 0-1 0 0,-1 0 1 0 0,1 0-1 0 0,-1 0 1 0 0,1 1-1 0 0,-1-1 0 0 0,1 0 1 0 0,-1 0-1 0 0,0 0 1 0 0,1 1-1 0 0,-1-1 1 0 0,1 0-1 0 0,-1 1 1 0 0,1-1-1 0 0,-1 0 1 0 0,0 1-1 0 0,1-1 1 0 0,-1 1-1 0 0,0-1 1 0 0,1 1-1 0 0,3 6 3 0 0,-1-1 1 0 0,1 1-1 0 0,-1 0 0 0 0,-1 0 1 0 0,3 10-1 0 0,18 66 225 0 0,-23-83-224 0 0,0 1 1 0 0,0-1-1 0 0,0 0 0 0 0,0 0 1 0 0,0 0-1 0 0,0 1 0 0 0,0-1 1 0 0,0 0-1 0 0,0 0 0 0 0,0 0 1 0 0,0 1-1 0 0,0-1 1 0 0,0 0-1 0 0,0 0 0 0 0,0 0 1 0 0,0 0-1 0 0,0 1 0 0 0,1-1 1 0 0,-1 0-1 0 0,0 0 0 0 0,0 0 1 0 0,0 0-1 0 0,0 0 0 0 0,0 1 1 0 0,1-1-1 0 0,-1 0 0 0 0,0 0 1 0 0,0 0-1 0 0,0 0 0 0 0,1 0 1 0 0,-1 0-1 0 0,0 0 0 0 0,0 0 1 0 0,0 0-1 0 0,0 0 1 0 0,1 0-1 0 0,-1 0 0 0 0,0 0 1 0 0,0 0-1 0 0,0 0 0 0 0,1 0 1 0 0,-1 0-1 0 0,0 0 0 0 0,9-9 37 0 0,12-31-68 0 0,-7 13 2 0 0,-10 21 21 0 0,0 1-1 0 0,0 0 1 0 0,0 0 0 0 0,1 0 0 0 0,-1 0-1 0 0,1 1 1 0 0,1 0 0 0 0,-1 0-1 0 0,0 0 1 0 0,1 1 0 0 0,0 0-1 0 0,0 0 1 0 0,6-2 0 0 0,-9 4 4 0 0,1 0 1 0 0,0 0 0 0 0,0 0-1 0 0,-1 0 1 0 0,1 1 0 0 0,0 0-1 0 0,0 0 1 0 0,0 0-1 0 0,-1 0 1 0 0,1 0 0 0 0,0 1-1 0 0,0 0 1 0 0,0 0-1 0 0,-1 0 1 0 0,1 0 0 0 0,-1 0-1 0 0,1 1 1 0 0,-1 0 0 0 0,1-1-1 0 0,-1 1 1 0 0,0 0-1 0 0,0 1 1 0 0,4 2 0 0 0,13 13-60 0 0,-9-9-76 0 0,0 0 0 0 0,-1 1 0 0 0,0 0 1 0 0,0 1-1 0 0,12 19 0 0 0,-23-22-3103 0 0,-5-6 1635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2.7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0 432 0 0,'0'0'391'0'0,"1"3"-23"0"0,11 27 551 0 0,24 43 0 0 0,3 3-281 0 0,55 158 786 0 0,-45-107-734 0 0,-42-110-594 0 0,-3-9-27 0 0,0 0 1 0 0,-1 0-1 0 0,0 0 1 0 0,-1 1-1 0 0,3 13 0 0 0,-5-21-82 0 0,0-1-28 0 0,0 0-17 0 0,-15-12-156 0 0,6 2 91 0 0,0-1-1 0 0,1 0 1 0 0,0 0-1 0 0,1-1 1 0 0,1 0-1 0 0,-1-1 0 0 0,-5-18 1 0 0,-3-2-72 0 0,-6-10 5 0 0,3 8 50 0 0,2-1-1 0 0,-16-50 0 0 0,29 77 133 0 0,0 0-1 0 0,1-1 0 0 0,0 1 1 0 0,1-1-1 0 0,0 1 0 0 0,1-1 1 0 0,0 0-1 0 0,0 1 0 0 0,1-1 1 0 0,0 1-1 0 0,1-1 0 0 0,0 1 1 0 0,0-1-1 0 0,8-15 0 0 0,-9 22 26 0 0,0 0-1 0 0,0 1 0 0 0,1-1 0 0 0,-1 1 0 0 0,1-1 0 0 0,0 1 0 0 0,0 0 1 0 0,0-1-1 0 0,0 1 0 0 0,0 0 0 0 0,0 0 0 0 0,1 1 0 0 0,-1-1 1 0 0,1 0-1 0 0,-1 1 0 0 0,1-1 0 0 0,0 1 0 0 0,-1 0 0 0 0,1 0 0 0 0,0 0 1 0 0,0 0-1 0 0,0 1 0 0 0,3-1 0 0 0,-3 1 12 0 0,0 0 1 0 0,0 0-1 0 0,0 1 0 0 0,1 0 1 0 0,-1-1-1 0 0,0 1 1 0 0,0 0-1 0 0,0 1 0 0 0,0-1 1 0 0,-1 0-1 0 0,1 1 0 0 0,0-1 1 0 0,0 1-1 0 0,-1 0 0 0 0,1 0 1 0 0,-1 0-1 0 0,0 1 0 0 0,1-1 1 0 0,-1 0-1 0 0,0 1 0 0 0,1 2 1 0 0,2 3 43 0 0,0 0 0 0 0,-1 0 1 0 0,0 0-1 0 0,-1 1 1 0 0,0 0-1 0 0,0-1 0 0 0,-1 1 1 0 0,0 0-1 0 0,0 0 0 0 0,0 11 1 0 0,-2-15-42 0 0,0-1 0 0 0,1 1 1 0 0,-1-1-1 0 0,-1 1 1 0 0,1-1-1 0 0,-1 1 0 0 0,0-1 1 0 0,0 1-1 0 0,0-1 0 0 0,0 0 1 0 0,-1 0-1 0 0,0 1 1 0 0,1-1-1 0 0,-2 0 0 0 0,1 0 1 0 0,0-1-1 0 0,-1 1 0 0 0,0 0 1 0 0,0-1-1 0 0,0 0 1 0 0,0 0-1 0 0,-6 5 0 0 0,8-8-57 0 0,0 1 0 0 0,0-1 0 0 0,0 0 0 0 0,-1 1 0 0 0,1-1-1 0 0,0 0 1 0 0,0 0 0 0 0,0 0 0 0 0,-1 0 0 0 0,1 0 0 0 0,0 0 0 0 0,0 0-1 0 0,-1 0 1 0 0,1 0 0 0 0,0-1 0 0 0,0 1 0 0 0,0 0 0 0 0,0-1 0 0 0,-1 1-1 0 0,1-1 1 0 0,0 1 0 0 0,0-1 0 0 0,0 0 0 0 0,0 0 0 0 0,0 1 0 0 0,0-1-1 0 0,1 0 1 0 0,-1 0 0 0 0,0 0 0 0 0,0 0 0 0 0,0 0 0 0 0,1 0 0 0 0,-1 0-1 0 0,0 0 1 0 0,1 0 0 0 0,-1 0 0 0 0,0-3 0 0 0,-3-3-560 0 0,0-1-1 0 0,1 0 1 0 0,0-1 0 0 0,-2-8 0 0 0,1-6-905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3.1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0 672 0 0,'6'31'669'0'0,"2"-1"0"0"0,1 0-1 0 0,1-1 1 0 0,1 0 0 0 0,24 42 0 0 0,-8-13-60 0 0,-12-26-318 0 0,2-2 1 0 0,1 0-1 0 0,1 0 0 0 0,1-2 1 0 0,1-1-1 0 0,48 47 0 0 0,-57-62-166 0 0,1 1-1 0 0,1-2 0 0 0,0 0 0 0 0,22 13 1 0 0,-35-23-130 0 0,1-1 0 0 0,-1 0 0 0 0,0 1-1 0 0,1-1 1 0 0,-1 0 0 0 0,0 1 0 0 0,1-1 0 0 0,-1 0 0 0 0,0 0 0 0 0,1 0 0 0 0,-1 0 0 0 0,1 0 0 0 0,-1-1 0 0 0,0 1 0 0 0,1 0 0 0 0,-1-1 0 0 0,0 1 0 0 0,0-1 0 0 0,1 1-1 0 0,-1-1 1 0 0,0 0 0 0 0,0 1 0 0 0,0-1 0 0 0,0 0 0 0 0,1 0 0 0 0,-1 0 0 0 0,0 0 0 0 0,-1 0 0 0 0,1 0 0 0 0,0 0 0 0 0,0 0 0 0 0,0 0 0 0 0,-1 0 0 0 0,1 0 0 0 0,0-1-1 0 0,-1 1 1 0 0,1 0 0 0 0,0-2 0 0 0,2-5-63 0 0,1 0 0 0 0,-2 0 0 0 0,1 0-1 0 0,2-15 1 0 0,-2 2-55 0 0,0-2 0 0 0,-2 1 0 0 0,0 0 0 0 0,-2 0 0 0 0,0 0 0 0 0,-6-29 0 0 0,6 48 110 0 0,1 1 1 0 0,-1 0-1 0 0,1 0 0 0 0,-1-1 0 0 0,0 1 1 0 0,0 0-1 0 0,0 0 0 0 0,0 0 0 0 0,0 0 1 0 0,-1 0-1 0 0,1 0 0 0 0,-2-2 0 0 0,2 3 9 0 0,0 1 0 0 0,0-1-1 0 0,1 1 1 0 0,-1-1 0 0 0,0 1 0 0 0,0-1-1 0 0,0 1 1 0 0,1 0 0 0 0,-1-1-1 0 0,0 1 1 0 0,0 0 0 0 0,0 0 0 0 0,0 0-1 0 0,0 0 1 0 0,0 0 0 0 0,0 0-1 0 0,0 0 1 0 0,1 0 0 0 0,-1 0 0 0 0,0 0-1 0 0,-2 1 1 0 0,-1 1 14 0 0,0 0 1 0 0,0 0-1 0 0,0 0 1 0 0,0 1 0 0 0,0 0-1 0 0,1 0 1 0 0,-1 0-1 0 0,1 0 1 0 0,0 1-1 0 0,-4 4 1 0 0,1-1 24 0 0,-9 11 131 0 0,1 0 0 0 0,-16 28 0 0 0,27-41-105 0 0,1 0 0 0 0,-1 0 0 0 0,1 0 0 0 0,0 0 0 0 0,0 0 0 0 0,1 1 0 0 0,-1-1 1 0 0,1 1-1 0 0,0-1 0 0 0,1 1 0 0 0,-1-1 0 0 0,1 1 0 0 0,1-1 0 0 0,-1 1 0 0 0,2 9 0 0 0,-1-12-22 0 0,1 0-1 0 0,-1 0 1 0 0,1 1-1 0 0,0-1 0 0 0,-1 0 1 0 0,2 0-1 0 0,-1 0 1 0 0,0-1-1 0 0,0 1 1 0 0,1-1-1 0 0,0 1 0 0 0,-1-1 1 0 0,1 0-1 0 0,0 0 1 0 0,0 0-1 0 0,0 0 1 0 0,0 0-1 0 0,0-1 0 0 0,1 1 1 0 0,-1-1-1 0 0,1 0 1 0 0,-1 0-1 0 0,0 0 0 0 0,1-1 1 0 0,6 1-1 0 0,1 0 20 0 0,0 0 0 0 0,1-1 1 0 0,-1 0-1 0 0,1-1 0 0 0,-1 0 0 0 0,19-6 0 0 0,-3-1-248 0 0,-1-1-1 0 0,-1-1 1 0 0,46-25 0 0 0,-45 20-2116 0 0,36-29 0 0 0,-44 26 80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5.2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11 538 60 0 0,'-11'-31'2720'0'0,"14"-24"-1269"0"0,17-93-1 0 0,-9 78-924 0 0,0-19-205 0 0,8-51-118 0 0,-19 140-203 0 0,0 1 0 0 0,1-1 0 0 0,-1 0 0 0 0,0 0 0 0 0,0 0 0 0 0,0 0-1 0 0,0 0 1 0 0,0 0 0 0 0,0 0 0 0 0,1 0 0 0 0,-1 0 0 0 0,0 0 0 0 0,0 0 0 0 0,0 0-1 0 0,0 0 1 0 0,0 0 0 0 0,1 0 0 0 0,-1 0 0 0 0,0 0 0 0 0,0 0 0 0 0,0 0 0 0 0,0 0 0 0 0,1 0-1 0 0,-1 0 1 0 0,0 0 0 0 0,0 0 0 0 0,0 0 0 0 0,0 0 0 0 0,0 0 0 0 0,1 0 0 0 0,-1 0-1 0 0,0 0 1 0 0,0 0 0 0 0,0 0 0 0 0,0 0 0 0 0,0-1 0 0 0,0 1 0 0 0,0 0 0 0 0,1 0 0 0 0,-1 0-1 0 0,0 0 1 0 0,0 0 0 0 0,0 0 0 0 0,0-1 0 0 0,0 1 0 0 0,0 0 0 0 0,0 0 0 0 0,0 0-1 0 0,0 0 1 0 0,0 0 0 0 0,0-1 0 0 0,0 1 0 0 0,0 0 0 0 0,0 0 0 0 0,0 0 0 0 0,0 0-1 0 0,0 0 1 0 0,0-1 0 0 0,0 1 0 0 0,0 0 0 0 0,0 0 0 0 0,0 0 0 0 0,0 0 0 0 0,0 0 0 0 0,0-1-1 0 0,0 1 1 0 0,0 0 0 0 0,0 0 0 0 0,7 18 44 0 0,7 43 89 0 0,-10-44-103 0 0,89 274 386 0 0,-42-144-521 0 0,-50-144-198 0 0,6 19 288 0 0,-7-12-3830 0 0,-8-6 2111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5.5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8 0 0,'8'1'588'0'0,"5"0"-24"0"0,1 1-68 0 0,-1-2-52 0 0,3 0-68 0 0,0 1-16 0 0,-1-1-116 0 0,1 2-84 0 0,1-2-100 0 0,-1 1-108 0 0,0 2-144 0 0,-5-2-320 0 0,1 2-552 0 0,-3-1 244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5.8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0 172 0 0,'0'0'557'0'0,"38"55"4070"0"0,-31-35-4309 0 0,-1 0 0 0 0,0 0 0 0 0,-2 1 0 0 0,3 26 0 0 0,-4 50-1563 0 0,-3-70-1502 0 0,0-16 1081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6.5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10 224 0 0,'1'-1'174'0'0,"-1"0"0"0"0,1 1 1 0 0,0-1-1 0 0,0 0 0 0 0,0 1 0 0 0,0-1 0 0 0,0 0 0 0 0,0 1 1 0 0,0-1-1 0 0,0 1 0 0 0,0-1 0 0 0,0 1 0 0 0,0 0 0 0 0,0 0 1 0 0,0-1-1 0 0,0 1 0 0 0,0 0 0 0 0,0 0 0 0 0,0 0 0 0 0,1 0 1 0 0,-1 0-1 0 0,0 0 0 0 0,0 0 0 0 0,1 1 0 0 0,0 0-59 0 0,0 0-1 0 0,-1 0 0 0 0,1 0 1 0 0,-1 0-1 0 0,0 0 0 0 0,1 0 1 0 0,-1 1-1 0 0,0-1 0 0 0,1 0 1 0 0,-1 1-1 0 0,0-1 1 0 0,0 1-1 0 0,1 2 0 0 0,3 7 34 0 0,0 0-1 0 0,-1 1 0 0 0,4 19 1 0 0,-7-29-64 0 0,51 228 1076 0 0,-46-202-2213 0 0,-8-24-1232 0 0,-4-14 459 0 0,0-3 221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6.9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29 488 0 0,'0'0'75'0'0,"-1"0"1"0"0,1 0-1 0 0,-1-1 0 0 0,1 1 0 0 0,0 0 1 0 0,-1-1-1 0 0,1 1 0 0 0,0 0 0 0 0,-1-1 1 0 0,1 1-1 0 0,0 0 0 0 0,0-1 0 0 0,-1 1 1 0 0,1 0-1 0 0,0-1 0 0 0,0 1 0 0 0,-1-1 1 0 0,1 1-1 0 0,0-1 0 0 0,0 1 0 0 0,0-1 1 0 0,0 1-1 0 0,0-1 0 0 0,0 1 0 0 0,0 0 0 0 0,0-1 1 0 0,0 1-1 0 0,0-1 0 0 0,0 1 0 0 0,0-1 1 0 0,0 1-1 0 0,0-1 0 0 0,1 0 0 0 0,14-6 1096 0 0,32 2-490 0 0,-42 5-479 0 0,19-1 54 0 0,68-1 452 0 0,-81 2-624 0 0,1 1-1 0 0,-1 1 1 0 0,0 0-1 0 0,0 0 0 0 0,20 8 1 0 0,-30-10-78 0 0,1 0 1 0 0,-1 1 0 0 0,0-1 0 0 0,0 1 0 0 0,0-1-1 0 0,0 1 1 0 0,0 0 0 0 0,-1-1 0 0 0,1 1 0 0 0,0 0-1 0 0,0 0 1 0 0,0 0 0 0 0,0 0 0 0 0,-1-1-1 0 0,1 1 1 0 0,-1 0 0 0 0,1 0 0 0 0,0 0 0 0 0,-1 0-1 0 0,0 1 1 0 0,1-1 0 0 0,-1 0 0 0 0,0 0 0 0 0,1 1-1 0 0,-1 1 3 0 0,0-1 0 0 0,0 0-1 0 0,-1 1 1 0 0,1-1 0 0 0,-1 0-1 0 0,1 1 1 0 0,-1-1 0 0 0,0 0-1 0 0,0 0 1 0 0,0 0 0 0 0,-2 4 0 0 0,-4 5 23 0 0,-2 0 0 0 0,1 0 0 0 0,-14 13 0 0 0,14-17-2 0 0,-29 29 90 0 0,26-26-74 0 0,0 1-1 0 0,0-1 1 0 0,-15 22-1 0 0,25-31-43 0 0,1-1 0 0 0,-1 1 1 0 0,0 0-1 0 0,1 0 0 0 0,-1 0 0 0 0,1 0 0 0 0,-1-1 0 0 0,1 1 0 0 0,-1 0 0 0 0,1 0 0 0 0,0 0 0 0 0,-1 0 0 0 0,1 0 0 0 0,0 0 0 0 0,0 0 1 0 0,0 0-1 0 0,0 0 0 0 0,0 0 0 0 0,0 1 0 0 0,0-1 0 0 0,0 0 0 0 0,0 0 0 0 0,0 0 0 0 0,1 0 0 0 0,-1 0 0 0 0,0 0 0 0 0,1 0 0 0 0,-1 0 0 0 0,0-1 1 0 0,1 1-1 0 0,0 0 0 0 0,-1 0 0 0 0,1 0 0 0 0,-1 0 0 0 0,1-1 0 0 0,0 1 0 0 0,0 0 0 0 0,-1 0 0 0 0,1-1 0 0 0,0 1 0 0 0,0-1 0 0 0,0 1 0 0 0,0-1 1 0 0,0 1-1 0 0,0-1 0 0 0,0 1 0 0 0,0-1 0 0 0,0 0 0 0 0,0 0 0 0 0,0 1 0 0 0,1-1 0 0 0,8 2 7 0 0,0 0 0 0 0,0-1 0 0 0,0-1 0 0 0,11 0 0 0 0,-16 0 5 0 0,23 0 3 0 0,78 4-79 0 0,-96-3 40 0 0,1 0 0 0 0,-1 2 0 0 0,1-1 0 0 0,-1 1 0 0 0,0 1 0 0 0,0-1 0 0 0,16 10 0 0 0,-24-12 20 0 0,0 0 0 0 0,-1 0 0 0 0,1 0 0 0 0,0 1 0 0 0,-1-1-1 0 0,1 0 1 0 0,-1 1 0 0 0,1-1 0 0 0,-1 1 0 0 0,0-1 0 0 0,0 1-1 0 0,0 0 1 0 0,0 0 0 0 0,0-1 0 0 0,0 1 0 0 0,0 0 0 0 0,0 0 0 0 0,-1 0-1 0 0,1 0 1 0 0,0 3 0 0 0,-1-2 7 0 0,-1 0 0 0 0,1 1 1 0 0,0-1-1 0 0,-1 0 0 0 0,1 0 0 0 0,-1 0 0 0 0,0 1 1 0 0,0-1-1 0 0,0 0 0 0 0,-1 0 0 0 0,-2 4 0 0 0,-5 7 30 0 0,-1-1 0 0 0,0 0 0 0 0,-1 0 0 0 0,-13 11 0 0 0,16-16-29 0 0,-1 2-17 0 0,-1 1 0 0 0,-1-1 0 0 0,0-1 0 0 0,0 0 0 0 0,-1-1 0 0 0,0 0 0 0 0,-1-1 1 0 0,-20 10-1 0 0,31-17-114 0 0,0 1-1 0 0,0-1 1 0 0,-1 0 0 0 0,1 0 0 0 0,0 1 0 0 0,0-1 0 0 0,0-1 0 0 0,-1 1 0 0 0,1 0 0 0 0,0 0-1 0 0,0-1 1 0 0,0 1 0 0 0,0-1 0 0 0,-1 0 0 0 0,1 0 0 0 0,0 0 0 0 0,0 0 0 0 0,0 0 0 0 0,1 0-1 0 0,-1 0 1 0 0,0-1 0 0 0,0 1 0 0 0,1-1 0 0 0,-1 1 0 0 0,1-1 0 0 0,-1 1 0 0 0,1-1 0 0 0,-1 0-1 0 0,1 0 1 0 0,0 0 0 0 0,0 0 0 0 0,0 0 0 0 0,0-2 0 0 0,-5-17-1614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7.2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8 0 0,'0'0'787'0'0,"29"13"1895"0"0,-24-9-2452 0 0,0 1 0 0 0,0 0 0 0 0,-1 0 0 0 0,0 0-1 0 0,0 0 1 0 0,0 1 0 0 0,-1 0 0 0 0,1 0 0 0 0,-1 0 0 0 0,3 9 0 0 0,20 72 669 0 0,-19-60-545 0 0,4 18-88 0 0,17 56-4547 0 0,-24-87 2453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8.3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10 538 128 0 0,'0'0'519'0'0,"-9"-16"2148"0"0,9 7-2474 0 0,-1 1 1 0 0,1-1 0 0 0,0 0 0 0 0,1 0-1 0 0,0 1 1 0 0,0-1 0 0 0,5-14 0 0 0,-1-1-9 0 0,14-126 420 0 0,-14 100-475 0 0,1 0-1 0 0,3 1 0 0 0,16-55 1 0 0,-25 104-128 0 0,0-1 1 0 0,0 1-1 0 0,0-1 1 0 0,0 1-1 0 0,0-1 1 0 0,1 1-1 0 0,-1-1 1 0 0,0 1-1 0 0,0-1 1 0 0,0 1-1 0 0,1-1 1 0 0,-1 1-1 0 0,0 0 1 0 0,1-1-1 0 0,-1 1 1 0 0,0-1-1 0 0,1 1 1 0 0,-1 0-1 0 0,0-1 1 0 0,1 1-1 0 0,-1 0 1 0 0,1 0-1 0 0,-1-1 1 0 0,1 1-1 0 0,-1 0 0 0 0,1 0 1 0 0,-1 0-1 0 0,1-1 1 0 0,-1 1-1 0 0,1 0 1 0 0,-1 0-1 0 0,1 0 1 0 0,-1 0-1 0 0,1 0 1 0 0,-1 0-1 0 0,1 0 1 0 0,-1 0-1 0 0,1 0 1 0 0,-1 0-1 0 0,1 0 1 0 0,-1 1-1 0 0,1-1 1 0 0,-1 0-1 0 0,1 0 1 0 0,-1 0-1 0 0,0 1 1 0 0,1-1-1 0 0,-1 0 1 0 0,1 0-1 0 0,-1 1 1 0 0,0-1-1 0 0,1 0 1 0 0,-1 1-1 0 0,1-1 1 0 0,-1 1-1 0 0,0-1 0 0 0,0 0 1 0 0,1 1-1 0 0,-1 0 1 0 0,19 27 149 0 0,45 136 295 0 0,-18-41-124 0 0,24 27 38 0 0,-33-74-282 0 0,-29-56-384 0 0,-8-20 202 0 0,0 0 0 0 0,0 1 1 0 0,0-1-1 0 0,0 1 0 0 0,0-1 1 0 0,0 0-1 0 0,0 1 1 0 0,0-1-1 0 0,0 1 0 0 0,0-1 1 0 0,0 0-1 0 0,0 1 0 0 0,0-1 1 0 0,0 1-1 0 0,-1-1 0 0 0,1 0 1 0 0,0 1-1 0 0,0-1 0 0 0,0 0 1 0 0,-1 1-1 0 0,1-1 0 0 0,0 0 1 0 0,0 1-1 0 0,-1-1 0 0 0,1 0 1 0 0,0 0-1 0 0,-1 1 0 0 0,1-1 1 0 0,0 0-1 0 0,-1 0 0 0 0,1 1 1 0 0,0-1-1 0 0,-1 0 1 0 0,1 0-1 0 0,0 0 0 0 0,-1 0 1 0 0,1 0-1 0 0,-1 1 0 0 0,1-1 1 0 0,-1 0-1 0 0,0 0-1682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8.6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1 106 532 0 0,'0'0'592'0'0,"0"0"-44"0"0,17-1-36 0 0,-2-4-56 0 0,4-3-28 0 0,0-1-48 0 0,3-2-40 0 0,2 0-32 0 0,7-3-60 0 0,-4 7-104 0 0,-1 0-84 0 0,7-5-116 0 0,1 5-188 0 0,-10 1-464 0 0,-3 3-768 0 0,1-1 340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8.9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103 25 312 0 0,'-10'-11'1950'0'0,"-5"-2"826"0"0,14 13-2737 0 0,1 0 0 0 0,-1 0 0 0 0,0 1 0 0 0,1-1-1 0 0,-1 0 1 0 0,1 0 0 0 0,-1 1 0 0 0,1-1 0 0 0,-1 0-1 0 0,1 1 1 0 0,-1-1 0 0 0,1 1 0 0 0,-1-1-1 0 0,1 0 1 0 0,-1 1 0 0 0,1-1 0 0 0,0 1 0 0 0,-1-1-1 0 0,1 1 1 0 0,0 0 0 0 0,0-1 0 0 0,-1 1 0 0 0,1-1-1 0 0,0 1 1 0 0,0-1 0 0 0,0 1 0 0 0,-1 0 0 0 0,1-1-1 0 0,0 1 1 0 0,0 0 0 0 0,0-1 0 0 0,0 1-1 0 0,1 0 1 0 0,-2 11 75 0 0,1 1 1 0 0,1-1-1 0 0,0 0 0 0 0,1 0 0 0 0,0 0 0 0 0,1-1 0 0 0,4 14 1 0 0,-6-20-81 0 0,1 0-1 0 0,0 0 1 0 0,0 0 0 0 0,0 0 0 0 0,1 0 0 0 0,0-1 0 0 0,-1 1-1 0 0,2-1 1 0 0,-1 0 0 0 0,7 7 0 0 0,-9-10-33 0 0,1 0 0 0 0,-1 0 0 0 0,0 0 0 0 0,1 0 1 0 0,-1-1-1 0 0,1 1 0 0 0,-1 0 0 0 0,1-1 0 0 0,-1 1 0 0 0,1-1 0 0 0,0 0 0 0 0,-1 1 0 0 0,1-1 0 0 0,-1 0 1 0 0,1 0-1 0 0,0 0 0 0 0,-1 0 0 0 0,1 0 0 0 0,0-1 0 0 0,-1 1 0 0 0,1 0 0 0 0,-1-1 0 0 0,1 1 0 0 0,-1-1 1 0 0,1 1-1 0 0,-1-1 0 0 0,1 0 0 0 0,-1 0 0 0 0,1 0 0 0 0,-1 0 0 0 0,0 0 0 0 0,0 0 0 0 0,1 0 1 0 0,-1 0-1 0 0,0 0 0 0 0,0-1 0 0 0,0 1 0 0 0,1-2 0 0 0,0 0-50 0 0,0 0-1 0 0,1 1 0 0 0,-1-1 1 0 0,-1 0-1 0 0,1 0 1 0 0,0-1-1 0 0,-1 1 1 0 0,0 0-1 0 0,0 0 1 0 0,0-1-1 0 0,0 1 1 0 0,0-1-1 0 0,0 1 1 0 0,-1-1-1 0 0,0 1 0 0 0,0-1 1 0 0,0 1-1 0 0,0-1 1 0 0,0 1-1 0 0,-1-1 1 0 0,0 1-1 0 0,1-1 1 0 0,-1 1-1 0 0,-1 0 1 0 0,1-1-1 0 0,0 1 1 0 0,-1 0-1 0 0,1 0 0 0 0,-1 0 1 0 0,0 0-1 0 0,0 0 1 0 0,-1 0-1 0 0,1 1 1 0 0,0-1-1 0 0,-1 1 1 0 0,1-1-1 0 0,-1 1 1 0 0,0 0-1 0 0,0 0 1 0 0,0 0-1 0 0,0 0 1 0 0,0 1-1 0 0,0-1 0 0 0,-1 1 1 0 0,1 0-1 0 0,-7-1 1 0 0,3 1-182 0 0,-1 0 0 0 0,1 0 0 0 0,-1 1-1 0 0,0 0 1 0 0,1 1 0 0 0,-1 0 0 0 0,1 0 0 0 0,-1 0 0 0 0,1 1 0 0 0,0 0 0 0 0,0 1 0 0 0,-1 0 0 0 0,2 0 0 0 0,-9 4 0 0 0,5-3-833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9.3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 5 504 0 0,'-1'-1'98'0'0,"1"1"-1"0"0,-1 0 1 0 0,0-1 0 0 0,1 1 0 0 0,-1 0-1 0 0,1-1 1 0 0,-1 1 0 0 0,0 0-1 0 0,0-1 1 0 0,1 1 0 0 0,-1 0-1 0 0,0 0 1 0 0,1 0 0 0 0,-1 0 0 0 0,0 0-1 0 0,0 0 1 0 0,1 0 0 0 0,-1 0-1 0 0,0 0 1 0 0,1 0 0 0 0,-1 0-1 0 0,0 0 1 0 0,0 1 0 0 0,1-1 0 0 0,-1 0-1 0 0,0 0 1 0 0,1 1 0 0 0,-1-1-1 0 0,0 1 1 0 0,1-1 0 0 0,-2 1-1 0 0,2 1-7 0 0,0 1-1 0 0,0-1 0 0 0,0 1 0 0 0,0-1 0 0 0,1 0 0 0 0,-1 1 0 0 0,1-1 1 0 0,-1 1-1 0 0,1-1 0 0 0,1 3 0 0 0,10 35 196 0 0,2-1 0 0 0,1-1-1 0 0,2 0 1 0 0,2 0 0 0 0,1-2 0 0 0,2-1 0 0 0,51 63-1 0 0,-73-98-314 0 0,0 0 0 0 0,1 1-1 0 0,-1-1 1 0 0,0 0 0 0 0,0 1-1 0 0,1-1 1 0 0,-1 0 0 0 0,0 1-1 0 0,1-1 1 0 0,-1 0 0 0 0,0 0-1 0 0,1 1 1 0 0,-1-1 0 0 0,1 0-1 0 0,-1 0 1 0 0,0 0 0 0 0,1 1-1 0 0,-1-1 1 0 0,1 0 0 0 0,-1 0-1 0 0,0 0 1 0 0,1 0 0 0 0,-1 0-1 0 0,1 0 1 0 0,-1 0 0 0 0,1 0-1 0 0,-1 0 1 0 0,0 0 0 0 0,1 0-1 0 0,-1 0 1 0 0,1 0 0 0 0,-1-1-1 0 0,1 1 1 0 0,-1 0-141 0 0,1-1 0 0 0,-1 0 0 0 0,1 1 0 0 0,-1-1 1 0 0,1 0-1 0 0,-1 1 0 0 0,0-1 0 0 0,1 0 0 0 0,-1 0 0 0 0,0 1 0 0 0,0-1 0 0 0,1 0 1 0 0,-1 0-1 0 0,0 0 0 0 0,0 1 0 0 0,0-1 0 0 0,0-1 0 0 0,0-10-1395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19.7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1 368 0 0,'0'0'403'0'0,"0"0"-25"0"0,4 1-34 0 0,28 5 160 0 0,1-1 0 0 0,0-2 0 0 0,36-1 0 0 0,-13 0-169 0 0,-53-2-319 0 0,-1 0 0 0 0,0 0 0 0 0,0 0 0 0 0,0 0 0 0 0,0 1 0 0 0,0-1 0 0 0,1 1 0 0 0,-1 0 0 0 0,0-1 0 0 0,0 1 0 0 0,-1 0 0 0 0,1 0 0 0 0,4 3 0 0 0,-6-4-6 0 0,1 1 0 0 0,-1 0 0 0 0,1-1-1 0 0,-1 1 1 0 0,1 0 0 0 0,-1 0 0 0 0,1-1-1 0 0,-1 1 1 0 0,0 0 0 0 0,0 0 0 0 0,1 0 0 0 0,-1 0-1 0 0,0-1 1 0 0,0 1 0 0 0,0 0 0 0 0,0 0-1 0 0,0 0 1 0 0,0 0 0 0 0,0 0 0 0 0,0 0-1 0 0,0-1 1 0 0,0 1 0 0 0,-1 1 0 0 0,-1 5 37 0 0,-1-1 0 0 0,-1 0 1 0 0,1 0-1 0 0,-1 0 1 0 0,0 0-1 0 0,-8 9 0 0 0,-37 37 397 0 0,-10 15 199 0 0,58-66-629 0 0,0 0-1 0 0,0 1 1 0 0,0-1-1 0 0,0 1 0 0 0,1-1 1 0 0,-1 1-1 0 0,0-1 1 0 0,0 1-1 0 0,1 0 1 0 0,-1-1-1 0 0,1 1 1 0 0,0 0-1 0 0,0-1 0 0 0,-1 1 1 0 0,1 0-1 0 0,0-1 1 0 0,0 1-1 0 0,0 0 1 0 0,1-1-1 0 0,-1 1 1 0 0,0 0-1 0 0,1 0 0 0 0,-1-1 1 0 0,1 1-1 0 0,-1-1 1 0 0,1 1-1 0 0,0-1 1 0 0,0 1-1 0 0,0-1 1 0 0,0 1-1 0 0,0-1 0 0 0,0 1 1 0 0,0-1-1 0 0,0 0 1 0 0,0 0-1 0 0,1 0 1 0 0,-1 0-1 0 0,0 0 1 0 0,1 0-1 0 0,2 2 0 0 0,7 3 11 0 0,0 0-1 0 0,0-1 1 0 0,1 0-1 0 0,17 4 1 0 0,-19-5-19 0 0,22 6-23 0 0,3 2-103 0 0,-1 0 0 0 0,46 25 0 0 0,-78-36 125 0 0,0 0 0 0 0,0 0 1 0 0,-1 0-1 0 0,1 0 0 0 0,0 0 1 0 0,0 1-1 0 0,-1-1 0 0 0,1 1 0 0 0,-1 0 1 0 0,1-1-1 0 0,-1 1 0 0 0,1 0 1 0 0,-1 0-1 0 0,0-1 0 0 0,0 1 0 0 0,0 0 1 0 0,0 0-1 0 0,0 1 0 0 0,-1-1 0 0 0,1 0 1 0 0,0 4-1 0 0,-1-3 9 0 0,0 0 1 0 0,-1 1-1 0 0,1-1 0 0 0,-1 0 0 0 0,0 0 0 0 0,0 0 1 0 0,0 0-1 0 0,0 0 0 0 0,0 0 0 0 0,-1 0 1 0 0,1 0-1 0 0,-1 0 0 0 0,-3 3 0 0 0,-6 7 31 0 0,-1 0-1 0 0,0-1 0 0 0,-1 0 0 0 0,-18 13 0 0 0,30-25-43 0 0,-6 6 5 0 0,-1 0 1 0 0,0-1 0 0 0,0 0-1 0 0,-18 8 1 0 0,24-12-128 0 0,0-1 0 0 0,0 1 0 0 0,0 0 1 0 0,0-1-1 0 0,0 1 0 0 0,0-1 0 0 0,0 0 0 0 0,0 0 0 0 0,0 1 0 0 0,-1-1 1 0 0,1-1-1 0 0,0 1 0 0 0,0 0 0 0 0,0-1 0 0 0,0 1 0 0 0,0-1 1 0 0,0 1-1 0 0,0-1 0 0 0,0 0 0 0 0,0 0 0 0 0,0 0 0 0 0,0 0 1 0 0,0 0-1 0 0,0 0 0 0 0,1-1 0 0 0,-1 1 0 0 0,1-1 0 0 0,-1 1 0 0 0,-2-4 1 0 0,-7-12-1501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20.0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 1 296 0 0,'-3'3'264'0'0,"1"0"0"0"0,0 1 0 0 0,0-1 0 0 0,1 1 1 0 0,-1 0-1 0 0,1 0 0 0 0,0-1 0 0 0,0 1 0 0 0,0 0 0 0 0,0 0 0 0 0,0 6 0 0 0,-5 16 446 0 0,1-10-261 0 0,-1 0 0 0 0,2 0 0 0 0,0 1 0 0 0,1 0-1 0 0,-1 29 1 0 0,3-40-361 0 0,1 0 0 0 0,0 0 0 0 0,1-1 0 0 0,0 1 0 0 0,0 0 0 0 0,0 0 0 0 0,0-1 0 0 0,1 1-1 0 0,0-1 1 0 0,0 1 0 0 0,0-1 0 0 0,1 0 0 0 0,0 0 0 0 0,0 0 0 0 0,0 0 0 0 0,1-1 0 0 0,0 1-1 0 0,-1-1 1 0 0,2 0 0 0 0,4 5 0 0 0,-6-8-68 0 0,-1 1 0 0 0,0-1 0 0 0,1 0 0 0 0,-1 0 0 0 0,1 0 0 0 0,0-1 0 0 0,-1 1 0 0 0,1-1 1 0 0,-1 1-1 0 0,1-1 0 0 0,0 0 0 0 0,-1 0 0 0 0,1 0 0 0 0,0 0 0 0 0,-1-1 0 0 0,1 1 0 0 0,0-1 0 0 0,-1 1 0 0 0,1-1 0 0 0,-1 0 0 0 0,1 0 0 0 0,-1 0 0 0 0,1 0 0 0 0,-1-1 0 0 0,0 1 0 0 0,0-1 0 0 0,1 1 0 0 0,-1-1 0 0 0,0 0 0 0 0,1-2 0 0 0,6-4-2 0 0,0 0 0 0 0,-1-1-1 0 0,-1 0 1 0 0,1 0 0 0 0,7-14 0 0 0,-10 13-69 0 0,1 0 1 0 0,-2 0-1 0 0,0-1 1 0 0,0 1-1 0 0,-1-1 1 0 0,0 0-1 0 0,-1 0 1 0 0,0 0-1 0 0,1-21 1 0 0,-3 29-7 0 0,0 0 1 0 0,0 0-1 0 0,0 0 1 0 0,-1 0-1 0 0,1 0 0 0 0,-1 0 1 0 0,1 0-1 0 0,-1 0 1 0 0,0 0-1 0 0,0 0 0 0 0,0 1 1 0 0,-1-1-1 0 0,1 0 1 0 0,-1 1-1 0 0,1-1 1 0 0,-1 1-1 0 0,0 0 0 0 0,0-1 1 0 0,0 1-1 0 0,0 0 1 0 0,-1 0-1 0 0,1 0 1 0 0,0 0-1 0 0,-1 1 0 0 0,1-1 1 0 0,-1 1-1 0 0,0-1 1 0 0,1 1-1 0 0,-1 0 1 0 0,0 0-1 0 0,0 0 0 0 0,0 0 1 0 0,0 1-1 0 0,0-1 1 0 0,0 1-1 0 0,0 0 1 0 0,0 0-1 0 0,0 0 0 0 0,0 0 1 0 0,-5 1-1 0 0,2 0-218 0 0,-1-1 0 0 0,1 1 0 0 0,0 1 0 0 0,0-1 0 0 0,-1 1 0 0 0,1 0 0 0 0,0 0 0 0 0,1 1 0 0 0,-1 0 0 0 0,0 0-1 0 0,1 0 1 0 0,0 1 0 0 0,-7 5 0 0 0,-6 8-1283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21.1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317 161 180 0 0,'-2'-31'1941'0'0,"-8"-58"0"0"0,9 87-1874 0 0,1 0 0 0 0,0 0 0 0 0,0 1 0 0 0,-1-1 0 0 0,1 0 0 0 0,-1 0 0 0 0,0 0 0 0 0,1 0 0 0 0,-1 1 0 0 0,0-1 0 0 0,0 0 0 0 0,0 1 0 0 0,0-1 0 0 0,-1 0 0 0 0,1 1 0 0 0,0 0 1 0 0,-1-1-1 0 0,1 1 0 0 0,0 0 0 0 0,-1 0 0 0 0,0-1 0 0 0,1 1 0 0 0,-1 0 0 0 0,0 1 0 0 0,1-1 0 0 0,-3-1 0 0 0,1 2-3 0 0,0 0 0 0 0,0 0 0 0 0,0 1 0 0 0,1-1 0 0 0,-1 1 0 0 0,0-1 0 0 0,0 1 0 0 0,1 0 0 0 0,-1 0 0 0 0,0 0 0 0 0,1 0 0 0 0,-1 1 0 0 0,1-1 0 0 0,0 1 0 0 0,-1-1 0 0 0,1 1 0 0 0,0 0 0 0 0,-3 3 0 0 0,-19 18 139 0 0,2 2-1 0 0,0 0 1 0 0,2 1 0 0 0,1 1 0 0 0,1 1-1 0 0,1 1 1 0 0,2 0 0 0 0,1 1 0 0 0,1 0-1 0 0,-17 64 1 0 0,28-87-177 0 0,0 1 0 0 0,1-1-1 0 0,0 1 1 0 0,0 0 0 0 0,0 0-1 0 0,1 0 1 0 0,0-1 0 0 0,1 1-1 0 0,0 0 1 0 0,0 0 0 0 0,0-1-1 0 0,1 1 1 0 0,0 0 0 0 0,1-1 0 0 0,0 0-1 0 0,0 0 1 0 0,0 0 0 0 0,1 0-1 0 0,0 0 1 0 0,1-1 0 0 0,-1 1-1 0 0,1-1 1 0 0,0 0 0 0 0,1-1 0 0 0,-1 1-1 0 0,1-1 1 0 0,13 9 0 0 0,-9-8-19 0 0,1 0 0 0 0,0-1 1 0 0,0 0-1 0 0,0-1 0 0 0,1 0 1 0 0,0-1-1 0 0,0 0 0 0 0,-1-1 1 0 0,1 0-1 0 0,1-1 0 0 0,-1 0 1 0 0,0-1-1 0 0,0 0 1 0 0,0-1-1 0 0,0-1 0 0 0,0 0 1 0 0,0 0-1 0 0,14-6 0 0 0,-1 1-302 0 0,0-2 0 0 0,-1-1 0 0 0,-1-1 0 0 0,1-2 0 0 0,-2 0 0 0 0,0-1 0 0 0,29-24 0 0 0,-40 29-674 0 0,-1 0 0 0 0,-1-1 0 0 0,10-13 1 0 0,-2-2-1254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21.4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0 336 0 0,'0'0'699'0'0,"0"0"-43"0"0,0 0-53 0 0,0 0-39 0 0,-2 13 430 0 0,1 8-539 0 0,2 0-1 0 0,0 0 0 0 0,2 0 0 0 0,0 0 1 0 0,12 39-1 0 0,-10-38-249 0 0,54 169 1002 0 0,-57-186-2516 0 0,-3-9 659 0 0,-11-25-2088 0 0,3 10 885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21.8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44 0 0,'7'4'329'0'0,"-1"0"1"0"0,0 0-1 0 0,0 0 1 0 0,-1 1-1 0 0,1 0 1 0 0,-1 0-1 0 0,0 0 1 0 0,-1 1-1 0 0,1 0 0 0 0,-1 0 1 0 0,0 0-1 0 0,0 0 1 0 0,3 10-1 0 0,6 11 609 0 0,15 53-1 0 0,-26-73-697 0 0,1 3 78 0 0,-1 0 0 0 0,0 1-1 0 0,2 19 1 0 0,-4-26-222 0 0,0-1 0 0 0,0 1 0 0 0,0-1 0 0 0,0 1 0 0 0,-1-1 0 0 0,1 1 0 0 0,-1-1 0 0 0,0 1 0 0 0,0-1 0 0 0,0 0 0 0 0,0 0 0 0 0,-1 1 0 0 0,1-1 0 0 0,-1 0 0 0 0,-3 4 0 0 0,5-7-88 0 0,-1 0 0 0 0,1 0 0 0 0,0 1 0 0 0,-1-1 1 0 0,1 0-1 0 0,0 0 0 0 0,-1 0 0 0 0,1 0 1 0 0,-1 0-1 0 0,1 0 0 0 0,0 0 0 0 0,-1 0 0 0 0,1 0 1 0 0,-1 0-1 0 0,1 0 0 0 0,0 0 0 0 0,-1 0 1 0 0,1 0-1 0 0,-1 0 0 0 0,1 0 0 0 0,0 0 0 0 0,-1-1 1 0 0,1 1-1 0 0,0 0 0 0 0,-1 0 0 0 0,1 0 1 0 0,0-1-1 0 0,-1 1 0 0 0,1 0 0 0 0,0 0 0 0 0,-1-1 1 0 0,1 1-1 0 0,0 0 0 0 0,0 0 0 0 0,-1-1 1 0 0,1 1-1 0 0,0 0 0 0 0,0-1 0 0 0,0 1 0 0 0,0-1 1 0 0,-1 1-1 0 0,1 0 0 0 0,0-1 0 0 0,0 1 1 0 0,0 0-1 0 0,0-1 0 0 0,0 1 0 0 0,0-1 0 0 0,-7-21-104 0 0,7 10 3 0 0,-1 0-1 0 0,2 0 1 0 0,-1 0 0 0 0,2-1 0 0 0,0 1 0 0 0,0 0 0 0 0,1 1 0 0 0,0-1 0 0 0,1 0 0 0 0,1 1 0 0 0,-1 0 0 0 0,2 0 0 0 0,0 0 0 0 0,0 0 0 0 0,1 1 0 0 0,0 0 0 0 0,10-10 0 0 0,-16 18 80 0 0,0 1 1 0 0,1 0-1 0 0,-1-1 0 0 0,0 1 1 0 0,0 0-1 0 0,1 0 0 0 0,-1 0 1 0 0,1 0-1 0 0,-1 0 1 0 0,1 0-1 0 0,-1 0 0 0 0,1 0 1 0 0,0 0-1 0 0,-1 1 1 0 0,1-1-1 0 0,0 1 0 0 0,0-1 1 0 0,-1 1-1 0 0,1 0 0 0 0,0 0 1 0 0,0 0-1 0 0,0 0 1 0 0,-1 0-1 0 0,1 0 0 0 0,0 0 1 0 0,0 0-1 0 0,-1 1 0 0 0,1-1 1 0 0,0 1-1 0 0,0-1 1 0 0,-1 1-1 0 0,1 0 0 0 0,-1 0 1 0 0,1 0-1 0 0,0 0 1 0 0,-1 0-1 0 0,0 0 0 0 0,1 0 1 0 0,-1 0-1 0 0,0 0 0 0 0,1 1 1 0 0,-1-1-1 0 0,0 0 1 0 0,0 1-1 0 0,0-1 0 0 0,1 3 1 0 0,5 8 43 0 0,-1 0 0 0 0,0 1-1 0 0,0 0 1 0 0,6 24 0 0 0,-8-22 6 0 0,0-1-49 0 0,6 17 114 0 0,-10-30-146 0 0,1 0 0 0 0,-1 0 0 0 0,1 0 0 0 0,-1-1 0 0 0,1 1 0 0 0,-1 0 0 0 0,1 0 0 0 0,-1 0 0 0 0,1 0 0 0 0,0-1 0 0 0,-1 1 0 0 0,1 0 0 0 0,0-1 0 0 0,0 1 0 0 0,0-1 0 0 0,-1 1 0 0 0,1-1 0 0 0,0 1 0 0 0,0-1 0 0 0,0 1 0 0 0,0-1 0 0 0,0 0 0 0 0,0 1 0 0 0,1-1 0 0 0,11-6-3309 0 0,-6-1 1413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29.2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315 162 476 0 0,'0'-12'471'0'0,"0"1"0"0"0,-1-1 0 0 0,0 1 0 0 0,-1-1 1 0 0,0 1-1 0 0,-1-1 0 0 0,-7-17 0 0 0,8 26-411 0 0,1-1 1 0 0,-1 1 0 0 0,0 0-1 0 0,0 0 1 0 0,0 0-1 0 0,0 0 1 0 0,-1 0-1 0 0,1 1 1 0 0,-1-1-1 0 0,0 1 1 0 0,1 0-1 0 0,-1-1 1 0 0,0 1-1 0 0,0 1 1 0 0,-1-1 0 0 0,1 0-1 0 0,0 1 1 0 0,0-1-1 0 0,-1 1 1 0 0,1 0-1 0 0,-1 0 1 0 0,1 0-1 0 0,-1 1 1 0 0,0 0-1 0 0,1-1 1 0 0,-1 1-1 0 0,0 0 1 0 0,-5 1 0 0 0,2 1-17 0 0,0-1 0 0 0,0 2 1 0 0,-1-1-1 0 0,2 1 1 0 0,-1 0-1 0 0,0 0 1 0 0,0 1-1 0 0,1 0 1 0 0,0 0-1 0 0,0 1 1 0 0,0 0-1 0 0,1 0 1 0 0,-1 0-1 0 0,1 0 0 0 0,-8 12 1 0 0,2-3 66 0 0,1 1-1 0 0,0 1 1 0 0,0-1 0 0 0,2 2-1 0 0,-9 22 1 0 0,10-22 24 0 0,2 1-1 0 0,0 0 1 0 0,0 0-1 0 0,2 0 1 0 0,0 0-1 0 0,0 37 1 0 0,3-47-88 0 0,1-1 0 0 0,0 0-1 0 0,0 0 1 0 0,1 0 0 0 0,0 0 0 0 0,0-1 0 0 0,0 1 0 0 0,1 0-1 0 0,0-1 1 0 0,0 0 0 0 0,1 1 0 0 0,-1-1 0 0 0,1-1 0 0 0,1 1-1 0 0,-1 0 1 0 0,1-1 0 0 0,0 0 0 0 0,0 0 0 0 0,1-1 0 0 0,11 8 0 0 0,-8-6-25 0 0,0-2 0 0 0,1 1 1 0 0,0-1-1 0 0,0-1 0 0 0,0 0 1 0 0,0 0-1 0 0,0-1 0 0 0,1 0 1 0 0,-1-1-1 0 0,1 0 0 0 0,0 0 1 0 0,-1-1-1 0 0,1-1 0 0 0,11-1 1 0 0,-2-2-836 0 0,-1 0 1 0 0,1-1-1 0 0,-1-1 1 0 0,1-1 0 0 0,-2 0-1 0 0,23-13 1 0 0,-21 8-1410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29.7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65 1 360 0 0,'0'0'562'0'0,"-26"12"1632"0"0,21-7-2022 0 0,1 1 0 0 0,0 0 0 0 0,0 0 0 0 0,1 0 0 0 0,0 0 0 0 0,0 1 0 0 0,0-1 0 0 0,1 1 0 0 0,0 0 0 0 0,0 0 0 0 0,1 0 0 0 0,0 0 0 0 0,0 0 0 0 0,0 0 0 0 0,1 0 0 0 0,1 9 0 0 0,-1-8-76 0 0,1 0-1 0 0,0-1 1 0 0,0 1-1 0 0,1 0 1 0 0,0 0 0 0 0,1-1-1 0 0,-1 1 1 0 0,1-1-1 0 0,1 0 1 0 0,-1 0 0 0 0,1 0-1 0 0,1 0 1 0 0,-1-1-1 0 0,9 10 1 0 0,-12-15-97 0 0,1 1 0 0 0,-1-1 0 0 0,0 0 1 0 0,1 1-1 0 0,-1-1 0 0 0,1 0 0 0 0,0 0 0 0 0,-1 0 0 0 0,1 0 0 0 0,0 0 1 0 0,0 0-1 0 0,-1-1 0 0 0,1 1 0 0 0,0-1 0 0 0,0 1 0 0 0,0-1 1 0 0,0 0-1 0 0,0 1 0 0 0,0-1 0 0 0,0 0 0 0 0,0 0 0 0 0,-1-1 0 0 0,1 1 1 0 0,0 0-1 0 0,0-1 0 0 0,0 1 0 0 0,0-1 0 0 0,0 1 0 0 0,0-1 0 0 0,-1 0 1 0 0,1 0-1 0 0,0 0 0 0 0,-1 0 0 0 0,1 0 0 0 0,0 0 0 0 0,-1 0 0 0 0,0 0 1 0 0,1-1-1 0 0,-1 1 0 0 0,0-1 0 0 0,2-1 0 0 0,-1 1-45 0 0,0-1-1 0 0,-1 0 0 0 0,1 1 1 0 0,-1-1-1 0 0,1 0 1 0 0,-1 0-1 0 0,0 0 0 0 0,0 0 1 0 0,0 0-1 0 0,0 0 1 0 0,-1 0-1 0 0,1-1 0 0 0,-1 1 1 0 0,0 0-1 0 0,0 0 1 0 0,0 0-1 0 0,0 0 0 0 0,-1-1 1 0 0,1 1-1 0 0,-1 0 1 0 0,0 0-1 0 0,0 0 0 0 0,0 0 1 0 0,0 0-1 0 0,-2-3 1 0 0,1 2-26 0 0,-1 0 0 0 0,1 0 1 0 0,-1 1-1 0 0,1-1 1 0 0,-1 1-1 0 0,0 0 1 0 0,0 0-1 0 0,0 0 1 0 0,-1 0-1 0 0,1 1 1 0 0,-1-1-1 0 0,0 1 1 0 0,1 0-1 0 0,-1 0 0 0 0,0 0 1 0 0,0 1-1 0 0,0-1 1 0 0,-1 1-1 0 0,-6-1 1 0 0,10 2-112 0 0,-8 4-2527 0 0,9-4 1635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30.1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1 448 0 0,'0'0'382'0'0,"0"0"-7"0"0,0 0-1 0 0,0 0 0 0 0,0 0 16 0 0,2 3 3 0 0,4 8 12 0 0,-1 2 1 0 0,0-1 0 0 0,-1 1 0 0 0,0-1 0 0 0,3 25-1 0 0,3 11 304 0 0,-1 12 195 0 0,-9-51-774 0 0,0 0-1 0 0,1 0 1 0 0,1 0 0 0 0,0 0-1 0 0,0-1 1 0 0,0 1-1 0 0,1-1 1 0 0,0 1-1 0 0,5 8 1 0 0,-8-17-132 0 0,1 1 1 0 0,-1-1 0 0 0,0 0-1 0 0,0 0 1 0 0,0 1 0 0 0,1-1-1 0 0,-1 0 1 0 0,0 0 0 0 0,1 1-1 0 0,-1-1 1 0 0,0 0 0 0 0,0 0-1 0 0,1 0 1 0 0,-1 1 0 0 0,0-1-1 0 0,1 0 1 0 0,-1 0 0 0 0,0 0-1 0 0,1 0 1 0 0,-1 0 0 0 0,0 0-1 0 0,1 0 1 0 0,-1 0 0 0 0,1 0-1 0 0,-1 0 1 0 0,0 0 0 0 0,1 0-1 0 0,-1 0 1 0 0,0 0 0 0 0,1 0-1 0 0,-1 0 1 0 0,0 0 0 0 0,1 0-1 0 0,12-11-197 0 0,6-17-326 0 0,-19 27 492 0 0,85-151-2498 0 0,-84 152 2517 0 0,-1 0 9 0 0,0 0 26 0 0,1 3 17 0 0,0 0 1 0 0,0 1-1 0 0,0-1 1 0 0,-1 1-1 0 0,1-1 0 0 0,-1 1 1 0 0,0-1-1 0 0,0 1 1 0 0,-1 5-1 0 0,1-7 7 0 0,1 9 72 0 0,0 0 1 0 0,0-1 0 0 0,1 1-1 0 0,0-1 1 0 0,0 0-1 0 0,5 10 1 0 0,-6-17-161 0 0,0 0 1 0 0,0 0-1 0 0,0-1 1 0 0,0 1-1 0 0,0 0 0 0 0,1-1 1 0 0,-1 1-1 0 0,1-1 0 0 0,0 1 1 0 0,0-1-1 0 0,0 0 1 0 0,0 0-1 0 0,0 0 0 0 0,0 0 1 0 0,1 0-1 0 0,-1 0 1 0 0,0-1-1 0 0,1 1 0 0 0,0-1 1 0 0,-1 0-1 0 0,1 0 1 0 0,0 0-1 0 0,-1 0 0 0 0,1 0 1 0 0,5 1-1 0 0,5-9-2374 0 0,-7-1 1023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30.4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0 464 0 0,'49'312'4192'0'0,"-38"-230"-3605"0"0,-10-76-756 0 0,0-4-34 0 0,-1 0 0 0 0,1 0 1 0 0,-1 0-1 0 0,0 0 1 0 0,0 0-1 0 0,1 1 0 0 0,-1-1 1 0 0,-1 0-1 0 0,1 0 0 0 0,0 0 1 0 0,0 0-1 0 0,-1 0 1 0 0,0 3-1 0 0,1-5-1058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30.7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87 200 0 0,'0'0'644'0'0,"0"0"-36"0"0,11-4-44 0 0,-1 4-24 0 0,2-1-68 0 0,4 1-28 0 0,5-2-72 0 0,6-2-52 0 0,-1-2-128 0 0,9-3-68 0 0,2 1-144 0 0,4-4-364 0 0,-2 1-300 0 0,1-4-732 0 0,-3 1 324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31.3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19 100 160 0 0,'-11'-2'1859'0'0,"10"2"-1830"0"0,1 0 1 0 0,0 0-1 0 0,-1 0 0 0 0,1 0 1 0 0,0 0-1 0 0,0 0 1 0 0,-1 0-1 0 0,1 0 0 0 0,0 0 1 0 0,-1 0-1 0 0,1 0 0 0 0,0-1 1 0 0,0 1-1 0 0,-1 0 1 0 0,1 0-1 0 0,0 0 0 0 0,0 0 1 0 0,-1-1-1 0 0,1 1 0 0 0,0 0 1 0 0,0 0-1 0 0,0 0 1 0 0,-1-1-1 0 0,1 1 0 0 0,0 0 1 0 0,0 0-1 0 0,0-1 0 0 0,0 1 1 0 0,0 0-1 0 0,-1 0 1 0 0,1-1-1 0 0,0 1 0 0 0,0 0 1 0 0,0-1-1 0 0,0 1 0 0 0,0 0 1 0 0,0-1-1 0 0,0 1 1 0 0,12-6 1054 0 0,18 3 67 0 0,20 8-394 0 0,9 2-343 0 0,0-3 0 0 0,102-5 0 0 0,-84-10-483 0 0,111-30-1 0 0,-14 2-4112 0 0,-141 34 2448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34.5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357 120 316 0 0,'0'-8'411'0'0,"-2"0"1"0"0,1 1-1 0 0,-1-1 1 0 0,0 0-1 0 0,-1 1 0 0 0,0-1 1 0 0,0 1-1 0 0,-1 0 0 0 0,1 0 1 0 0,-10-11-1 0 0,11 15-321 0 0,-1 1 1 0 0,1 0-1 0 0,-1-1 0 0 0,0 1 0 0 0,0 0 0 0 0,0 0 1 0 0,0 1-1 0 0,0-1 0 0 0,-1 1 0 0 0,1-1 0 0 0,0 1 1 0 0,-1 0-1 0 0,1 0 0 0 0,-1 1 0 0 0,1-1 0 0 0,-1 1 1 0 0,-3-1-1 0 0,1 2-17 0 0,-1 0 1 0 0,1-1 0 0 0,0 2-1 0 0,0-1 1 0 0,0 1-1 0 0,0 0 1 0 0,1 0 0 0 0,-1 0-1 0 0,-6 5 1 0 0,-4 3 65 0 0,-1 1 1 0 0,2 0 0 0 0,0 2 0 0 0,0 0 0 0 0,-14 17-1 0 0,14-15 31 0 0,2 1 0 0 0,-1 0 0 0 0,-13 24 0 0 0,25-36-139 0 0,-1 0 1 0 0,1-1-1 0 0,0 1 0 0 0,1 0 0 0 0,-1 1 1 0 0,1-1-1 0 0,-1 0 0 0 0,1 0 0 0 0,0 1 1 0 0,1-1-1 0 0,-1 0 0 0 0,1 1 1 0 0,0-1-1 0 0,0 1 0 0 0,0-1 0 0 0,1 1 1 0 0,-1-1-1 0 0,1 0 0 0 0,0 1 0 0 0,1-1 1 0 0,-1 0-1 0 0,3 5 0 0 0,-2-6-17 0 0,0-1 0 0 0,1 1-1 0 0,0-1 1 0 0,-1 1 0 0 0,1-1-1 0 0,0 0 1 0 0,0 0 0 0 0,0 0-1 0 0,1 0 1 0 0,-1-1 0 0 0,0 1-1 0 0,1-1 1 0 0,-1 0 0 0 0,1 0 0 0 0,5 1-1 0 0,57 7 102 0 0,-28-6-86 0 0,59 6-65 0 0,-88-7 7 0 0,-1-1-1 0 0,1 2 1 0 0,0-1-1 0 0,0 1 1 0 0,-1 0-1 0 0,0 1 1 0 0,0 0 0 0 0,9 6-1 0 0,-15-9 22 0 0,1 1 0 0 0,0 0 0 0 0,-1 0-1 0 0,0 0 1 0 0,1 0 0 0 0,-1 0 0 0 0,0 0 0 0 0,0 1-1 0 0,0-1 1 0 0,-1 1 0 0 0,1 0 0 0 0,-1-1 0 0 0,1 1 0 0 0,-1 0-1 0 0,0 0 1 0 0,0 0 0 0 0,0 0 0 0 0,0 0 0 0 0,0 0-1 0 0,-1 0 1 0 0,0 0 0 0 0,1 0 0 0 0,-1 0 0 0 0,0 0-1 0 0,-1 0 1 0 0,1 0 0 0 0,0 0 0 0 0,-1 0 0 0 0,0 0-1 0 0,1 0 1 0 0,-1 0 0 0 0,-1 0 0 0 0,1 0 0 0 0,0 0 0 0 0,-1-1-1 0 0,1 1 1 0 0,-1 0 0 0 0,0-1 0 0 0,-3 4 0 0 0,-3 4 12 0 0,-1 0 0 0 0,-1 0 0 0 0,1-1 0 0 0,-1 0 1 0 0,-1-1-1 0 0,0 0 0 0 0,-23 12 0 0 0,21-13-28 0 0,-41 18 49 0 0,50-24-72 0 0,1 1 0 0 0,-1-1-1 0 0,0 0 1 0 0,1-1 0 0 0,-1 1-1 0 0,0-1 1 0 0,1 1 0 0 0,-1-1-1 0 0,0 0 1 0 0,0-1 0 0 0,1 1-1 0 0,-1-1 1 0 0,-4 0 0 0 0,7 0-17 0 0,0 1 1 0 0,0-1-1 0 0,1 0 1 0 0,-1 1-1 0 0,0-1 1 0 0,0 0-1 0 0,0 1 1 0 0,1-1-1 0 0,-1 0 1 0 0,0 0 0 0 0,1 1-1 0 0,-1-1 1 0 0,1 0-1 0 0,-1 0 1 0 0,1 0-1 0 0,0 0 1 0 0,-1 0-1 0 0,1 0 1 0 0,0 0-1 0 0,-1 0 1 0 0,1 0-1 0 0,0 0 1 0 0,0 0-1 0 0,0-2 1 0 0,4-25-3373 0 0,4 9 1454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34.7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3 348 0 0,'0'0'597'0'0,"0"0"-34"0"0,-3-2 154 0 0,3 3 1073 0 0,8 8-1346 0 0,0 1 0 0 0,-1 0 0 0 0,0 1 0 0 0,-1 0-1 0 0,9 20 1 0 0,18 65 395 0 0,-26-73-946 0 0,-2 0 1 0 0,3 33-1 0 0,-7-42-1196 0 0,-1 1 0 0 0,-2 23 0 0 0,-1-19-545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35.4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98 108 0 0,'0'0'581'0'0,"-3"-3"-22"0"0,3 4 3686 0 0,3 2-4121 0 0,1 0 0 0 0,-1 0 0 0 0,1-1 0 0 0,0 1 0 0 0,0-1 0 0 0,0 0 0 0 0,0 0 0 0 0,0 0 0 0 0,1-1 1 0 0,-1 1-1 0 0,0-1 0 0 0,1 0 0 0 0,-1 0 0 0 0,1-1 0 0 0,0 1 0 0 0,4-1 0 0 0,12 0 110 0 0,1 0 0 0 0,22-5 0 0 0,-43 5-227 0 0,61-10 374 0 0,87-27 0 0 0,-34 7-200 0 0,-51 16-1158 0 0,0 3 1 0 0,123-6-1 0 0,-162 18-1417 0 0,-8 1 184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35.9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230 0 664 0 0,'-11'2'314'0'0,"1"1"0"0"0,-1 0 0 0 0,1 0 0 0 0,0 1 0 0 0,0 0 0 0 0,0 1 0 0 0,1 0 0 0 0,-1 1 0 0 0,1 0 0 0 0,-12 10 0 0 0,8-5-36 0 0,0 1 1 0 0,0 0-1 0 0,2 1 0 0 0,-1 1 0 0 0,-16 25 0 0 0,26-35-215 0 0,-1 0 0 0 0,1 0 0 0 0,0-1 0 0 0,1 1 0 0 0,-1 0 0 0 0,1 1 1 0 0,-1-1-1 0 0,1 0 0 0 0,1 0 0 0 0,-1 0 0 0 0,0 1 0 0 0,1-1 0 0 0,0 0 0 0 0,0 1 0 0 0,0-1 0 0 0,1 0 0 0 0,1 7 0 0 0,0-6-20 0 0,0 0 1 0 0,0 0-1 0 0,1-1 1 0 0,-1 0-1 0 0,1 1 0 0 0,0-1 1 0 0,1 0-1 0 0,-1 0 0 0 0,1 0 1 0 0,-1-1-1 0 0,1 0 1 0 0,0 1-1 0 0,1-1 0 0 0,5 3 1 0 0,9 4 5 0 0,0-1 1 0 0,0-1-1 0 0,1-1 0 0 0,0-1 1 0 0,0 0-1 0 0,37 4 1 0 0,-21-3-87 0 0,37 11 0 0 0,-62-14-8 0 0,0 0 0 0 0,-1 1 0 0 0,1 0 0 0 0,-1 0 1 0 0,0 1-1 0 0,-1 0 0 0 0,15 13 0 0 0,-21-17 32 0 0,-1 0 0 0 0,1 1-1 0 0,-1 0 1 0 0,0-1 0 0 0,1 1 0 0 0,-1 0 0 0 0,0 0 0 0 0,-1 0-1 0 0,1 1 1 0 0,-1-1 0 0 0,1 0 0 0 0,-1 0 0 0 0,0 1-1 0 0,0-1 1 0 0,0 1 0 0 0,-1-1 0 0 0,1 1 0 0 0,-1 4-1 0 0,0-3 9 0 0,-1 0 0 0 0,0 1-1 0 0,0-1 1 0 0,0 0 0 0 0,-1 0-1 0 0,1 0 1 0 0,-1 0 0 0 0,-1 0-1 0 0,1 0 1 0 0,-1 0 0 0 0,-3 4-1 0 0,-3 3 38 0 0,0 0 0 0 0,-1-1 0 0 0,-1 0-1 0 0,0 0 1 0 0,-1-1 0 0 0,0-1 0 0 0,-22 14-1 0 0,21-16 31 0 0,-1 0 0 0 0,-23 9-1 0 0,33-15-59 0 0,1 0 1 0 0,0 1-1 0 0,-1-1 0 0 0,1-1 0 0 0,-1 1 1 0 0,1 0-1 0 0,-1-1 0 0 0,0 0 0 0 0,1 0 0 0 0,-1 0 1 0 0,1 0-1 0 0,-1-1 0 0 0,1 1 0 0 0,-1-1 0 0 0,1 0 1 0 0,-1 0-1 0 0,-5-3 0 0 0,8 3-54 0 0,-1 0-1 0 0,1 0 1 0 0,0-1-1 0 0,-1 1 1 0 0,1 0-1 0 0,0-1 1 0 0,0 0 0 0 0,0 1-1 0 0,0-1 1 0 0,1 1-1 0 0,-1-1 1 0 0,0 0-1 0 0,1 0 1 0 0,-1 1 0 0 0,1-1-1 0 0,-1 0 1 0 0,1 0-1 0 0,0 0 1 0 0,0-2-1 0 0,0-1-488 0 0,0-1 0 0 0,0 1 0 0 0,1-1 0 0 0,0 1-1 0 0,2-8 1 0 0,6-10-1345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36.3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128 15 432 0 0,'-8'3'347'0'0,"0"0"-1"0"0,0 1 1 0 0,0 0-1 0 0,1 1 1 0 0,-1 0 0 0 0,1 0-1 0 0,1 0 1 0 0,-1 1-1 0 0,1 0 1 0 0,0 0 0 0 0,0 1-1 0 0,0-1 1 0 0,1 2-1 0 0,0-1 1 0 0,-6 13 0 0 0,9-16-261 0 0,0 0 0 0 0,0 0 0 0 0,0 0 0 0 0,0 1 0 0 0,1-1 1 0 0,0 0-1 0 0,0 1 0 0 0,0-1 0 0 0,0 1 0 0 0,1-1 0 0 0,0 1 1 0 0,0 0-1 0 0,0-1 0 0 0,0 1 0 0 0,1-1 0 0 0,0 1 0 0 0,0-1 1 0 0,0 1-1 0 0,0-1 0 0 0,1 0 0 0 0,-1 1 0 0 0,1-1 0 0 0,0 0 1 0 0,1 0-1 0 0,-1 0 0 0 0,1-1 0 0 0,0 1 0 0 0,-1 0 0 0 0,2-1 0 0 0,-1 0 1 0 0,4 4-1 0 0,0-3-25 0 0,-1 0 1 0 0,1 0-1 0 0,-1 0 1 0 0,1-1-1 0 0,0 0 1 0 0,0-1-1 0 0,0 0 1 0 0,1 0-1 0 0,-1 0 1 0 0,1-1-1 0 0,-1 0 1 0 0,1 0-1 0 0,-1-1 1 0 0,1 0-1 0 0,-1 0 1 0 0,16-3-1 0 0,-15 2-35 0 0,0-1-1 0 0,-1 0 1 0 0,1 0 0 0 0,0-1-1 0 0,-1 0 1 0 0,1 0 0 0 0,-1-1-1 0 0,0 0 1 0 0,0 0 0 0 0,-1-1 0 0 0,1 0-1 0 0,-1 0 1 0 0,0 0 0 0 0,0-1-1 0 0,8-11 1 0 0,-12 14-37 0 0,0 0 1 0 0,0-1-1 0 0,0 1 0 0 0,0-1 1 0 0,-1 1-1 0 0,0-1 1 0 0,0 0-1 0 0,0 0 0 0 0,0 0 1 0 0,-1 1-1 0 0,1-1 0 0 0,-1 0 1 0 0,0 0-1 0 0,0 0 0 0 0,0 0 1 0 0,-1 0-1 0 0,1 0 1 0 0,-1 1-1 0 0,0-1 0 0 0,0 0 1 0 0,0 0-1 0 0,-1 1 0 0 0,1-1 1 0 0,-1 1-1 0 0,0-1 0 0 0,0 1 1 0 0,0 0-1 0 0,-5-6 1 0 0,0 0-114 0 0,-1 1 1 0 0,0 0 0 0 0,0 1 0 0 0,0-1-1 0 0,-1 2 1 0 0,0-1 0 0 0,0 1 0 0 0,-20-9-1 0 0,18 10-126 0 0,-1 0-1 0 0,0 1 1 0 0,0 1-1 0 0,-1 0 1 0 0,-20-3 0 0 0,-6 8-3511 0 0,30 0 1783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40.1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11 184 0 0,'0'0'524'0'0,"0"0"-15"0"0,0 0-5 0 0,0 0-19 0 0,0 0-37 0 0,3 0-36 0 0,9-1 77 0 0,23-2 1204 0 0,57 4-1 0 0,-40-5-1295 0 0,-44 3-604 0 0,0 0 0 0 0,-1 0 0 0 0,1 0-1 0 0,0 1 1 0 0,0 1 0 0 0,10 0 0 0 0,-18 0 47 0 0,1-1 1 0 0,0 0 0 0 0,0 0 0 0 0,-1 0 0 0 0,1 1 0 0 0,0-1 0 0 0,-1 0-1 0 0,1 1 1 0 0,0-1 0 0 0,-1 1 0 0 0,1-1 0 0 0,-1 0 0 0 0,1 1-1 0 0,0 0 1 0 0,-1-1 0 0 0,1 1 0 0 0,-1-1 0 0 0,0 1 0 0 0,1 1 0 0 0,0 3-1365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40.5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0 148 0 0,'0'0'641'0'0,"0"0"-6"0"0,0 0-33 0 0,0 0-23 0 0,0 0-36 0 0,0 0-33 0 0,0 0-38 0 0,0 0-37 0 0,0 5-38 0 0,-1 78 869 0 0,22 164-1 0 0,-19-239-1973 0 0,0 1 0 0 0,1-1-1 0 0,-1 0 1 0 0,2 1 0 0 0,5 10 0 0 0,-7-12-1120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41.3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80 460 0 0,'20'-18'3434'0'0,"153"3"-507"0"0,-81-6-2468 0 0,-62 14-642 0 0,-1 0-1 0 0,49-4 0 0 0,-75 11-24 0 0,-1 0-1 0 0,0 0 1 0 0,0 0-1 0 0,0 0 1 0 0,0 0-1 0 0,0 0 1 0 0,0 1-1 0 0,0-1 0 0 0,1 1 1 0 0,-1 0-1 0 0,0-1 1 0 0,-1 1-1 0 0,1 0 1 0 0,0 0-1 0 0,0 0 1 0 0,0 1-1 0 0,2 1 1 0 0,1 3-1468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1:41.7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1 448 0 0,'3'13'572'0'0,"2"8"-32"0"0,3 10-40 0 0,-3 6-44 0 0,4 3-56 0 0,-2 4-36 0 0,4 13-28 0 0,-1-2-60 0 0,-4 2-100 0 0,0-2-80 0 0,2-15-196 0 0,-3 1-580 0 0,3-5-732 0 0,-3 0 324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37.2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200 149 140 0 0,'1'-1'239'0'0,"-1"-1"-1"0"0,0 0 1 0 0,0 1 0 0 0,0-1-1 0 0,0 0 1 0 0,0 0-1 0 0,0 1 1 0 0,0-1 0 0 0,-1 0-1 0 0,1 1 1 0 0,-1-1 0 0 0,1 1-1 0 0,-1-1 1 0 0,0 1 0 0 0,1-1-1 0 0,-1 1 1 0 0,-2-3-1 0 0,1 3-140 0 0,-1 0 0 0 0,0 0 0 0 0,0 0 0 0 0,1 1 0 0 0,-1-1 0 0 0,0 1 0 0 0,0-1-1 0 0,0 1 1 0 0,0 0 0 0 0,1 0 0 0 0,-4 1 0 0 0,-2-1 38 0 0,1 0 0 0 0,-1 1 1 0 0,0 0-1 0 0,1 0 0 0 0,0 1 0 0 0,-1 0 1 0 0,1 0-1 0 0,0 1 0 0 0,0 0 1 0 0,0 0-1 0 0,1 1 0 0 0,-1-1 0 0 0,1 2 1 0 0,-8 5-1 0 0,10-7-63 0 0,0 1 0 0 0,1 0 1 0 0,-1 0-1 0 0,1 0 0 0 0,0 1 0 0 0,0-1 0 0 0,0 1 1 0 0,1-1-1 0 0,-1 1 0 0 0,1 0 0 0 0,0 0 1 0 0,1 0-1 0 0,-1 1 0 0 0,1-1 0 0 0,0 0 0 0 0,0 0 1 0 0,1 1-1 0 0,0-1 0 0 0,0 0 0 0 0,0 1 1 0 0,1 5-1 0 0,2 3 17 0 0,0-1-1 0 0,1 0 1 0 0,0-1 0 0 0,1 1-1 0 0,0-1 1 0 0,1 0 0 0 0,0 0-1 0 0,1 0 1 0 0,1-1 0 0 0,0 0 0 0 0,0-1-1 0 0,1 1 1 0 0,0-2 0 0 0,1 1-1 0 0,12 8 1 0 0,-13-11-19 0 0,0-1-1 0 0,0 0 1 0 0,0 0 0 0 0,1-1-1 0 0,0 0 1 0 0,0-1-1 0 0,1 0 1 0 0,-1 0 0 0 0,1-1-1 0 0,15 2 1 0 0,-18-4-26 0 0,0-1 1 0 0,0 0-1 0 0,-1 0 0 0 0,1-1 1 0 0,0 1-1 0 0,-1-2 0 0 0,1 1 1 0 0,0-1-1 0 0,11-5 0 0 0,-5 1-35 0 0,-1-2 0 0 0,0 0 0 0 0,0 0-1 0 0,-1-1 1 0 0,0-1 0 0 0,0 0 0 0 0,-1 0 0 0 0,-1-1-1 0 0,0-1 1 0 0,0 1 0 0 0,-1-2 0 0 0,0 1-1 0 0,-2-1 1 0 0,1-1 0 0 0,-1 0 0 0 0,-1 1-1 0 0,7-26 1 0 0,-10 29-37 0 0,0-1 0 0 0,-1 1-1 0 0,0-1 1 0 0,-1 0 0 0 0,-1 1-1 0 0,1-1 1 0 0,-2 0 0 0 0,1 1 0 0 0,-1-1-1 0 0,-1 0 1 0 0,-4-14 0 0 0,3 17 11 0 0,0 1 0 0 0,0-1 0 0 0,-1 0 0 0 0,0 1 0 0 0,-1 0 0 0 0,0 0 0 0 0,0 0 0 0 0,0 0 0 0 0,-1 1 0 0 0,0 0 0 0 0,0 0 0 0 0,0 0 0 0 0,-1 1 0 0 0,0 0 0 0 0,-12-7 0 0 0,12 9 10 0 0,0-1 0 0 0,0 1-1 0 0,0 0 1 0 0,0 0 0 0 0,0 1 0 0 0,-1 0-1 0 0,1 0 1 0 0,-1 1 0 0 0,1 0-1 0 0,-1 0 1 0 0,0 1 0 0 0,1 0 0 0 0,-1 0-1 0 0,0 1 1 0 0,1 0 0 0 0,-1 0 0 0 0,1 1-1 0 0,-1 0 1 0 0,1 0 0 0 0,0 1 0 0 0,-9 4-1 0 0,4 0-32 0 0,2 0 0 0 0,-1 0 0 0 0,1 1 0 0 0,0 0 1 0 0,0 1-1 0 0,1 0 0 0 0,0 0 0 0 0,1 1 0 0 0,0 0 0 0 0,1 1 0 0 0,-12 21 0 0 0,18-31-13 0 0,-22 50-611 0 0,22-48 322 0 0,0 0-1 0 0,0 0 1 0 0,0 0-1 0 0,0 1 1 0 0,1-1-1 0 0,-1 0 1 0 0,1 0-1 0 0,0 0 1 0 0,0 1-1 0 0,0-1 1 0 0,1 0-1 0 0,-1 0 1 0 0,1 0-1 0 0,0 0 1 0 0,1 4-1 0 0,7 7-2325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41.6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471 281 176 0 0,'4'-18'653'0'0,"2"-10"911"0"0,5-56 0 0 0,-11 77-1344 0 0,0 0 1 0 0,0 1-1 0 0,0-1 0 0 0,-1 0 1 0 0,0 0-1 0 0,0 0 1 0 0,-1 0-1 0 0,0 1 1 0 0,0-1-1 0 0,0 1 0 0 0,-1-1 1 0 0,0 1-1 0 0,-7-10 1 0 0,6 12-96 0 0,0-1 1 0 0,-1 1-1 0 0,1 0 1 0 0,-1 1-1 0 0,0-1 1 0 0,0 1-1 0 0,0 0 1 0 0,-1 0-1 0 0,1 0 1 0 0,-1 1-1 0 0,1 0 1 0 0,-1 0-1 0 0,0 0 1 0 0,0 1-1 0 0,0 0 1 0 0,0 0-1 0 0,0 1 1 0 0,0-1-1 0 0,0 1 1 0 0,-12 2-1 0 0,1 0 2 0 0,-1 0 0 0 0,2 2 0 0 0,-1 0 0 0 0,0 1 0 0 0,1 0 0 0 0,-18 10 0 0 0,21-8-73 0 0,0 0 1 0 0,0 2-1 0 0,1-1 1 0 0,1 2-1 0 0,-1 0 1 0 0,1 0-1 0 0,1 1 1 0 0,0 0-1 0 0,1 1 1 0 0,0 0-1 0 0,-13 23 1 0 0,13-18 7 0 0,0-1 0 0 0,1 2 0 0 0,1-1 0 0 0,1 1 0 0 0,1 0 0 0 0,0 0 0 0 0,1 0 0 0 0,-2 37 0 0 0,6-44-39 0 0,1-1 1 0 0,0 0-1 0 0,0 1 0 0 0,1-1 1 0 0,0 0-1 0 0,1 0 0 0 0,0 0 0 0 0,1-1 1 0 0,0 1-1 0 0,0-1 0 0 0,1 0 1 0 0,0 0-1 0 0,1 0 0 0 0,0-1 0 0 0,1 0 1 0 0,-1 0-1 0 0,1 0 0 0 0,1-1 1 0 0,-1 0-1 0 0,14 9 0 0 0,13 7-36 0 0,2-1 0 0 0,0-2 0 0 0,68 27 0 0 0,-74-34-38 0 0,-15-6 22 0 0,6 1-57 0 0,0 1 0 0 0,-2 1 0 0 0,1 1 0 0 0,-1 1-1 0 0,21 16 1 0 0,-36-25 70 0 0,0 1 1 0 0,-1 0-1 0 0,1 0 0 0 0,-1 0 0 0 0,0 0 1 0 0,1 0-1 0 0,-2 1 0 0 0,1-1 0 0 0,-1 1 1 0 0,1 0-1 0 0,-1-1 0 0 0,-1 1 0 0 0,1 0 1 0 0,-1 1-1 0 0,1-1 0 0 0,-2 0 1 0 0,1 0-1 0 0,0 0 0 0 0,-1 1 0 0 0,0-1 1 0 0,0 0-1 0 0,-1 0 0 0 0,0 1 0 0 0,1-1 1 0 0,-2 0-1 0 0,1 0 0 0 0,-4 8 0 0 0,-1 2 40 0 0,-1-2-1 0 0,0 1 1 0 0,-1-1-1 0 0,-1-1 1 0 0,0 1-1 0 0,0-1 1 0 0,-2-1-1 0 0,1 0 1 0 0,-1 0-1 0 0,-1-1 1 0 0,0-1-1 0 0,0 1 0 0 0,-1-2 1 0 0,-14 8-1 0 0,7-6 10 0 0,1 0 0 0 0,-1-2 0 0 0,-1 0 0 0 0,1-1 0 0 0,-1-1 0 0 0,0-1-1 0 0,-1 0 1 0 0,1-2 0 0 0,-32 1 0 0 0,46-4-45 0 0,0-1 0 0 0,0 1 0 0 0,0-1 1 0 0,1 0-1 0 0,-1-1 0 0 0,0 1 0 0 0,0-1 0 0 0,-11-5 0 0 0,16 5-36 0 0,-1 1-1 0 0,1-1 1 0 0,0 1-1 0 0,0-1 1 0 0,-1 0-1 0 0,1 0 1 0 0,0 0 0 0 0,0 0-1 0 0,1 0 1 0 0,-1 0-1 0 0,0 0 1 0 0,1-1-1 0 0,-1 1 1 0 0,1-1-1 0 0,0 1 1 0 0,0-1 0 0 0,0 1-1 0 0,0-1 1 0 0,0 0-1 0 0,0 1 1 0 0,1-1-1 0 0,-1 0 1 0 0,1 0-1 0 0,0-4 1 0 0,0 1-282 0 0,1-1 1 0 0,0 1-1 0 0,0 0 1 0 0,1-1-1 0 0,-1 1 1 0 0,1 0-1 0 0,1 0 0 0 0,-1 0 1 0 0,1 0-1 0 0,0 1 1 0 0,0-1-1 0 0,1 1 1 0 0,-1 0-1 0 0,1 0 0 0 0,0 0 1 0 0,1 0-1 0 0,-1 1 1 0 0,10-8-1 0 0,13-7-2077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42.3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116 208 512 0 0,'0'0'695'0'0,"0"-7"111"0"0,0 5-334 0 0,-1 5 2349 0 0,-12 60-1345 0 0,-9 35 130 0 0,-36 181 583 0 0,51-244-2031 0 0,0-2 7 0 0,3-11-42 0 0,1 0 14 0 0,3-8-37 0 0,0-13-68 0 0,0-1-7 0 0,0 0-22 0 0,2-6-27 0 0,85-253-810 0 0,-62 175 522 0 0,12-41-317 0 0,42-117-831 0 0,-77 235 1395 0 0,1 1 0 0 0,0 0 0 0 0,0 0 0 0 0,0 0 0 0 0,6-7 0 0 0,-8 13 55 0 0,-1-1 1 0 0,1 0-1 0 0,0 1 1 0 0,-1-1-1 0 0,1 0 1 0 0,0 1-1 0 0,0-1 1 0 0,-1 1-1 0 0,1-1 1 0 0,0 1-1 0 0,0-1 1 0 0,0 1-1 0 0,0 0 1 0 0,0-1-1 0 0,0 1 1 0 0,-1 0-1 0 0,1 0 1 0 0,0 0-1 0 0,1 0 1 0 0,0 0 6 0 0,-1 0 0 0 0,0 1 0 0 0,0-1 0 0 0,0 1 0 0 0,1-1-1 0 0,-1 1 1 0 0,0 0 0 0 0,0-1 0 0 0,0 1 0 0 0,0 0 0 0 0,0 0 0 0 0,0 0 0 0 0,0-1 0 0 0,-1 1 0 0 0,1 0 0 0 0,0 0 0 0 0,0 1 0 0 0,0 1 0 0 0,12 20 37 0 0,-2 1 1 0 0,-1 1-1 0 0,-1 0 1 0 0,-1 0 0 0 0,-1 0-1 0 0,4 35 1 0 0,1-3 36 0 0,5 21 27 0 0,28 110 348 0 0,-30-139-280 0 0,-9-27-16 0 0,0 0 0 0 0,2-1 0 0 0,0 0 0 0 0,1 0 0 0 0,17 27 0 0 0,-25-47-228 0 0,-1-1-91 0 0,2-22-455 0 0,-3 16 324 0 0,1 0-1 0 0,-1 0 0 0 0,0 1 0 0 0,0-1 0 0 0,-1 0 0 0 0,1 1 0 0 0,-1-1 0 0 0,-1 1 0 0 0,1 0 0 0 0,-5-7 0 0 0,-1-4-1189 0 0,-1-9-581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42.6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40 76 0 0,'-6'-3'764'0'0,"6"3"-52"0"0,0 0-36 0 0,0 0-64 0 0,0 0-36 0 0,25-10-52 0 0,-10 6-40 0 0,2 4-56 0 0,5-2-64 0 0,5 0-51 0 0,8 2-105 0 0,-3-5-152 0 0,0 3-172 0 0,12-2-293 0 0,-14 2-471 0 0,15-4-952 0 0,-11 6 420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55.3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322 1 240 0 0,'0'0'593'0'0,"0"0"-49"0"0,0 0-40 0 0,0 0-27 0 0,0 0-33 0 0,0 0-19 0 0,0 0-19 0 0,13 21 1460 0 0,-9-15-1643 0 0,0 0 0 0 0,0 1 0 0 0,-1 0 0 0 0,0-1 0 0 0,0 1 0 0 0,-1 0 0 0 0,0 1 0 0 0,0-1 1 0 0,0 0-1 0 0,-1 0 0 0 0,0 9 0 0 0,1 14 277 0 0,-4 42 1 0 0,1-44-242 0 0,-12 122 677 0 0,-1 32 128 0 0,28 89-57 0 0,-4-142-736 0 0,-8 112 54 0 0,-1-150-164 0 0,-20 145 1 0 0,14-184-101 0 0,-19 89 129 0 0,6-40-60 0 0,-21 276 342 0 0,38-237-306 0 0,21 164 0 0 0,-18-285-158 0 0,15 350 53 0 0,-20-244 5 0 0,-23 162-1 0 0,17-215-6 0 0,7-53-41 0 0,-5 40-61 0 0,1 83 1 0 0,1-56-103 0 0,1-11 24 0 0,2-44 66 0 0,-1 1 0 0 0,-8 32 0 0 0,5-28-24 0 0,-4 48 1 0 0,-9 96 233 0 0,0-12 48 0 0,2 94-135 0 0,-14 11-90 0 0,0-92 138 0 0,22-120-96 0 0,-2 101 1 0 0,10-148-40 0 0,-2 184-371 0 0,3-61 150 0 0,-2-74 7 0 0,-18 111 0 0 0,15-135 206 0 0,2 0-1 0 0,1 1 0 0 0,2-1 0 0 0,5 41 1 0 0,20 469 36 0 0,-27-427 82 0 0,2 88 117 0 0,0-168-184 0 0,-3 0-1 0 0,-9 55 0 0 0,12-96-22 0 0,-21 84-34 0 0,8-41-174 0 0,9-22-79 0 0,1 0 0 0 0,1 0 0 0 0,1 44 0 0 0,1-38-141 0 0,1-21-149 0 0,2 13 421 0 0,-5-13-6633 0 0,2-7 4252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50.9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363 138 188 0 0,'14'-29'1096'0'0,"7"-19"760"0"0,-20 44-1686 0 0,0 1 1 0 0,0 0-1 0 0,0 0 0 0 0,-1-1 0 0 0,1 1 1 0 0,-1 0-1 0 0,0 0 0 0 0,0-1 0 0 0,-1 1 1 0 0,1 0-1 0 0,0-1 0 0 0,-1 1 1 0 0,-1-4-1 0 0,1 6-121 0 0,1 0 1 0 0,-1 0-1 0 0,0 1 0 0 0,0-1 1 0 0,1 0-1 0 0,-1 1 1 0 0,0-1-1 0 0,0 0 0 0 0,0 1 1 0 0,0-1-1 0 0,0 1 1 0 0,0-1-1 0 0,0 1 0 0 0,0 0 1 0 0,0-1-1 0 0,0 1 0 0 0,0 0 1 0 0,0 0-1 0 0,0 0 1 0 0,0-1-1 0 0,-1 1 0 0 0,1 0 1 0 0,0 1-1 0 0,-2-1 1 0 0,-27 5 526 0 0,10 2-397 0 0,0 1 0 0 0,0 1 0 0 0,1 1 0 0 0,0 0 1 0 0,1 2-1 0 0,0 0 0 0 0,1 1 0 0 0,1 1 0 0 0,0 0 0 0 0,0 1 1 0 0,2 1-1 0 0,0 0 0 0 0,1 1 0 0 0,-20 33 0 0 0,22-31-17 0 0,1 1 0 0 0,1 1-1 0 0,1-1 1 0 0,1 1-1 0 0,1 1 1 0 0,1-1 0 0 0,0 1-1 0 0,-2 35 1 0 0,6-27 51 0 0,1 1-1 0 0,1-1 0 0 0,1 1 1 0 0,2-1-1 0 0,13 50 1 0 0,-13-65-126 0 0,1 0-1 0 0,1 0 1 0 0,0 0 0 0 0,1-1-1 0 0,0 0 1 0 0,17 23 0 0 0,-18-30-52 0 0,-1 0 1 0 0,1 0-1 0 0,0-1 0 0 0,1 0 1 0 0,-1 0-1 0 0,1 0 1 0 0,1-1-1 0 0,-1 0 0 0 0,1 0 1 0 0,-1-1-1 0 0,1 0 1 0 0,1-1-1 0 0,13 5 1 0 0,-10-5-46 0 0,0-1 1 0 0,1 0-1 0 0,-1-1 1 0 0,1 0-1 0 0,-1-1 1 0 0,1-1-1 0 0,-1 0 1 0 0,1 0-1 0 0,-1-1 1 0 0,1-1-1 0 0,-1 0 1 0 0,0 0 0 0 0,12-7-1 0 0,-9 3-70 0 0,0-1 0 0 0,0 0 0 0 0,-1-2-1 0 0,0 1 1 0 0,0-2 0 0 0,-1 0 0 0 0,-1 0 0 0 0,0-2 0 0 0,11-13-1 0 0,-9 9-65 0 0,-1-1 0 0 0,-1 0 0 0 0,-1-1 0 0 0,0-1 0 0 0,-1 0 0 0 0,-2 0-1 0 0,0-1 1 0 0,-1 0 0 0 0,-1 0 0 0 0,-1-1 0 0 0,0 0 0 0 0,-2 0 0 0 0,-1 0 0 0 0,-1 0-1 0 0,-1-26 1 0 0,-2 26 24 0 0,-1 0-1 0 0,-2 0 1 0 0,0 0-1 0 0,-1 1 1 0 0,-1 0-1 0 0,-1 0 1 0 0,0 1-1 0 0,-2-1 1 0 0,0 2-1 0 0,-26-36 1 0 0,30 47 93 0 0,-1 1 1 0 0,1-1-1 0 0,-2 1 0 0 0,1 0 1 0 0,-1 1-1 0 0,0 0 1 0 0,0 0-1 0 0,-1 1 0 0 0,1 0 1 0 0,-1 0-1 0 0,-15-5 0 0 0,12 8-558 0 0,13 7-1479 0 0,14 7-452 0 0,2-3 426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52.1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52 312 0 0,'2'-8'237'0'0,"6"-14"2726"0"0,-2 21-1553 0 0,2 11-1078 0 0,-4-1-151 0 0,-2-1-1 0 0,1 2 0 0 0,-1-1 0 0 0,0 0 1 0 0,-1 0-1 0 0,0 1 0 0 0,0-1 0 0 0,-1 0 1 0 0,-2 13-1 0 0,2 10 205 0 0,3 84 625 0 0,9 183 1365 0 0,-10-267-2064 0 0,-1-1 0 0 0,-1 1 0 0 0,-7 48 0 0 0,2-89-820 0 0,1-1 0 0 0,0 0 0 0 0,0 0 0 0 0,-2-12 0 0 0,-5-33-208 0 0,3 0-1 0 0,2-1 0 0 0,3 1 1 0 0,2-1-1 0 0,7-64 0 0 0,1 70 730 0 0,2 0-1 0 0,29-87 0 0 0,-35 125 456 0 0,-4 11-413 0 0,1 0 1 0 0,0 0-1 0 0,0 0 0 0 0,1 0 0 0 0,-1 0 0 0 0,0 0 1 0 0,0 0-1 0 0,0 0 0 0 0,1 0 0 0 0,-1 0 0 0 0,1 0 1 0 0,-1 0-1 0 0,0 0 0 0 0,1 0 0 0 0,0 0 1 0 0,-1 0-1 0 0,1 0 0 0 0,0 1 0 0 0,-1-1 0 0 0,1 0 1 0 0,0 0-1 0 0,0 1 0 0 0,-1-1 0 0 0,1 0 0 0 0,0 1 1 0 0,0-1-1 0 0,0 1 0 0 0,0-1 0 0 0,0 1 0 0 0,0 0 1 0 0,0-1-1 0 0,0 1 0 0 0,0 0 0 0 0,0 0 0 0 0,0 0 1 0 0,0 0-1 0 0,0-1 0 0 0,0 1 0 0 0,2 1 0 0 0,37-3 252 0 0,49-9 1 0 0,-57 6-430 0 0,1 2 0 0 0,0 0 0 0 0,45 4 1 0 0,-74-1 54 0 0,4 0-112 0 0,0 1 0 0 0,-1 0 0 0 0,1 0 0 0 0,-1 1 0 0 0,1 0 0 0 0,-1 0 0 0 0,0 0 0 0 0,11 6 0 0 0,-17-7-38 0 0,0 0 1 0 0,0 0 0 0 0,-1 0 0 0 0,1 0 0 0 0,0 0 0 0 0,0 0 0 0 0,-1 0 0 0 0,1 0 0 0 0,-1 0 0 0 0,1 1-1 0 0,-1-1 1 0 0,1 0 0 0 0,-1 0 0 0 0,0 0 0 0 0,1 2 0 0 0,-3 3-1388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52.5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 19 296 0 0,'-22'16'3092'0'0,"22"-16"-3058"0"0,0 0 0 0 0,0 0 0 0 0,0 0 0 0 0,-1 1 0 0 0,1-1 0 0 0,0 0 0 0 0,0 0 0 0 0,0 0 0 0 0,0 0 1 0 0,0 0-1 0 0,0 0 0 0 0,0 0 0 0 0,0 1 0 0 0,0-1 0 0 0,0 0 0 0 0,-1 0 0 0 0,1 0 0 0 0,0 0 0 0 0,0 0 0 0 0,0 1 0 0 0,0-1 0 0 0,0 0 0 0 0,0 0 0 0 0,0 0 0 0 0,0 0 1 0 0,0 0-1 0 0,0 1 0 0 0,0-1 0 0 0,0 0 0 0 0,0 0 0 0 0,0 0 0 0 0,0 0 0 0 0,0 0 0 0 0,1 1 0 0 0,-1-1 0 0 0,0 0 0 0 0,0 0 0 0 0,0 0 0 0 0,0 0 0 0 0,0 0 0 0 0,0 0 1 0 0,0 0-1 0 0,0 1 0 0 0,0-1 0 0 0,1 0 0 0 0,-1 0 0 0 0,0 0 0 0 0,0 0 0 0 0,18-2 428 0 0,139-30-579 0 0,-128 28-1367 0 0,53 1 0 0 0,-52 5 114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43.7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439 31 184 0 0,'-2'-2'283'0'0,"0"0"-1"0"0,0-1 1 0 0,0 1-1 0 0,0 0 1 0 0,0 0 0 0 0,0 0-1 0 0,0 0 1 0 0,-1 1-1 0 0,1-1 1 0 0,-1 1-1 0 0,0-1 1 0 0,1 1 0 0 0,-1 0-1 0 0,-5-2 1 0 0,0 2-24 0 0,1 0 0 0 0,-1 1 0 0 0,0 0 0 0 0,1 0 0 0 0,-9 1 0 0 0,-17 3 193 0 0,0 0 0 0 0,0 2 0 0 0,0 1 0 0 0,1 2 1 0 0,0 1-1 0 0,-59 29 0 0 0,86-37-411 0 0,1 1 0 0 0,-1-1 0 0 0,1 1 0 0 0,0 1 0 0 0,0-1 0 0 0,1 1 0 0 0,-1-1 0 0 0,1 1 0 0 0,-1 0 0 0 0,1 0 0 0 0,0 0 0 0 0,-3 8-1 0 0,5-9-29 0 0,0-1 0 0 0,0 1 0 0 0,0 0 0 0 0,1 0-1 0 0,-1-1 1 0 0,1 1 0 0 0,0 0 0 0 0,0 0-1 0 0,0 0 1 0 0,0 0 0 0 0,0-1 0 0 0,1 1-1 0 0,-1 0 1 0 0,1 0 0 0 0,0 0 0 0 0,-1-1-1 0 0,2 1 1 0 0,-1 0 0 0 0,0-1 0 0 0,0 1 0 0 0,1-1-1 0 0,-1 0 1 0 0,1 1 0 0 0,2 2 0 0 0,16 16 9 0 0,1-1 0 0 0,1-1 1 0 0,1 0-1 0 0,0-2 1 0 0,44 25-1 0 0,19 13-82 0 0,-55-33 44 0 0,-10-8-11 0 0,0 1-1 0 0,0 0 1 0 0,-2 2-1 0 0,19 20 1 0 0,-34-33 29 0 0,0 0 0 0 0,0 1 0 0 0,-1-1 1 0 0,0 1-1 0 0,0 0 0 0 0,0 0 0 0 0,-1 0 0 0 0,0 0 1 0 0,0 0-1 0 0,0 0 0 0 0,0 1 0 0 0,-1-1 0 0 0,0 1 1 0 0,0-1-1 0 0,0 1 0 0 0,-1-1 0 0 0,0 1 0 0 0,0 0 0 0 0,0-1 1 0 0,-1 1-1 0 0,0-1 0 0 0,0 1 0 0 0,0-1 0 0 0,-3 8 1 0 0,-1-2 26 0 0,0-1 0 0 0,0 0 1 0 0,-1-1-1 0 0,-1 1 0 0 0,0-1 1 0 0,0 0-1 0 0,0-1 1 0 0,-1 0-1 0 0,-1 0 0 0 0,1-1 1 0 0,-1 0-1 0 0,0 0 0 0 0,-13 6 1 0 0,8-5-34 0 0,0-1 1 0 0,-1 0-1 0 0,0-1 0 0 0,0-1 1 0 0,-1 0-1 0 0,0-2 1 0 0,0 1-1 0 0,-26 1 0 0 0,33-5-77 0 0,0 0-1 0 0,0 0 0 0 0,0-1 0 0 0,0 0 1 0 0,1-1-1 0 0,-1 0 0 0 0,0 0 1 0 0,1-1-1 0 0,-1 0 0 0 0,-11-6 1 0 0,15 6-235 0 0,0 0 1 0 0,0 0-1 0 0,0 0 1 0 0,1-1-1 0 0,0 1 1 0 0,-1-1-1 0 0,1 0 1 0 0,1-1 0 0 0,-1 1-1 0 0,1-1 1 0 0,-1 0-1 0 0,1 1 1 0 0,0-1-1 0 0,1-1 1 0 0,0 1-1 0 0,-4-11 1 0 0,1-12-1858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44.8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90 472 0 0,'0'0'676'0'0,"0"0"-544"0"0,0-1-1 0 0,0 1 0 0 0,1-1 1 0 0,-1 1-1 0 0,0-1 1 0 0,0 1-1 0 0,1 0 0 0 0,-1-1 1 0 0,0 1-1 0 0,1 0 1 0 0,-1-1-1 0 0,1 1 1 0 0,-1 0-1 0 0,0-1 0 0 0,1 1 1 0 0,-1 0-1 0 0,1-1 1 0 0,-1 1-1 0 0,1 0 0 0 0,-1 0 1 0 0,1 0-1 0 0,-1 0 1 0 0,1-1-1 0 0,-1 1 1 0 0,1 0-1 0 0,0 0 0 0 0,2 2-20 0 0,0 1 0 0 0,0-1-1 0 0,0 1 1 0 0,-1-1-1 0 0,1 1 1 0 0,-1 0-1 0 0,0 0 1 0 0,0 0 0 0 0,0 0-1 0 0,3 6 1 0 0,17 42 637 0 0,-8-16-418 0 0,-6-15-165 0 0,-2 0 0 0 0,0 1 0 0 0,-1 0 1 0 0,3 25-1 0 0,-1-4 35 0 0,-1 3-91 0 0,-1-1 0 0 0,-1 53 0 0 0,-4-96-270 0 0,0-1-73 0 0,0 0-60 0 0,0 0-27 0 0,0-7-46 0 0,-1-317-3355 0 0,-1 296 3832 0 0,-1-1 1 0 0,-1 0-1 0 0,-1 1 1 0 0,-13-41-1 0 0,17 68-24 0 0,0 0 0 0 0,1 0 0 0 0,-1-1 0 0 0,1 1 0 0 0,-1-1 0 0 0,1 1 0 0 0,0 0 0 0 0,0-1 0 0 0,-1 1 0 0 0,1-1 0 0 0,0 1 1 0 0,0-1-1 0 0,1 1 0 0 0,-1 0 0 0 0,0-1 0 0 0,0 1 0 0 0,1-1 0 0 0,-1 1 0 0 0,1 0 0 0 0,-1-1 0 0 0,2-1 0 0 0,0 1 23 0 0,1 1 1 0 0,-1 0-1 0 0,1 0 1 0 0,0 0-1 0 0,-1 0 1 0 0,1 1-1 0 0,0-1 0 0 0,-1 1 1 0 0,1 0-1 0 0,5-1 1 0 0,-3 1-148 0 0,23-3 178 0 0,-1 1 0 0 0,1 2 0 0 0,-1 1 0 0 0,1 1 0 0 0,-1 1 0 0 0,0 1-1 0 0,35 11 1 0 0,-60-15-137 0 0,0 1-1 0 0,1 0 0 0 0,-1-1 1 0 0,1 1-1 0 0,-1 0 0 0 0,0 1 1 0 0,0-1-1 0 0,0 0 1 0 0,0 1-1 0 0,0-1 0 0 0,0 1 1 0 0,0-1-1 0 0,0 1 0 0 0,0 0 1 0 0,-1 0-1 0 0,1 0 0 0 0,-1 0 1 0 0,1 0-1 0 0,-1 0 0 0 0,0 1 1 0 0,0-1-1 0 0,0 0 0 0 0,0 1 1 0 0,0-1-1 0 0,-1 0 0 0 0,1 1 1 0 0,-1-1-1 0 0,1 1 0 0 0,-1-1 1 0 0,0 1-1 0 0,0-1 1 0 0,0 1-1 0 0,0-1 0 0 0,-1 1 1 0 0,1-1-1 0 0,0 1 0 0 0,-1-1 1 0 0,0 1-1 0 0,0-1 0 0 0,0 0 1 0 0,0 1-1 0 0,0-1 0 0 0,0 0 1 0 0,-1 0-1 0 0,1 0 0 0 0,0 0 1 0 0,-3 2-1 0 0,-14 13 80 0 0,-2-1-1 0 0,0-1 1 0 0,0-1-1 0 0,-2 0 1 0 0,1-2 0 0 0,-2-1-1 0 0,-41 16 1 0 0,64-27-81 0 0,-1 0 0 0 0,1 0 1 0 0,-1 0-1 0 0,1 0 0 0 0,-1 0 1 0 0,1 0-1 0 0,-1 0 0 0 0,1 1 1 0 0,-1-1-1 0 0,1 0 0 0 0,-1 0 1 0 0,1 1-1 0 0,-1-1 0 0 0,1 0 0 0 0,0 1 1 0 0,-1-1-1 0 0,1 0 0 0 0,0 1 1 0 0,-1-1-1 0 0,1 0 0 0 0,0 1 1 0 0,-1-1-1 0 0,1 1 0 0 0,0-1 1 0 0,0 1-1 0 0,0-1 0 0 0,-1 1 1 0 0,1-1-1 0 0,0 1 0 0 0,0-1 0 0 0,0 1 1 0 0,0 0-1 0 0,14 9-33 0 0,30 3-97 0 0,-41-12 117 0 0,65 11-261 0 0,-36-6 109 0 0,34 9 0 0 0,-57-12 139 0 0,1 0 0 0 0,-1 0 0 0 0,-1 1 0 0 0,1 1-1 0 0,0-1 1 0 0,-1 1 0 0 0,0 1 0 0 0,8 6-1 0 0,-15-10 31 0 0,1-1-1 0 0,-1 1 0 0 0,1-1 0 0 0,-1 1 0 0 0,1 0 1 0 0,-1 0-1 0 0,0 0 0 0 0,0-1 0 0 0,0 1 1 0 0,0 0-1 0 0,0 0 0 0 0,-1 0 0 0 0,1 1 0 0 0,0-1 1 0 0,-1 0-1 0 0,0 0 0 0 0,1 0 0 0 0,-1 5 0 0 0,-1-4 14 0 0,1 1 0 0 0,-1 0-1 0 0,0 0 1 0 0,0 0 0 0 0,0-1-1 0 0,-1 1 1 0 0,1 0 0 0 0,-1-1-1 0 0,0 0 1 0 0,-2 4-1 0 0,-3 3 53 0 0,-1 0 0 0 0,0-1 0 0 0,-1 0 0 0 0,0 0 0 0 0,-20 14 0 0 0,13-12 12 0 0,0 0 0 0 0,-1-1-1 0 0,-23 9 1 0 0,31-15-90 0 0,0-1 0 0 0,-1 0 1 0 0,1 0-1 0 0,0-1 0 0 0,-1 0 1 0 0,0-1-1 0 0,1 0 0 0 0,-19-1 1 0 0,26 0-137 0 0,0 0 1 0 0,-1 0 0 0 0,1-1-1 0 0,0 1 1 0 0,0-1-1 0 0,0 1 1 0 0,0-1 0 0 0,1 0-1 0 0,-1 0 1 0 0,0 0 0 0 0,0 0-1 0 0,0 0 1 0 0,0 0-1 0 0,1 0 1 0 0,-1 0 0 0 0,1-1-1 0 0,-1 1 1 0 0,1-1-1 0 0,-1 1 1 0 0,1-1 0 0 0,0 0-1 0 0,0 1 1 0 0,0-1 0 0 0,0 0-1 0 0,0 0 1 0 0,0 0-1 0 0,0 0 1 0 0,0 0 0 0 0,1 0-1 0 0,-1 0 1 0 0,1 0-1 0 0,-1-4 1 0 0,4-24-2112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47.8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583 169 140 0 0,'-16'-31'1899'0'0,"12"23"-1466"0"0,-1 1 0 0 0,-1 0-1 0 0,1-1 1 0 0,-1 2 0 0 0,-1-1 0 0 0,1 1 0 0 0,-1 0 0 0 0,-9-6 0 0 0,6 5 89 0 0,1-1 0 0 0,0-1 0 0 0,-15-16 0 0 0,24 24-422 0 0,0 1-12 0 0,-1-1-54 0 0,-2-3 102 0 0,-1 12-966 0 0,3-5 826 0 0,1-3 14 0 0,0 0 1 0 0,0 0 4 0 0,0 0 21 0 0,0 0 2 0 0,0 0-1 0 0,0 0 4 0 0,0 0-5 0 0,0 0 9 0 0,0 0 3 0 0,0 0 14 0 0,0-1-53 0 0,0 0 1 0 0,0 0-1 0 0,0 0 0 0 0,0 0 0 0 0,0 0 1 0 0,-1 0-1 0 0,1 0 0 0 0,0 0 0 0 0,-1 0 1 0 0,1 0-1 0 0,0 1 0 0 0,-1-1 0 0 0,1 0 1 0 0,-1 0-1 0 0,1 0 0 0 0,-1 1 0 0 0,0-1 1 0 0,1 0-1 0 0,-1 0 0 0 0,0 1 0 0 0,0-1 1 0 0,1 1-1 0 0,-1-1 0 0 0,-1 0 0 0 0,-1 0 8 0 0,0 0-1 0 0,1 0 0 0 0,-1 0 0 0 0,0 0 1 0 0,1 1-1 0 0,-1 0 0 0 0,0-1 0 0 0,-5 1 1 0 0,-3 1 26 0 0,0 0 0 0 0,0 1 1 0 0,-17 4-1 0 0,-20 7 66 0 0,12-4 28 0 0,-63 25-1 0 0,89-29-121 0 0,0 0 0 0 0,0 0 0 0 0,1 1 0 0 0,-1 0-1 0 0,1 0 1 0 0,1 1 0 0 0,-1 1 0 0 0,1-1 0 0 0,0 1-1 0 0,-10 15 1 0 0,12-14-9 0 0,0 1-1 0 0,0 0 0 0 0,1 0 1 0 0,0 1-1 0 0,1-1 0 0 0,0 1 1 0 0,1 0-1 0 0,0 0 1 0 0,1 0-1 0 0,0 1 0 0 0,1-1 1 0 0,0 20-1 0 0,1-24-3 0 0,1 1 1 0 0,0-1-1 0 0,0 0 0 0 0,1 0 0 0 0,0 0 1 0 0,0 0-1 0 0,0 0 0 0 0,1-1 0 0 0,0 1 1 0 0,1-1-1 0 0,-1 1 0 0 0,1-1 0 0 0,0 0 1 0 0,1 0-1 0 0,0-1 0 0 0,0 0 0 0 0,0 1 1 0 0,0-2-1 0 0,1 1 0 0 0,-1-1 0 0 0,9 5 1 0 0,2 0-9 0 0,0-1 0 0 0,1 0 0 0 0,0-1 0 0 0,0-1 0 0 0,24 5 0 0 0,92 11-124 0 0,-94-17 10 0 0,-1 1 0 0 0,62 18 1 0 0,-98-23 113 0 0,1-1 1 0 0,-1 1-1 0 0,1 0 1 0 0,-1 0 0 0 0,0 0-1 0 0,1 0 1 0 0,-1 0-1 0 0,0 1 1 0 0,0-1-1 0 0,0 1 1 0 0,0-1-1 0 0,0 1 1 0 0,0 0 0 0 0,-1 0-1 0 0,1 0 1 0 0,0 0-1 0 0,-1 0 1 0 0,0 0-1 0 0,1 0 1 0 0,-1 0-1 0 0,0 1 1 0 0,0-1-1 0 0,0 1 1 0 0,0-1 0 0 0,-1 0-1 0 0,2 5 1 0 0,-3-2 10 0 0,1 0 1 0 0,-1 0-1 0 0,0 0 1 0 0,0 0-1 0 0,0-1 1 0 0,0 1-1 0 0,-1 0 1 0 0,0-1-1 0 0,0 1 1 0 0,0-1-1 0 0,-1 0 1 0 0,1 0-1 0 0,-5 5 1 0 0,-9 11 68 0 0,-1 0 0 0 0,0-2 0 0 0,-2 0 0 0 0,0-1 0 0 0,-1-1 0 0 0,-43 27 0 0 0,33-25-4 0 0,-1-2 0 0 0,0-1 0 0 0,-1-2 0 0 0,-56 16 0 0 0,79-27-114 0 0,0 0 0 0 0,0-1 1 0 0,0 0-1 0 0,0 0 0 0 0,0-1 1 0 0,-15-1-1 0 0,22 1-98 0 0,0 0 1 0 0,0 0-1 0 0,0-1 0 0 0,0 1 1 0 0,1 0-1 0 0,-1-1 0 0 0,0 0 1 0 0,0 1-1 0 0,1-1 0 0 0,-1 0 1 0 0,0 0-1 0 0,1 0 0 0 0,-1 0 1 0 0,1 0-1 0 0,-1 0 0 0 0,1 0 1 0 0,0-1-1 0 0,-1 1 0 0 0,1 0 1 0 0,0-1-1 0 0,0 1 0 0 0,0-1 1 0 0,0 1-1 0 0,0-1 1 0 0,0 0-1 0 0,0 1 0 0 0,1-1 1 0 0,-1 0-1 0 0,1 0 0 0 0,-1 1 1 0 0,1-1-1 0 0,0 0 0 0 0,-1 0 1 0 0,1 0-1 0 0,0 0 0 0 0,0 0 1 0 0,0 1-1 0 0,1-5 0 0 0,3-11-1874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48.3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243 21 304 0 0,'-6'0'289'0'0,"-1"0"0"0"0,1 0-1 0 0,0 1 1 0 0,-1 0 0 0 0,1 1 0 0 0,0-1-1 0 0,0 1 1 0 0,0 0 0 0 0,0 1 0 0 0,0-1 0 0 0,1 1-1 0 0,-1 1 1 0 0,1-1 0 0 0,0 1 0 0 0,0-1-1 0 0,-5 6 1 0 0,-7 6 156 0 0,1 1 0 0 0,0 0-1 0 0,-15 21 1 0 0,24-28-261 0 0,1 1 1 0 0,-1-1-1 0 0,1 1 0 0 0,1 0 1 0 0,0 1-1 0 0,0-1 1 0 0,1 1-1 0 0,0 0 0 0 0,1 0 1 0 0,-2 16-1 0 0,4-20-110 0 0,1 0-1 0 0,0-1 1 0 0,0 1 0 0 0,1 0-1 0 0,-1 0 1 0 0,1-1-1 0 0,1 1 1 0 0,0 0 0 0 0,0-1-1 0 0,0 1 1 0 0,0-1 0 0 0,1 0-1 0 0,0 0 1 0 0,1 0-1 0 0,-1 0 1 0 0,1-1 0 0 0,0 1-1 0 0,8 8 1 0 0,-8-11-48 0 0,1 1-1 0 0,-1-1 1 0 0,0 0-1 0 0,1 0 1 0 0,0 0-1 0 0,0 0 1 0 0,0-1 0 0 0,0 0-1 0 0,0 0 1 0 0,0 0-1 0 0,1-1 1 0 0,-1 0 0 0 0,1 0-1 0 0,-1 0 1 0 0,1 0-1 0 0,-1-1 1 0 0,1 0 0 0 0,-1 0-1 0 0,1-1 1 0 0,-1 0-1 0 0,1 0 1 0 0,-1 0-1 0 0,0 0 1 0 0,6-3 0 0 0,13-4-18 0 0,0-2 1 0 0,-1 0-1 0 0,40-25 0 0 0,-39 20-68 0 0,-1-1 0 0 0,0-1 0 0 0,21-20 0 0 0,-32 26-16 0 0,-1-1 0 0 0,0-1 0 0 0,-1 1 1 0 0,0-2-1 0 0,-1 1 0 0 0,12-23 0 0 0,-19 32 45 0 0,0 0-1 0 0,-1 0 1 0 0,1 0-1 0 0,-1-1 1 0 0,0 1 0 0 0,0 0-1 0 0,0-1 1 0 0,0 1 0 0 0,-1-1-1 0 0,0 1 1 0 0,0-1-1 0 0,0 1 1 0 0,-1-1 0 0 0,1 1-1 0 0,-1 0 1 0 0,0-1-1 0 0,0 1 1 0 0,-1 0 0 0 0,1-1-1 0 0,-1 1 1 0 0,0 0 0 0 0,0 0-1 0 0,0 0 1 0 0,-1 1-1 0 0,1-1 1 0 0,-1 0 0 0 0,0 1-1 0 0,0 0 1 0 0,0 0-1 0 0,-5-4 1 0 0,2 2-19 0 0,0 1 0 0 0,-1-1 0 0 0,1 2 0 0 0,-1-1 0 0 0,0 1 0 0 0,0 0 0 0 0,0 0 0 0 0,-1 1 0 0 0,1 0 1 0 0,0 0-1 0 0,-1 1 0 0 0,0 0 0 0 0,1 0 0 0 0,-1 1 0 0 0,1 0 0 0 0,-14 1 0 0 0,7 2-63 0 0,0 0 1 0 0,1 0-1 0 0,-20 9 1 0 0,29-11-58 0 0,0 1 0 0 0,0 0 0 0 0,0 0 0 0 0,0 0 0 0 0,1 1 0 0 0,-1-1 0 0 0,0 1 0 0 0,1 0 0 0 0,0 0 0 0 0,0 0 0 0 0,0 0 0 0 0,0 1 0 0 0,0-1 0 0 0,-4 8 0 0 0,5 1-1913 0 0,6 0 159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49.2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68 52 584 0 0,'-55'-50'5511'0'0,"54"49"-5160"0"0,1 1-17 0 0,0 0-18 0 0,0 0 7 0 0,0 0-1 0 0,0 3 0 0 0,-5 67 822 0 0,2-9-534 0 0,1-47-464 0 0,1 1 0 0 0,1-1 0 0 0,0 0 0 0 0,1 1 0 0 0,0-1 0 0 0,1 1 0 0 0,1-1 0 0 0,0 0 0 0 0,1 0 0 0 0,0-1 0 0 0,1 1 1 0 0,1-1-1 0 0,0 0 0 0 0,1 0 0 0 0,1-1 0 0 0,-1 0 0 0 0,17 19 0 0 0,-22-29-134 0 0,0-1 0 0 0,0 1 0 0 0,0-1-1 0 0,1 0 1 0 0,-1 0 0 0 0,0 0 0 0 0,0 0 0 0 0,1 0 0 0 0,-1 0 0 0 0,1-1 0 0 0,-1 1 0 0 0,0-1 0 0 0,1 0 0 0 0,-1 1 0 0 0,1-1-1 0 0,-1 0 1 0 0,1-1 0 0 0,-1 1 0 0 0,1 0 0 0 0,3-2 0 0 0,-1 1-41 0 0,0 0 0 0 0,0 0 1 0 0,0-1-1 0 0,-1 0 0 0 0,1 0 0 0 0,0-1 0 0 0,-1 1 0 0 0,8-6 0 0 0,-5 2-59 0 0,-1 0 0 0 0,1-1 0 0 0,-1 0 0 0 0,-1 0 0 0 0,1-1 0 0 0,-1 0-1 0 0,-1 1 1 0 0,1-2 0 0 0,-1 1 0 0 0,-1 0 0 0 0,1-1 0 0 0,-1 0 0 0 0,2-12-1 0 0,0-7-160 0 0,-2 0 0 0 0,-1 0 0 0 0,-1-30 0 0 0,2 28 165 0 0,-2 57 200 0 0,1 23 112 0 0,3 0 0 0 0,1 0 1 0 0,26 96-1 0 0,-31-142-248 0 0,0-1-1 0 0,1 1 1 0 0,-1-1 0 0 0,1 1-1 0 0,0-1 1 0 0,0 1 0 0 0,0-1-1 0 0,0 0 1 0 0,0 0 0 0 0,1 0-1 0 0,-1 0 1 0 0,6 3 0 0 0,-6-5-34 0 0,-1 0 0 0 0,1-1 1 0 0,-1 1-1 0 0,1-1 0 0 0,-1 1 1 0 0,1-1-1 0 0,0 0 1 0 0,-1 0-1 0 0,1 0 0 0 0,0 0 1 0 0,-1 0-1 0 0,1 0 1 0 0,0 0-1 0 0,-1 0 0 0 0,1-1 1 0 0,0 1-1 0 0,-1 0 1 0 0,1-1-1 0 0,-1 0 0 0 0,1 1 1 0 0,-1-1-1 0 0,1 0 0 0 0,-1 0 1 0 0,1 0-1 0 0,-1 0 1 0 0,0 0-1 0 0,0 0 0 0 0,1 0 1 0 0,1-3-1 0 0,3-2-573 0 0,1-1-1 0 0,-1 1 1 0 0,-1-2 0 0 0,1 1-1 0 0,-1-1 1 0 0,-1 1-1 0 0,7-15 1 0 0,4-15-1768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49.5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 4 296 0 0,'-21'9'2453'0'0,"18"-8"-2173"0"0,0 0-1 0 0,0 0 0 0 0,0 0 0 0 0,0 1 0 0 0,0-1 0 0 0,0 1 0 0 0,1 0 1 0 0,-4 2-1 0 0,6-4-236 0 0,0 0 0 0 0,0 0 0 0 0,0 0 1 0 0,0 1-1 0 0,0-1 0 0 0,0 0 0 0 0,0 0 0 0 0,0 0 1 0 0,0 0-1 0 0,0 1 0 0 0,1-1 0 0 0,-1 0 0 0 0,0 0 1 0 0,0 0-1 0 0,0 0 0 0 0,0 0 0 0 0,0 1 1 0 0,0-1-1 0 0,0 0 0 0 0,0 0 0 0 0,1 0 0 0 0,-1 0 1 0 0,0 0-1 0 0,0 0 0 0 0,0 0 0 0 0,0 1 0 0 0,0-1 1 0 0,1 0-1 0 0,-1 0 0 0 0,0 0 0 0 0,0 0 0 0 0,0 0 1 0 0,0 0-1 0 0,1 0 0 0 0,-1 0 0 0 0,0 0 0 0 0,0 0 1 0 0,0 0-1 0 0,0 0 0 0 0,1 0 0 0 0,-1 0 0 0 0,0 0 1 0 0,0 0-1 0 0,0 0 0 0 0,0 0 0 0 0,1 0 0 0 0,-1 0 1 0 0,0-1-1 0 0,0 1 0 0 0,0 0 0 0 0,0 0 0 0 0,23-1 631 0 0,35-6-783 0 0,-49 6 362 0 0,10-1-215 0 0,47-7-160 0 0,0 2 0 0 0,80 4 0 0 0,-141 3-16 0 0,0 1 1 0 0,0-1-1 0 0,0 1 0 0 0,-1 1 0 0 0,9 2 1 0 0,-12-3 26 0 0,1-1 0 0 0,-1 0 0 0 0,0 1 1 0 0,0 0-1 0 0,0-1 0 0 0,0 1 0 0 0,0 0 1 0 0,0-1-1 0 0,0 1 0 0 0,0 0 0 0 0,0 0 1 0 0,0 0-1 0 0,0 0 0 0 0,0 0 0 0 0,-1 0 1 0 0,1 0-1 0 0,0 0 0 0 0,-1 0 1 0 0,1 0-1 0 0,-1 1 0 0 0,1-1 0 0 0,-1 0 1 0 0,1 0-1 0 0,-1 3 0 0 0,-1-2-1558 0 0,-6 6 131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4:49.8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 0 412 0 0,'-3'5'303'0'0,"0"0"0"0"0,0 0-1 0 0,0 0 1 0 0,1 0 0 0 0,0 1-1 0 0,0-1 1 0 0,0 1 0 0 0,1-1 0 0 0,-2 11-1 0 0,-2 53 1341 0 0,5-64-1521 0 0,-1 66 1076 0 0,16 134-1 0 0,-5-148-5237 0 0,-5-41 2037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06.3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0 224 0 0,'-3'13'605'0'0,"2"0"0"0"0,-1 1-1 0 0,1-1 1 0 0,1 0 0 0 0,0 1 0 0 0,1-1-1 0 0,1 0 1 0 0,3 15 0 0 0,-2-5-200 0 0,8 173 947 0 0,-9-110-1023 0 0,14 212 57 0 0,5-73-92 0 0,-13-115-69 0 0,5 0 0 0 0,31 125 0 0 0,-31-180-187 0 0,7 76 1 0 0,-11-6 4 0 0,-21 264 682 0 0,7-311-495 0 0,2-6-44 0 0,3 0 0 0 0,9 73-1 0 0,-1-67-101 0 0,6 54-11 0 0,2-46-44 0 0,9 60 0 0 0,-16-84-26 0 0,-1-12 4 0 0,-3 1 0 0 0,-2 0-1 0 0,-3 63 1 0 0,-7 161 156 0 0,7-244-138 0 0,3 38-1 0 0,1-25-11 0 0,21 197 15 0 0,-8-101-20 0 0,10 84 100 0 0,-13-109-21 0 0,2 23 24 0 0,-4 29-53 0 0,6 154 84 0 0,-18-300-111 0 0,8 282 276 0 0,23 39-234 0 0,-16-181-104 0 0,6 90-13 0 0,-4-119-7 0 0,3 140-13 0 0,-14-192 18 0 0,3 20 18 0 0,9 27 48 0 0,-7-75-21 0 0,22 65 1 0 0,3 10 11 0 0,12 107-18 0 0,-44-216-1 0 0,0 1-1 0 0,-2 0 1 0 0,0 0 0 0 0,-1 0 0 0 0,-3 26-1 0 0,2-34 9 0 0,0-1 0 0 0,1 0 0 0 0,0 0-1 0 0,1 0 1 0 0,0 0 0 0 0,5 14-1 0 0,4 25-95 0 0,-7-10 16 0 0,-2 2-1 0 0,-2-1 1 0 0,-9 79 0 0 0,7-83 67 0 0,2-35-12 0 0,3 20-274 0 0,-1-20 228 0 0,-1-1 0 0 0,1 0-1 0 0,-1 1 1 0 0,0-1-1 0 0,1 0 1 0 0,-1 0 0 0 0,1 0-1 0 0,-1 0 1 0 0,0 0-1 0 0,1-1 1 0 0,-1 1 0 0 0,0 0-1 0 0,1-1 1 0 0,-1 1-1 0 0,0-1 1 0 0,1 1 0 0 0,-1-1-1 0 0,0 0 1 0 0,0 1-1 0 0,1-1 1 0 0,-1 0-1 0 0,0 0 1 0 0,0 0 0 0 0,0 0-1 0 0,0 0 1 0 0,0 0-1 0 0,-1 0 1 0 0,1 0 0 0 0,1-2-1 0 0,1-3-565 0 0,0-1-1 0 0,0 0 1 0 0,-1 0 0 0 0,4-13-1 0 0,-2 3-1047 0 0,6-21-625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08.5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174 136 76 0 0,'-3'-2'154'0'0,"1"-1"0"0"0,0 1 0 0 0,0 0 0 0 0,0-1-1 0 0,0 0 1 0 0,0 1 0 0 0,0-1 0 0 0,1 0 0 0 0,-1 0 0 0 0,1 0 0 0 0,0 0 0 0 0,0 0-1 0 0,0 0 1 0 0,0 0 0 0 0,0 0 0 0 0,1 0 0 0 0,-1-1 0 0 0,1 1 0 0 0,0 0 0 0 0,0 0 0 0 0,0-1-1 0 0,1-3 1 0 0,-1 4-71 0 0,4-13 132 0 0,-3 15-171 0 0,-1-1 0 0 0,1 1 0 0 0,-1 0 0 0 0,0-1 0 0 0,1 1 0 0 0,-1-1 0 0 0,0 1 0 0 0,0 0 0 0 0,0-1 0 0 0,0 1-1 0 0,0-1 1 0 0,0-1 0 0 0,0 1 49 0 0,0-11 556 0 0,-4 3 1663 0 0,2 22-2243 0 0,0 0 0 0 0,0 0-1 0 0,1 0 1 0 0,1 23 0 0 0,-2 25 152 0 0,-31 308 135 0 0,23-289-229 0 0,-13 136 227 0 0,-5 86 165 0 0,2-35-106 0 0,5 326 153 0 0,21-458-435 0 0,-1-14 22 0 0,4-41 4 0 0,3 0 70 0 0,1-26-28 0 0,5 28 86 0 0,8 242 311 0 0,-21-213-490 0 0,0 57 227 0 0,22 173-1 0 0,-14-284-260 0 0,52 320 393 0 0,-8-77-256 0 0,-29-160-123 0 0,8 87 22 0 0,-10-61-36 0 0,-2-30-22 0 0,15 76-15 0 0,15 72-63 0 0,-14-67 25 0 0,0 69-15 0 0,0 0-15 0 0,12-76-10 0 0,-28-155 52 0 0,-13-41-8 0 0,0 1-1 0 0,-1 0 1 0 0,-1 0-1 0 0,4 24 1 0 0,-5-22-7 0 0,1 1 0 0 0,0-1-1 0 0,8 21 1 0 0,-6-23 2 0 0,-1 0-1 0 0,0 0 1 0 0,-2 1-1 0 0,3 26 0 0 0,-3 5 5 0 0,-1-30 1 0 0,0 1 0 0 0,-1 0 0 0 0,-1-1-1 0 0,-4 25 1 0 0,2-22 4 0 0,1 0 0 0 0,1 0 0 0 0,1 0 0 0 0,0 0 0 0 0,6 29 0 0 0,-2-4 1 0 0,-3 112-41 0 0,-3-74-7 0 0,2-60 41 0 0,-1-13-1 0 0,1 0-1 0 0,1 0 1 0 0,-1-1 0 0 0,3 12 0 0 0,17 112-100 0 0,-7-38-11 0 0,-9-66-64 0 0,1 50 0 0 0,-4-73 154 0 0,-1-1 0 0 0,1 1 0 0 0,0 0 0 0 0,0-1 0 0 0,1 1 0 0 0,-1 0-1 0 0,1-1 1 0 0,0 0 0 0 0,0 1 0 0 0,1-1 0 0 0,2 4 0 0 0,-2-3-22 0 0,0 0 0 0 0,0 0 0 0 0,-1 0 0 0 0,1 0 0 0 0,-1 1 0 0 0,0-1 0 0 0,2 12 0 0 0,2 17-967 0 0,-6-33 652 0 0,0-1-72 0 0,1-6-112 0 0,12-127-5398 0 0,-5 84 3494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11.2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1 547 236 0 0,'0'0'93'0'0,"1"-1"0"0"0,-1 0 0 0 0,0 1 0 0 0,1-1 1 0 0,-1 1-1 0 0,1-1 0 0 0,-1 0 0 0 0,1 1 0 0 0,0-1 0 0 0,-1 1 0 0 0,1-1 0 0 0,-1 1 0 0 0,1 0 0 0 0,0-1 1 0 0,-1 1-1 0 0,1 0 0 0 0,0-1 0 0 0,0 1 0 0 0,-1 0 0 0 0,1 0 0 0 0,0 0 0 0 0,0-1 0 0 0,-1 1 0 0 0,1 0 1 0 0,0 0-1 0 0,0 0 0 0 0,0 0 0 0 0,-1 1 0 0 0,2-1 0 0 0,25 11 1241 0 0,-8-2-864 0 0,9 2 19 0 0,-17-6-377 0 0,0-1-1 0 0,0 0 1 0 0,1 0-1 0 0,-1-1 1 0 0,1-1-1 0 0,0 0 1 0 0,0-1-1 0 0,18 1 1 0 0,25-6 27 0 0,-25 0-87 0 0,0 2 1 0 0,0 1-1 0 0,1 2 0 0 0,-1 0 0 0 0,32 7 0 0 0,-16-1-46 0 0,0-2 0 0 0,0-2 1 0 0,0-2-1 0 0,53-5 0 0 0,-56 2-6 0 0,169-13 29 0 0,-186 13-28 0 0,0-1 0 0 0,0-1 0 0 0,-1-1 0 0 0,34-12-1 0 0,93-42 44 0 0,-113 41-43 0 0,0 1 0 0 0,1 3 0 0 0,1 1 1 0 0,83-14-1 0 0,169-16 27 0 0,-137 18 9 0 0,-68 13-7 0 0,117-2 0 0 0,-139 17 9 0 0,6 2-17 0 0,-57-3-15 0 0,1-1 0 0 0,0 0-1 0 0,0-1 1 0 0,0 0 0 0 0,0-1 0 0 0,0-1 0 0 0,25-7 0 0 0,-26 6-4 0 0,1 0 1 0 0,-1 1-1 0 0,1 1 0 0 0,-1 0 0 0 0,31 2 0 0 0,-8 0 1 0 0,-5 2 3 0 0,0 0 1 0 0,-1 2-1 0 0,63 18 0 0 0,-59-13-3 0 0,-1-2-1 0 0,72 8 0 0 0,-41-16 1 0 0,103-14-1 0 0,-31 1 28 0 0,-60 9-11 0 0,194-18-17 0 0,169-59 37 0 0,-20 5-3 0 0,-201 40-40 0 0,-103 16-20 0 0,66-7 81 0 0,24 15-44 0 0,-144 10-9 0 0,0 3-1 0 0,82 11 1 0 0,-36-1 9 0 0,92 17-5 0 0,-34-4 12 0 0,20 3-47 0 0,-83-11 38 0 0,-54-12-12 0 0,-1-3-1 0 0,1-1 1 0 0,77-11 0 0 0,22-1 59 0 0,301 20-41 0 0,-377-5 48 0 0,144-16 0 0 0,-105 4 62 0 0,-107 8-125 0 0,191-4 310 0 0,-177 4-283 0 0,0 0-1 0 0,32-6 1 0 0,16-1 14 0 0,-14 3 16 0 0,58-13 0 0 0,-48 6-39 0 0,73-18 7 0 0,-67 14-21 0 0,-40 10 10 0 0,-1 2-1 0 0,1 2 1 0 0,-1 0 0 0 0,1 2-1 0 0,0 1 1 0 0,35 6 0 0 0,-46-6 88 0 0,1 0 0 0 0,31-3 0 0 0,98-20 359 0 0,-90 11-311 0 0,117-6 0 0 0,-150 19-69 0 0,-1 0 0 0 0,0 2 1 0 0,31 8-1 0 0,30 5 67 0 0,-9-1-78 0 0,-57-10-66 0 0,1-2 0 0 0,1 0 1 0 0,34 1-1 0 0,-41-5 17 0 0,-1 0-1199 0 0,-15-7-86 0 0,1 6-210 0 0,-2-1-910 0 0,-13-4 181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14.2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88 0 268 0 0,'-27'0'2259'0'0,"24"0"-1767"0"0,-19 12 1124 0 0,18-7-1438 0 0,0 1-1 0 0,0 0 1 0 0,1 0 0 0 0,0 0-1 0 0,0 0 1 0 0,1 1 0 0 0,-1-1-1 0 0,1 1 1 0 0,1-1 0 0 0,-1 1-1 0 0,1 0 1 0 0,0 8 0 0 0,-1 10 157 0 0,2 0 0 0 0,2 28 0 0 0,0-33-125 0 0,1 1 0 0 0,1 0 0 0 0,1-1 0 0 0,12 34 0 0 0,-13-43-129 0 0,0-1-1 0 0,1 0 1 0 0,0-1-1 0 0,1 1 0 0 0,0-1 1 0 0,0 0-1 0 0,1-1 1 0 0,0 1-1 0 0,0-1 0 0 0,17 12 1 0 0,-23-19-74 0 0,0 1 0 0 0,1-2 0 0 0,-1 1 1 0 0,1 0-1 0 0,0 0 0 0 0,-1 0 0 0 0,1-1 0 0 0,-1 1 1 0 0,1-1-1 0 0,0 1 0 0 0,0-1 0 0 0,-1 0 0 0 0,1 0 1 0 0,0 0-1 0 0,0 1 0 0 0,-1-2 0 0 0,1 1 0 0 0,0 0 1 0 0,-1 0-1 0 0,1-1 0 0 0,0 1 0 0 0,2-1 0 0 0,-1-1-11 0 0,0 0-1 0 0,0 1 1 0 0,0-2-1 0 0,0 1 0 0 0,0 0 1 0 0,0 0-1 0 0,-1-1 1 0 0,1 1-1 0 0,-1-1 0 0 0,3-4 1 0 0,2-3-60 0 0,-1 0 0 0 0,0-1 0 0 0,-1 1 1 0 0,0-1-1 0 0,5-20 0 0 0,-5 13-50 0 0,-2 1 0 0 0,0-1 1 0 0,-1 0-1 0 0,-1 0 0 0 0,-1-22 0 0 0,0 32 70 0 0,-1 1 0 0 0,0-1 0 0 0,0 1 1 0 0,0 0-1 0 0,-1 0 0 0 0,0-1 0 0 0,0 1 0 0 0,-1 0 0 0 0,0 1 0 0 0,0-1 0 0 0,-1 0 0 0 0,0 1 0 0 0,0 0 0 0 0,0 0 0 0 0,-8-8 0 0 0,11 13 36 0 0,-1 0-1 0 0,1 0 1 0 0,0 0 0 0 0,-1 0 0 0 0,1 0-1 0 0,-1 0 1 0 0,1 0 0 0 0,-1 0 0 0 0,1 1 0 0 0,-1-1-1 0 0,0 1 1 0 0,1-1 0 0 0,-1 1 0 0 0,0 0 0 0 0,0-1-1 0 0,1 1 1 0 0,-1 0 0 0 0,0 0 0 0 0,0 0 0 0 0,1 1-1 0 0,-1-1 1 0 0,0 0 0 0 0,1 0 0 0 0,-1 1 0 0 0,0-1-1 0 0,1 1 1 0 0,-1 0 0 0 0,0 0 0 0 0,1-1-1 0 0,-1 1 1 0 0,1 0 0 0 0,0 0 0 0 0,-3 2 0 0 0,1 0-268 0 0,1-1 1 0 0,0 0 0 0 0,0 1 0 0 0,-1 0-1 0 0,1-1 1 0 0,1 1 0 0 0,-1 0 0 0 0,0 0-1 0 0,1 0 1 0 0,0 0 0 0 0,-1 0 0 0 0,1 1-1 0 0,0-1 1 0 0,1 0 0 0 0,-1 1 0 0 0,0 5-1 0 0,1 1-1564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15.0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71 1 68 0 0,'0'0'508'0'0,"0"0"-17"0"0,-2 3-11 0 0,-6 8-56 0 0,0 0 0 0 0,0 1 0 0 0,2 0-1 0 0,-1 0 1 0 0,2 0 0 0 0,-1 1 0 0 0,2 0-1 0 0,0 0 1 0 0,0 0 0 0 0,1 1-1 0 0,1-1 1 0 0,-1 16 0 0 0,3-21-290 0 0,0 1 1 0 0,0 0 0 0 0,1-1-1 0 0,1 1 1 0 0,-1-1 0 0 0,1 0-1 0 0,0 1 1 0 0,1-1-1 0 0,0 0 1 0 0,1 0 0 0 0,-1 0-1 0 0,1-1 1 0 0,1 0 0 0 0,-1 1-1 0 0,1-1 1 0 0,1-1-1 0 0,-1 1 1 0 0,1-1 0 0 0,0 0-1 0 0,13 10 1 0 0,-15-13-97 0 0,0-1-1 0 0,0 1 1 0 0,0 0-1 0 0,0-1 1 0 0,0 0 0 0 0,1 0-1 0 0,-1 0 1 0 0,1-1 0 0 0,-1 0-1 0 0,1 1 1 0 0,0-1-1 0 0,-1-1 1 0 0,1 1 0 0 0,0-1-1 0 0,0 0 1 0 0,7-1 0 0 0,-6 0-23 0 0,-1 0 0 0 0,1-1 1 0 0,0 0-1 0 0,-1 0 1 0 0,1 0-1 0 0,-1-1 1 0 0,0 0-1 0 0,0 0 0 0 0,0-1 1 0 0,0 1-1 0 0,7-8 1 0 0,1-2-82 0 0,-1-1 1 0 0,-1 0 0 0 0,0-1 0 0 0,-1 0 0 0 0,-1-1 0 0 0,0 0-1 0 0,10-27 1 0 0,-17 38 29 0 0,0 1 0 0 0,-1-1-1 0 0,1 0 1 0 0,-1 1-1 0 0,0-1 1 0 0,-1 0 0 0 0,1 0-1 0 0,-1 0 1 0 0,0 0 0 0 0,0 0-1 0 0,-1 0 1 0 0,1 1-1 0 0,-1-1 1 0 0,0 0 0 0 0,0 0-1 0 0,-1 1 1 0 0,1-1 0 0 0,-1 0-1 0 0,-3-4 1 0 0,2 5 8 0 0,1 1-1 0 0,-1-1 1 0 0,0 1 0 0 0,0 0 0 0 0,0 0-1 0 0,0 0 1 0 0,0 0 0 0 0,-1 1 0 0 0,1 0 0 0 0,-1-1-1 0 0,0 1 1 0 0,0 0 0 0 0,1 1 0 0 0,-1-1-1 0 0,-1 1 1 0 0,1 0 0 0 0,0 0 0 0 0,0 0-1 0 0,0 0 1 0 0,0 1 0 0 0,-1 0 0 0 0,-4 0-1 0 0,-2 0-157 0 0,0 1-1 0 0,-1 0 0 0 0,1 0 1 0 0,0 2-1 0 0,0-1 0 0 0,1 2 1 0 0,-1-1-1 0 0,1 1 0 0 0,-1 1 1 0 0,1 0-1 0 0,0 0 0 0 0,1 1 1 0 0,-1 0-1 0 0,1 1 0 0 0,1 0 1 0 0,-1 0-1 0 0,-13 16 0 0 0,12-9-1876 0 0,7 4 157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15.8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258 71 456 0 0,'32'-66'3810'0'0,"-32"65"-3418"0"0,0 1-35 0 0,-1 0-323 0 0,1-1 0 0 0,-1 1-1 0 0,1 0 1 0 0,-1-1 0 0 0,1 1-1 0 0,-1 0 1 0 0,0-1 0 0 0,1 1-1 0 0,-1 0 1 0 0,1 0 0 0 0,-1 0-1 0 0,0 0 1 0 0,1-1 0 0 0,-1 1 0 0 0,0 0-1 0 0,1 0 1 0 0,-1 0 0 0 0,0 1-1 0 0,1-1 1 0 0,-1 0 0 0 0,1 0-1 0 0,-1 0 1 0 0,0 0 0 0 0,1 0 0 0 0,-1 1-1 0 0,1-1 1 0 0,-1 0 0 0 0,0 1-1 0 0,1-1 1 0 0,-1 0 0 0 0,1 1-1 0 0,-1 0 1 0 0,-21 9 298 0 0,22-10-347 0 0,-27 13 481 0 0,1 2 0 0 0,0 2 0 0 0,1 0 0 0 0,-44 40 0 0 0,62-49-334 0 0,0-1-1 0 0,0 1 1 0 0,0 1 0 0 0,1-1-1 0 0,1 1 1 0 0,-1 0 0 0 0,1 1-1 0 0,1-1 1 0 0,0 1 0 0 0,0 0 0 0 0,1 0-1 0 0,0 0 1 0 0,1 1 0 0 0,0-1-1 0 0,1 1 1 0 0,0-1 0 0 0,0 14-1 0 0,2-8 5 0 0,1-1 0 0 0,1 1 0 0 0,0-1 0 0 0,1 0 0 0 0,0 0 0 0 0,1 0 0 0 0,1-1 0 0 0,1 0 0 0 0,0 0 0 0 0,0 0 0 0 0,1-1 0 0 0,13 15 0 0 0,-17-22-105 0 0,0-1 0 0 0,1 0 0 0 0,-1-1 0 0 0,1 1 0 0 0,0-1 0 0 0,0 1 0 0 0,1-2 0 0 0,-1 1 0 0 0,1-1 0 0 0,0 1 0 0 0,0-2 0 0 0,0 1 0 0 0,0-1 0 0 0,1 1 0 0 0,-1-2 0 0 0,1 1 0 0 0,-1-1 0 0 0,1 0 0 0 0,-1 0 0 0 0,1-1 0 0 0,0 0 0 0 0,-1 0-1 0 0,1-1 1 0 0,0 1 0 0 0,-1-1 0 0 0,1-1 0 0 0,-1 1 0 0 0,0-1 0 0 0,1-1 0 0 0,-1 1 0 0 0,7-4 0 0 0,10-6-54 0 0,-1-1 0 0 0,0-2-1 0 0,0 0 1 0 0,-2-1 0 0 0,0-1 0 0 0,0 0-1 0 0,-2-2 1 0 0,18-23 0 0 0,-27 31-30 0 0,-1 0 0 0 0,0-1 0 0 0,-1 1-1 0 0,0-2 1 0 0,0 1 0 0 0,-2-1 0 0 0,0 0 0 0 0,0 0 0 0 0,-1 0 0 0 0,-1-1 0 0 0,0 0 0 0 0,-1 1-1 0 0,0-1 1 0 0,-1 0 0 0 0,-1 0 0 0 0,0 0 0 0 0,-2-14 0 0 0,1 22 32 0 0,-1-1 0 0 0,0 1-1 0 0,0-1 1 0 0,-1 1 0 0 0,1 0 0 0 0,-1 0 0 0 0,-1 0 0 0 0,1 0 0 0 0,-1 1-1 0 0,0-1 1 0 0,0 1 0 0 0,-1 0 0 0 0,1 0 0 0 0,-1 1 0 0 0,0-1 0 0 0,-1 1-1 0 0,1 0 1 0 0,-1 1 0 0 0,0-1 0 0 0,1 1 0 0 0,-1 0 0 0 0,-1 0 0 0 0,1 1 0 0 0,0 0-1 0 0,-1 0 1 0 0,1 1 0 0 0,-10-2 0 0 0,3 1-176 0 0,0 1-1 0 0,0 0 1 0 0,0 0 0 0 0,0 1-1 0 0,0 1 1 0 0,0 1-1 0 0,1 0 1 0 0,-1 0 0 0 0,0 1-1 0 0,1 1 1 0 0,-1 0 0 0 0,1 0-1 0 0,-17 10 1 0 0,6 5-4448 0 0,18-10 1979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18.1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166 33 76 0 0,'0'-1'204'0'0,"0"-1"1"0"0,0 0-1 0 0,0 1 0 0 0,-1-1 1 0 0,1 1-1 0 0,0-1 0 0 0,-1 0 1 0 0,1 1-1 0 0,-1-1 0 0 0,0 1 1 0 0,1 0-1 0 0,-1-1 0 0 0,0 1 1 0 0,0-1-1 0 0,0 1 0 0 0,0 0 0 0 0,0 0 1 0 0,0 0-1 0 0,0-1 0 0 0,0 1 1 0 0,-2-1-1 0 0,2 2 221 0 0,-18 3 376 0 0,13-1-622 0 0,1 0-1 0 0,-1 0 0 0 0,1 1 1 0 0,0 0-1 0 0,0 0 1 0 0,0 0-1 0 0,0 0 1 0 0,1 1-1 0 0,-1 0 0 0 0,1 0 1 0 0,0 0-1 0 0,-4 5 1 0 0,0 2 158 0 0,0 0 0 0 0,0 0 0 0 0,-10 24 1 0 0,14-25-207 0 0,0 1 0 0 0,1 0 0 0 0,0 0 0 0 0,0 0 0 0 0,2 0 0 0 0,-1 1 0 0 0,1-1 0 0 0,1 0 0 0 0,0 0 0 0 0,1 1 0 0 0,0-1 0 0 0,1 0 0 0 0,0 0 0 0 0,0 0 0 0 0,1 0 0 0 0,1 0 0 0 0,6 14 0 0 0,-5-13-23 0 0,1 0-1 0 0,1 0 1 0 0,0-1-1 0 0,0 1 1 0 0,1-1-1 0 0,1-1 0 0 0,0 0 1 0 0,0 0-1 0 0,1-1 1 0 0,0 0-1 0 0,1-1 1 0 0,-1 0-1 0 0,2 0 0 0 0,13 6 1 0 0,-18-11-79 0 0,0 0 0 0 0,0 0 0 0 0,0-1-1 0 0,0 0 1 0 0,1-1 0 0 0,-1 1 0 0 0,1-1 0 0 0,-1-1 0 0 0,1 0 0 0 0,0 0 0 0 0,-1 0-1 0 0,1-1 1 0 0,-1 0 0 0 0,8-2 0 0 0,-5 0-38 0 0,0 0 1 0 0,0-1-1 0 0,0-1 0 0 0,-1 1 1 0 0,0-1-1 0 0,0-1 0 0 0,0 0 1 0 0,0 0-1 0 0,10-11 0 0 0,-9 8-56 0 0,0-1-1 0 0,-1-1 1 0 0,-1 1-1 0 0,1-1 1 0 0,-2-1-1 0 0,0 1 0 0 0,0-1 1 0 0,-1-1-1 0 0,0 1 1 0 0,-1-1-1 0 0,-1 0 0 0 0,0 0 1 0 0,-1 0-1 0 0,0-1 1 0 0,1-26-1 0 0,-4 30 12 0 0,0-1 0 0 0,-2 1 0 0 0,1-1 0 0 0,-1 1 0 0 0,-1 0-1 0 0,0-1 1 0 0,0 1 0 0 0,-1 1 0 0 0,0-1 0 0 0,-1 0 0 0 0,0 1 0 0 0,-9-12 0 0 0,10 15 28 0 0,0 1 1 0 0,-1 0-1 0 0,0 0 1 0 0,0 0-1 0 0,0 0 1 0 0,-1 1-1 0 0,0 0 1 0 0,0 0-1 0 0,0 0 1 0 0,0 1-1 0 0,0 0 1 0 0,-1 0-1 0 0,1 0 1 0 0,-1 1-1 0 0,0 0 1 0 0,0 0-1 0 0,0 1 1 0 0,0 0-1 0 0,-13 0 1 0 0,13 1-21 0 0,1 1 0 0 0,-1 0 0 0 0,1 0 0 0 0,0 1 0 0 0,-1-1 0 0 0,1 1 0 0 0,0 1 0 0 0,0-1-1 0 0,0 1 1 0 0,1 0 0 0 0,-1 1 0 0 0,1-1 0 0 0,0 1 0 0 0,-1 0 0 0 0,2 0 0 0 0,-9 9 0 0 0,9-8-515 0 0,0 0 0 0 0,0 0 0 0 0,1 0 0 0 0,0 0 0 0 0,-1 1 0 0 0,2-1 0 0 0,-1 1 0 0 0,1 0 0 0 0,0 0 0 0 0,-3 11 0 0 0,4 2-2009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20.7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97 26 88 0 0,'13'-2'2066'0'0,"6"2"-1242"0"0,-17 0-604 0 0,4-2 83 0 0,-5 2-143 0 0,0 0 0 0 0,0 0 0 0 0,0 0 0 0 0,0 0 0 0 0,-1 0 0 0 0,1 0 0 0 0,0 0 0 0 0,0 0 0 0 0,0 0 1 0 0,0-1-1 0 0,-1 1 0 0 0,1 0 0 0 0,0-1 0 0 0,0 1 0 0 0,-1-1 0 0 0,1 1 0 0 0,0 0 0 0 0,-1-1 0 0 0,1 0 0 0 0,0 1 0 0 0,-1-1 0 0 0,2-1 0 0 0,-3 1-109 0 0,0 0 0 0 0,0 0 0 0 0,0 0 0 0 0,0 0 0 0 0,0 0 0 0 0,0 0 0 0 0,0 0 0 0 0,0 1 0 0 0,0-1 0 0 0,0 0 0 0 0,0 1 0 0 0,-1-1 0 0 0,1 0 0 0 0,0 1 0 0 0,0-1 0 0 0,-1 1 0 0 0,1 0 0 0 0,0 0 0 0 0,-1-1 0 0 0,1 1 0 0 0,-1 0 0 0 0,1 0 0 0 0,0 0 0 0 0,-1 0 0 0 0,1 0 0 0 0,0 1 0 0 0,-1-1 0 0 0,1 0 0 0 0,0 1 0 0 0,-1-1 0 0 0,1 1 0 0 0,0-1 0 0 0,0 1 0 0 0,-1-1 0 0 0,0 2 0 0 0,-4 1 36 0 0,0-1 0 0 0,1 1 0 0 0,0 1 0 0 0,-1-1 0 0 0,1 1 0 0 0,-8 7 0 0 0,6-3 14 0 0,1 0 0 0 0,-1 0 0 0 0,2 1 1 0 0,-1 0-1 0 0,1 0 0 0 0,0 1 0 0 0,1 0 0 0 0,0-1 1 0 0,0 1-1 0 0,1 1 0 0 0,1-1 0 0 0,0 0 0 0 0,0 1 1 0 0,1-1-1 0 0,0 12 0 0 0,1-15-55 0 0,0 1 1 0 0,1-1-1 0 0,0 0 0 0 0,0 0 0 0 0,1 1 1 0 0,0-1-1 0 0,0 0 0 0 0,1-1 1 0 0,0 1-1 0 0,0 0 0 0 0,0-1 0 0 0,1 0 1 0 0,0 1-1 0 0,0-1 0 0 0,1-1 1 0 0,0 1-1 0 0,0-1 0 0 0,0 0 0 0 0,0 0 1 0 0,1 0-1 0 0,0-1 0 0 0,9 6 0 0 0,-2-3 10 0 0,-1 0-1 0 0,1-1 0 0 0,0-1 1 0 0,0 0-1 0 0,1-1 0 0 0,-1 0 1 0 0,1-1-1 0 0,0 0 0 0 0,23 0 0 0 0,-28-3-50 0 0,0 0-1 0 0,0-1 0 0 0,1 0 0 0 0,-1-1 0 0 0,0 0 0 0 0,0 0 0 0 0,0-1 0 0 0,0 0 0 0 0,-1-1 0 0 0,1 0 0 0 0,-1 0 0 0 0,0-1 0 0 0,0 0 0 0 0,-1 0 0 0 0,12-11 1 0 0,-11 9-22 0 0,0-1 0 0 0,0-1 0 0 0,0 1 0 0 0,-1-1 0 0 0,-1 0 0 0 0,0-1 0 0 0,0 0 0 0 0,-1 0 1 0 0,0 0-1 0 0,6-18 0 0 0,-9 23 3 0 0,-1 0-1 0 0,0 0 1 0 0,0 0 0 0 0,-1 0 0 0 0,0-1-1 0 0,1 1 1 0 0,-2 0 0 0 0,1 0-1 0 0,-1 0 1 0 0,1-1 0 0 0,-1 1 0 0 0,-1 0-1 0 0,1 0 1 0 0,-1 0 0 0 0,0 0 0 0 0,0 1-1 0 0,0-1 1 0 0,-1 0 0 0 0,1 1 0 0 0,-1 0-1 0 0,0-1 1 0 0,-1 1 0 0 0,1 1 0 0 0,-8-8-1 0 0,1 3-37 0 0,1 1-1 0 0,-1 1 1 0 0,-1-1-1 0 0,1 2 1 0 0,-1-1-1 0 0,0 2 1 0 0,0-1-1 0 0,0 2 1 0 0,-1-1-1 0 0,-18-2 1 0 0,11 3-112 0 0,0 1 0 0 0,0 1 0 0 0,0 0 0 0 0,0 2-1 0 0,-34 4 1 0 0,51-4 67 0 0,0-1 0 0 0,-1 1 0 0 0,1-1 0 0 0,0 1 0 0 0,-1 0 0 0 0,1 0 0 0 0,0 0 0 0 0,0 0 0 0 0,0 0 0 0 0,0 1 0 0 0,0-1 0 0 0,-2 2 0 0 0,3-2-165 0 0,0 0 1 0 0,1 0-1 0 0,-1 0 0 0 0,1-1 0 0 0,-1 1 1 0 0,1 0-1 0 0,-1 0 0 0 0,1 0 1 0 0,-1 0-1 0 0,1 0 0 0 0,0 0 1 0 0,0 0-1 0 0,-1 0 0 0 0,1-1 1 0 0,0 1-1 0 0,0 0 0 0 0,0 0 1 0 0,0 2-1 0 0,5 7-2321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21.4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197 9 228 0 0,'-2'-1'186'0'0,"-1"0"0"0"0,1-1-1 0 0,0 1 1 0 0,-1 1 0 0 0,1-1 0 0 0,-1 0-1 0 0,1 1 1 0 0,-1-1 0 0 0,1 1 0 0 0,-1 0-1 0 0,1-1 1 0 0,-1 1 0 0 0,0 1 0 0 0,1-1 0 0 0,-1 0-1 0 0,-4 2 1 0 0,2-1 20 0 0,0 1-1 0 0,0 0 1 0 0,0 1 0 0 0,0-1-1 0 0,1 1 1 0 0,-1 0-1 0 0,-7 6 1 0 0,3 0 99 0 0,0 0-1 0 0,0 1 1 0 0,0 0-1 0 0,2 0 0 0 0,-14 23 1 0 0,14-19-17 0 0,1-1 0 0 0,1 2-1 0 0,0-1 1 0 0,1 0 0 0 0,0 1 0 0 0,1 0 0 0 0,1 0-1 0 0,0 0 1 0 0,1 0 0 0 0,1 0 0 0 0,3 29 0 0 0,-3-36-188 0 0,2 1 0 0 0,0-1 1 0 0,0 0-1 0 0,0 1 0 0 0,1-1 0 0 0,0 0 1 0 0,1 0-1 0 0,-1-1 0 0 0,2 1 0 0 0,-1-1 1 0 0,1 0-1 0 0,0 0 0 0 0,0 0 0 0 0,1-1 1 0 0,0 0-1 0 0,0 0 0 0 0,1 0 1 0 0,-1-1-1 0 0,1 0 0 0 0,1 0 0 0 0,-1 0 1 0 0,12 4-1 0 0,-15-7-80 0 0,1 0 0 0 0,0 0-1 0 0,0-1 1 0 0,0 1 0 0 0,0-1 0 0 0,1-1 0 0 0,-1 1 0 0 0,0-1 0 0 0,0 1-1 0 0,0-1 1 0 0,1-1 0 0 0,-1 1 0 0 0,0-1 0 0 0,0 0 0 0 0,0 0 0 0 0,0-1-1 0 0,0 1 1 0 0,0-1 0 0 0,0 0 0 0 0,0 0 0 0 0,-1-1 0 0 0,1 0-1 0 0,-1 1 1 0 0,1-1 0 0 0,-1-1 0 0 0,0 1 0 0 0,0-1 0 0 0,-1 1 0 0 0,1-1-1 0 0,-1 0 1 0 0,0-1 0 0 0,0 1 0 0 0,4-8 0 0 0,-1 2-54 0 0,-1 0 0 0 0,0-1 0 0 0,-1 0 1 0 0,0 1-1 0 0,-1-2 0 0 0,0 1 0 0 0,0 0 0 0 0,-1-1 1 0 0,-1 1-1 0 0,0-1 0 0 0,0 1 0 0 0,-2-1 0 0 0,1 1 1 0 0,-3-16-1 0 0,0 17-128 0 0,0 0-1 0 0,0 0 1 0 0,-1 0 0 0 0,0 1 0 0 0,0 0-1 0 0,-1-1 1 0 0,-1 2 0 0 0,0-1 0 0 0,0 1-1 0 0,0-1 1 0 0,-1 2 0 0 0,0-1-1 0 0,-1 1 1 0 0,1 0 0 0 0,-1 1 0 0 0,-1 0-1 0 0,1 0 1 0 0,-1 0 0 0 0,0 1 0 0 0,-1 1-1 0 0,-17-7 1 0 0,26 11-1562 0 0,1 0-1114 0 0,0 0 220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23.4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1 548 0 0,'2'33'1738'0'0,"8"45"-1"0"0,-5-48-1123 0 0,8 51 507 0 0,8 69 1282 0 0,-20-127-3152 0 0,-1-13-269 0 0,1 0 1 0 0,0 0-1 0 0,3 14 1 0 0,0-16-865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24.3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 1 608 0 0,'-21'8'4288'0'0,"21"-7"-3944"0"0,6 16 338 0 0,-1 12-235 0 0,0 0 0 0 0,-2-1 0 0 0,-1 41 0 0 0,-1-30-176 0 0,-2 22 33 0 0,-9 74 0 0 0,8-115-458 0 0,0 5-4273 0 0,2-24 2171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27.9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284 26 256 0 0,'-2'-2'205'0'0,"0"0"0"0"0,-1-1-1 0 0,1 1 1 0 0,-1 0 0 0 0,1 1 0 0 0,-1-1-1 0 0,0 0 1 0 0,0 1 0 0 0,0-1 0 0 0,0 1 0 0 0,0 0-1 0 0,0 0 1 0 0,0 0 0 0 0,0 0 0 0 0,0 1-1 0 0,0-1 1 0 0,0 1 0 0 0,-1 0 0 0 0,1 0 0 0 0,-4 0-1 0 0,-1 0 62 0 0,1 0 0 0 0,-1 0 0 0 0,1 1 0 0 0,0 0-1 0 0,-1 0 1 0 0,1 1 0 0 0,0-1 0 0 0,-8 4 0 0 0,7 1-116 0 0,-1 0 0 0 0,1 0 0 0 0,1 0 0 0 0,-1 1 1 0 0,1 0-1 0 0,0 1 0 0 0,1-1 0 0 0,0 1 0 0 0,0 1 1 0 0,-6 11-1 0 0,-2 6 21 0 0,2 0 0 0 0,-13 36 1 0 0,23-57-151 0 0,0 1-1 0 0,1 0 1 0 0,-1-1 0 0 0,1 1-1 0 0,0 0 1 0 0,0-1 0 0 0,1 1-1 0 0,0 0 1 0 0,0 0 0 0 0,0 0 0 0 0,1-1-1 0 0,0 1 1 0 0,0 0 0 0 0,0-1-1 0 0,1 1 1 0 0,0 0 0 0 0,0-1-1 0 0,0 0 1 0 0,1 0 0 0 0,0 1-1 0 0,0-1 1 0 0,0-1 0 0 0,0 1 0 0 0,1 0-1 0 0,0-1 1 0 0,0 0 0 0 0,0 0-1 0 0,0 0 1 0 0,1 0 0 0 0,0-1-1 0 0,-1 0 1 0 0,1 0 0 0 0,0 0 0 0 0,1 0-1 0 0,-1-1 1 0 0,0 0 0 0 0,1 0-1 0 0,-1 0 1 0 0,1-1 0 0 0,0 0-1 0 0,0 0 1 0 0,-1 0 0 0 0,1-1 0 0 0,0 0-1 0 0,6 0 1 0 0,-2-1-15 0 0,1 0-1 0 0,-1 0 1 0 0,1-1-1 0 0,-1-1 1 0 0,0 0-1 0 0,0 0 1 0 0,0-1 0 0 0,0 0-1 0 0,0 0 1 0 0,-1-1-1 0 0,0-1 1 0 0,0 0 0 0 0,9-7-1 0 0,-8 4-32 0 0,1 0 0 0 0,13-18 0 0 0,2-8-76 0 0,-23 31 85 0 0,-1-1 0 0 0,0 1 1 0 0,0 0-1 0 0,0-1 0 0 0,0 1 0 0 0,-1-1 1 0 0,0 0-1 0 0,0 1 0 0 0,0-1 1 0 0,0 0-1 0 0,-1 0 0 0 0,0 1 0 0 0,0-1 1 0 0,0 0-1 0 0,-1 0 0 0 0,1 0 0 0 0,-3-7 1 0 0,2 9-3 0 0,0-1 1 0 0,-1 1 0 0 0,1 0 0 0 0,-1 0 0 0 0,1-1 0 0 0,-1 1 0 0 0,0 1-1 0 0,0-1 1 0 0,-1 0 0 0 0,1 0 0 0 0,0 1 0 0 0,-1-1 0 0 0,0 1 0 0 0,1 0-1 0 0,-1 0 1 0 0,0 0 0 0 0,0 0 0 0 0,0 0 0 0 0,-1 1 0 0 0,1-1-1 0 0,0 1 1 0 0,-1 0 0 0 0,1 0 0 0 0,-6-1 0 0 0,2 1-103 0 0,1 0 1 0 0,-1 0-1 0 0,1 0 0 0 0,-1 1 1 0 0,0 0-1 0 0,1 0 0 0 0,-1 1 1 0 0,1-1-1 0 0,-1 2 0 0 0,0-1 1 0 0,1 1-1 0 0,0 0 0 0 0,-1 0 1 0 0,-11 6-1 0 0,18-8 37 0 0,0 1 0 0 0,-1-1 0 0 0,1 0 0 0 0,-1 1 0 0 0,1-1 0 0 0,0 0 0 0 0,-1 1 0 0 0,1-1 1 0 0,0 1-1 0 0,-1-1 0 0 0,1 1 0 0 0,0-1 0 0 0,0 1 0 0 0,-1-1 0 0 0,1 1 0 0 0,0-1 0 0 0,0 1 0 0 0,0-1 0 0 0,0 1 0 0 0,0-1 0 0 0,0 1 0 0 0,0-1 0 0 0,0 1 0 0 0,0-1 0 0 0,0 1 1 0 0,0-1-1 0 0,0 1 0 0 0,0-1 0 0 0,0 1 0 0 0,0-1 0 0 0,0 1 0 0 0,1-1 0 0 0,-1 1 0 0 0,0-1 0 0 0,0 1 0 0 0,1-1 0 0 0,-1 1 0 0 0,0-1 0 0 0,1 1 0 0 0,-1-1 0 0 0,0 0 0 0 0,1 1 1 0 0,-1-1-1 0 0,1 0 0 0 0,-1 1 0 0 0,1-1 0 0 0,-1 0 0 0 0,1 0 0 0 0,0 1 0 0 0,9 4-1654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28.5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74 0 640 0 0,'-6'5'326'0'0,"0"0"0"0"0,0 0-1 0 0,1 1 1 0 0,-1-1 0 0 0,2 1-1 0 0,-1 0 1 0 0,0 1 0 0 0,1-1 0 0 0,0 1-1 0 0,1 0 1 0 0,0 0 0 0 0,0 0-1 0 0,0 0 1 0 0,-2 11 0 0 0,3-7-136 0 0,0 0 0 0 0,1 0 0 0 0,1 0 1 0 0,0 1-1 0 0,0-1 0 0 0,1 0 0 0 0,1 0 0 0 0,-1 0 0 0 0,6 16 0 0 0,5 10 27 0 0,-4-10-359 0 0,0-1 0 0 0,-2 1 0 0 0,0 0 0 0 0,2 40 0 0 0,-11-41-3274 0 0,3-18 1438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29.4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244 53 196 0 0,'-16'3'1516'0'0,"1"-1"-1"0"0,-1 0 1 0 0,-25-1 0 0 0,34-1-1220 0 0,4 0-2 0 0,3 0-20 0 0,-21 9 416 0 0,6 9-504 0 0,2-1 0 0 0,0 2 0 0 0,1-1 0 0 0,0 2 0 0 0,2-1-1 0 0,1 2 1 0 0,0-1 0 0 0,1 1 0 0 0,1 1 0 0 0,2-1 0 0 0,-5 30 0 0 0,9-40-111 0 0,0 1 1 0 0,1-1-1 0 0,1 1 0 0 0,0-1 0 0 0,1 1 0 0 0,0-1 1 0 0,0 0-1 0 0,1 0 0 0 0,1 0 0 0 0,0 0 0 0 0,0 0 1 0 0,1-1-1 0 0,1 0 0 0 0,-1 0 0 0 0,2 0 0 0 0,12 15 1 0 0,-15-21-59 0 0,0 1 1 0 0,0 0 0 0 0,0-1 0 0 0,1 0-1 0 0,0 0 1 0 0,0 0 0 0 0,0-1 0 0 0,0 1 0 0 0,1-1-1 0 0,-1-1 1 0 0,1 1 0 0 0,0-1 0 0 0,0 0 0 0 0,-1 0-1 0 0,2 0 1 0 0,-1-1 0 0 0,0 0 0 0 0,0 0 0 0 0,0-1-1 0 0,0 0 1 0 0,1 0 0 0 0,-1 0 0 0 0,0-1-1 0 0,0 0 1 0 0,0 0 0 0 0,0 0 0 0 0,0-1 0 0 0,0 0-1 0 0,0 0 1 0 0,0-1 0 0 0,10-5 0 0 0,3-4-15 0 0,-1-1 1 0 0,-1 0 0 0 0,0-2 0 0 0,0 1-1 0 0,-1-2 1 0 0,-1 0 0 0 0,-1-1-1 0 0,16-24 1 0 0,-21 26-25 0 0,0 0 1 0 0,0 0-1 0 0,-2 0 1 0 0,0-1-1 0 0,0 0 0 0 0,-2 0 1 0 0,0-1-1 0 0,-1 0 1 0 0,-1 0-1 0 0,0 0 0 0 0,0-21 1 0 0,-3 26-12 0 0,-1 0 0 0 0,0 0-1 0 0,-1 0 1 0 0,0 1 0 0 0,-1-1 0 0 0,0 1 0 0 0,-1-1 0 0 0,-11-20 0 0 0,13 27 14 0 0,-1 0 0 0 0,0 0 0 0 0,0 0 0 0 0,0 0 0 0 0,-1 1 0 0 0,0 0 0 0 0,0-1 1 0 0,0 1-1 0 0,0 1 0 0 0,-1-1 0 0 0,1 1 0 0 0,-1 0 0 0 0,0 0 0 0 0,0 0 0 0 0,0 0 0 0 0,-1 1 1 0 0,1 0-1 0 0,0 0 0 0 0,-1 0 0 0 0,-7 0 0 0 0,10 1-61 0 0,0 1 0 0 0,0 0 0 0 0,1 0 0 0 0,-1 1 0 0 0,0-1 0 0 0,0 1 0 0 0,0-1 0 0 0,0 1 0 0 0,0 0 0 0 0,0 0 1 0 0,1 0-1 0 0,-1 0 0 0 0,0 1 0 0 0,1-1 0 0 0,-1 1 0 0 0,-4 3 0 0 0,5-3-350 0 0,0 0 1 0 0,0 0 0 0 0,0 0-1 0 0,0 0 1 0 0,1 1-1 0 0,-1-1 1 0 0,1 0-1 0 0,-1 1 1 0 0,1-1 0 0 0,0 1-1 0 0,-1 3 1 0 0,-2 9-2122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48.2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233 63 48 0 0,'-4'-1'260'0'0,"-1"0"1"0"0,1 0-1 0 0,0 0 0 0 0,-1 1 1 0 0,1-1-1 0 0,0 1 0 0 0,-1 0 1 0 0,1 0-1 0 0,-6 1 1 0 0,-16 0 747 0 0,22-2-844 0 0,-1 0 0 0 0,0 1-1 0 0,0 0 1 0 0,1 0 0 0 0,-1 0 0 0 0,0 0-1 0 0,0 1 1 0 0,1 0 0 0 0,-1 0-1 0 0,0 0 1 0 0,1 0 0 0 0,-1 1 0 0 0,1 0-1 0 0,0 0 1 0 0,-1 0 0 0 0,1 0-1 0 0,0 1 1 0 0,0 0 0 0 0,-6 5 0 0 0,6-3-77 0 0,0-1 0 0 0,0 1 0 0 0,1 0 0 0 0,0 0 0 0 0,0 1 0 0 0,0-1 0 0 0,0 1 0 0 0,1-1 0 0 0,0 1 0 0 0,0 0 0 0 0,0 0 0 0 0,1 0 0 0 0,0 0 0 0 0,0 12 0 0 0,0-9-27 0 0,1 1 0 0 0,0 0 0 0 0,1 0 0 0 0,0-1 0 0 0,1 1 0 0 0,0-1 0 0 0,1 1 0 0 0,-1-1 0 0 0,2 0 0 0 0,-1 0 0 0 0,1 0 0 0 0,1 0 0 0 0,6 9 0 0 0,-7-13-35 0 0,-1 0-1 0 0,1-1 0 0 0,0 1 0 0 0,1-1 1 0 0,-1 0-1 0 0,1 0 0 0 0,0 0 0 0 0,0-1 1 0 0,0 0-1 0 0,0 0 0 0 0,1 0 0 0 0,-1-1 1 0 0,1 1-1 0 0,0-1 0 0 0,-1-1 0 0 0,1 1 1 0 0,0-1-1 0 0,0 0 0 0 0,0 0 0 0 0,0-1 1 0 0,0 0-1 0 0,10 0 0 0 0,-7-2-6 0 0,1 0-1 0 0,0 0 1 0 0,0 0 0 0 0,-1-1-1 0 0,1-1 1 0 0,-1 0-1 0 0,0 0 1 0 0,0-1 0 0 0,-1 0-1 0 0,1 0 1 0 0,-1-1-1 0 0,0 0 1 0 0,-1-1 0 0 0,1 0-1 0 0,9-11 1 0 0,-9 8-17 0 0,0 1 1 0 0,-1-2 0 0 0,0 1-1 0 0,-1-1 1 0 0,0 1 0 0 0,-1-2-1 0 0,0 1 1 0 0,0-1-1 0 0,-1 1 1 0 0,-1-1 0 0 0,0 0-1 0 0,1-18 1 0 0,-3 24-9 0 0,-1 0 1 0 0,0 0-1 0 0,0-1 1 0 0,-1 1-1 0 0,0 0 1 0 0,0 0-1 0 0,-1 0 0 0 0,1 1 1 0 0,-1-1-1 0 0,0 0 1 0 0,-1 1-1 0 0,1-1 1 0 0,-1 1-1 0 0,-6-8 0 0 0,6 9 3 0 0,0 1-1 0 0,0-1 0 0 0,0 1 0 0 0,-1 0 1 0 0,1 0-1 0 0,-1 0 0 0 0,0 1 0 0 0,0-1 0 0 0,0 1 1 0 0,0 0-1 0 0,0 0 0 0 0,0 0 0 0 0,-1 1 1 0 0,1-1-1 0 0,-1 1 0 0 0,1 0 0 0 0,-1 1 0 0 0,1-1 1 0 0,-8 1-1 0 0,3 0 0 0 0,0 1 1 0 0,1 1-1 0 0,-1-1 1 0 0,1 1-1 0 0,0 1 1 0 0,-1 0-1 0 0,1 0 0 0 0,0 1 1 0 0,1-1-1 0 0,-1 2 1 0 0,1-1-1 0 0,-1 1 1 0 0,-10 10-1 0 0,-8 8-100 0 0,2 1 1 0 0,-24 31-1 0 0,33-37-23 0 0,6-8-90 0 0,1 1 0 0 0,0 0 0 0 0,0 1 0 0 0,-6 14 0 0 0,11-21-386 0 0,1 1 1 0 0,0 1-1 0 0,0-1 0 0 0,0 0 0 0 0,1 0 1 0 0,-1 9-1 0 0,1 1-1605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48.9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 0 592 0 0,'0'0'716'0'0,"0"0"-38"0"0,0 0-38 0 0,0 0-22 0 0,-1 1-505 0 0,0 0 0 0 0,0-1 0 0 0,0 1 0 0 0,1 0 1 0 0,-1 0-1 0 0,0-1 0 0 0,1 1 0 0 0,-1 0 1 0 0,0 0-1 0 0,1 0 0 0 0,-1 0 0 0 0,1 0 0 0 0,0 0 1 0 0,-1 1-1 0 0,7 25 683 0 0,0 0 0 0 0,-2 0 1 0 0,2 29-1 0 0,-6-25-517 0 0,0-1 0 0 0,-2 1-1 0 0,-2-1 1 0 0,-12 56 0 0 0,11-64-173 0 0,-6 18 97 0 0,8-32-434 0 0,1 0 0 0 0,-1 0 0 0 0,1 0 0 0 0,0 1 0 0 0,1-1 0 0 0,-1 16 0 0 0,2-24 97 0 0,0 1 0 0 0,0-1 0 0 0,0 0 0 0 0,0 1 0 0 0,0-1 0 0 0,1 1 1 0 0,-1-1-1 0 0,0 0 0 0 0,0 1 0 0 0,0-1 0 0 0,0 0 0 0 0,1 1 0 0 0,-1-1 0 0 0,0 0 0 0 0,0 1 1 0 0,0-1-1 0 0,1 0 0 0 0,-1 0 0 0 0,0 1 0 0 0,1-1 0 0 0,-1 0 0 0 0,0 0 0 0 0,1 1 0 0 0,-1-1 1 0 0,0 0-1 0 0,1 0 0 0 0,-1 0 0 0 0,1 1 0 0 0,-1-1-40 0 0,2 0-2166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49.7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6 144 0 0,'0'0'687'0'0,"3"-5"349"0"0,0 6 3449 0 0,0 3-4241 0 0,1-1 1 0 0,-1 2-1 0 0,0-1 0 0 0,-1 0 1 0 0,1 0-1 0 0,-1 1 0 0 0,0 0 1 0 0,0-1-1 0 0,0 1 0 0 0,-1 0 1 0 0,2 9-1 0 0,8 65 752 0 0,-8-45-697 0 0,3 164 567 0 0,-7-136-1067 0 0,1-34-274 0 0,0 24-1079 0 0,2-17-3029 0 0,-2-23 1975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51.0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356 32 368 0 0,'-6'-10'2070'0'0,"-8"-11"1735"0"0,13 21-3719 0 0,-1 0 0 0 0,0-1 0 0 0,1 1 0 0 0,-1 0 0 0 0,0 1 0 0 0,1-1 0 0 0,-1 0 0 0 0,1 0 0 0 0,-1 1 0 0 0,0-1 0 0 0,1 1 0 0 0,-1 0 0 0 0,1-1 0 0 0,-1 1 0 0 0,1 0 0 0 0,-2 1 0 0 0,-35 21 486 0 0,23-13-282 0 0,-8 3-19 0 0,0 1-1 0 0,1 2 1 0 0,1 0-1 0 0,0 1 1 0 0,2 1-1 0 0,0 1 1 0 0,-17 21-1 0 0,28-29-139 0 0,0 1 0 0 0,0 0-1 0 0,1 0 1 0 0,1 0 0 0 0,0 1 0 0 0,0 0 0 0 0,1 0-1 0 0,1 1 1 0 0,1-1 0 0 0,0 1 0 0 0,0 0 0 0 0,1 0-1 0 0,1 0 1 0 0,0 0 0 0 0,2 19 0 0 0,0-21-19 0 0,1 1 0 0 0,0-1 0 0 0,1 0 0 0 0,0 0 0 0 0,1-1 0 0 0,1 1 0 0 0,-1-1 0 0 0,2 1 0 0 0,8 13 0 0 0,-10-19-59 0 0,1 0-1 0 0,0 0 0 0 0,0 0 1 0 0,0 0-1 0 0,1-1 0 0 0,0 0 0 0 0,0 0 1 0 0,0-1-1 0 0,0 1 0 0 0,1-1 1 0 0,0-1-1 0 0,0 1 0 0 0,0-1 0 0 0,0-1 1 0 0,0 1-1 0 0,11 2 0 0 0,1-3 15 0 0,0 0 0 0 0,0-1 0 0 0,1 0 0 0 0,-1-2-1 0 0,0 0 1 0 0,0-2 0 0 0,0 0 0 0 0,0-1 0 0 0,-1 0 0 0 0,29-12-1 0 0,-10 1-46 0 0,-1-2-1 0 0,0-2 1 0 0,-2-1-1 0 0,34-25 0 0 0,-48 31-52 0 0,0-2-1 0 0,-1 0 1 0 0,31-36-1 0 0,-43 44 21 0 0,-1-1 1 0 0,0 1-1 0 0,0-1 0 0 0,0 0 0 0 0,-1-1 1 0 0,-1 1-1 0 0,0-1 0 0 0,0 0 0 0 0,-1 0 1 0 0,0 0-1 0 0,3-19 0 0 0,-6 25 4 0 0,1-1 0 0 0,-1 1 0 0 0,0 0 0 0 0,-1 0 0 0 0,1 0 0 0 0,-1 0 1 0 0,0 0-1 0 0,0 0 0 0 0,0 0 0 0 0,0 0 0 0 0,-1 0 0 0 0,0 0 0 0 0,0 1 0 0 0,0-1 0 0 0,0 0 0 0 0,0 1 0 0 0,-1 0 0 0 0,-2-4 0 0 0,0 3-23 0 0,0-1 0 0 0,-1 1 0 0 0,1 0 0 0 0,-1 1 0 0 0,0-1 0 0 0,0 1 0 0 0,0 0 0 0 0,0 1 0 0 0,-1-1 0 0 0,-7-1 0 0 0,-3 0-177 0 0,1 2-1 0 0,-1-1 1 0 0,0 2-1 0 0,1 0 1 0 0,-1 1 0 0 0,0 1-1 0 0,1 0 1 0 0,-21 5-1 0 0,-20 12-2284 0 0,22 1-1987 0 0,13-1 1105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53.4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8 0 0,'0'0'12'0'0,"0"0"-20"0"0,0 0 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54.0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1 183 468 0 0,'5'-23'2102'0'0,"2"9"-1124"0"0,-7 13-797 0 0,1 0 0 0 0,0 0 0 0 0,0 0 0 0 0,-1 0 0 0 0,1 0 0 0 0,0-1 0 0 0,-1 1 0 0 0,1 0 0 0 0,-1 0 0 0 0,0-1 0 0 0,1 1 0 0 0,-1 0 0 0 0,0-1 0 0 0,0 1 0 0 0,0 0 0 0 0,0-3 0 0 0,5-1 130 0 0,1-3 94 0 0,-6 4-419 0 0,1 1-1 0 0,-1 0 0 0 0,1 0 0 0 0,0 0 0 0 0,0 0 0 0 0,0 1 1 0 0,0-1-1 0 0,0 0 0 0 0,1 0 0 0 0,0 1 0 0 0,-1-1 1 0 0,1 0-1 0 0,0 1 0 0 0,4-4 0 0 0,-3 2-10 0 0,0 0 1 0 0,0 1-1 0 0,0-1 0 0 0,-1 0 0 0 0,1 0 0 0 0,-1-1 1 0 0,0 1-1 0 0,1-5 0 0 0,-2-13 892 0 0,-1 35-77 0 0,1 5-680 0 0,-1-1 0 0 0,0 1 0 0 0,-5 30 0 0 0,0-4 67 0 0,0 58 475 0 0,10 142-1 0 0,-4-232-664 0 0,-1-6-33 0 0,0 1 1 0 0,0-1-1 0 0,0 0 1 0 0,0 0 0 0 0,-3 10-1 0 0,-3-3-967 0 0,6-12 209 0 0,0-1-753 0 0,0 0-1022 0 0,0 0 197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56.3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207 52 636 0 0,'-13'-5'727'0'0,"11"4"-23"0"0,-2 2-15 0 0,-4 0-350 0 0,0 1 0 0 0,1 0 0 0 0,-1 1-1 0 0,1-1 1 0 0,0 2 0 0 0,-1-1 0 0 0,1 1 0 0 0,1 0-1 0 0,-1 0 1 0 0,1 1 0 0 0,-1 0 0 0 0,-6 7 0 0 0,5-3-15 0 0,0 0 0 0 0,0 0 0 0 0,1 1 0 0 0,1 0 0 0 0,-1 1 1 0 0,2 0-1 0 0,-8 18 0 0 0,7-14-121 0 0,1 1-1 0 0,1 0 1 0 0,0 0 0 0 0,1 0 0 0 0,1 0-1 0 0,1 1 1 0 0,0-1 0 0 0,1 1-1 0 0,0-1 1 0 0,2 1 0 0 0,0-1-1 0 0,6 23 1 0 0,-6-32-146 0 0,0 0 0 0 0,0-1 0 0 0,1 1-1 0 0,0-1 1 0 0,0 0 0 0 0,1 0 0 0 0,0 0 0 0 0,0 0 0 0 0,0-1 0 0 0,1 1-1 0 0,-1-1 1 0 0,1 0 0 0 0,0-1 0 0 0,1 1 0 0 0,-1-1 0 0 0,1 0-1 0 0,0 0 1 0 0,0-1 0 0 0,0 0 0 0 0,1 0 0 0 0,-1 0 0 0 0,14 3-1 0 0,-10-4-25 0 0,0-1 0 0 0,0 0 0 0 0,0-1 0 0 0,0 0 0 0 0,0 0 0 0 0,0-1 0 0 0,0 0 0 0 0,0-1 0 0 0,0 0 0 0 0,-1 0 0 0 0,1-1 0 0 0,0-1 0 0 0,-1 0 0 0 0,0 0 0 0 0,12-8 0 0 0,-3 1-59 0 0,-1 0 0 0 0,-1-2 0 0 0,0 0-1 0 0,-1-1 1 0 0,0 0 0 0 0,13-18 0 0 0,-19 22-27 0 0,-1-2 0 0 0,0 1-1 0 0,-1-1 1 0 0,0 0 0 0 0,-1 0 0 0 0,-1-1-1 0 0,0 0 1 0 0,0 0 0 0 0,5-25 0 0 0,-9 28 1 0 0,-1 1 1 0 0,0-1-1 0 0,0 0 1 0 0,-1 1-1 0 0,0-1 1 0 0,0 1-1 0 0,-1-1 1 0 0,-1 1-1 0 0,0 0 1 0 0,0 0-1 0 0,0 0 1 0 0,-1 0-1 0 0,-1 0 1 0 0,1 1-1 0 0,-2 0 1 0 0,1 0-1 0 0,-1 0 1 0 0,0 1-1 0 0,0-1 1 0 0,-1 1-1 0 0,-11-8 1 0 0,10 8-50 0 0,0 1 0 0 0,0 0 1 0 0,0 0-1 0 0,-1 1 1 0 0,0 0-1 0 0,-1 1 0 0 0,1 0 1 0 0,-1 0-1 0 0,1 1 0 0 0,-1 0 1 0 0,0 1-1 0 0,0 0 0 0 0,0 0 1 0 0,-1 1-1 0 0,1 1 0 0 0,0 0 1 0 0,0 0-1 0 0,-1 1 1 0 0,-16 3-1 0 0,25-4-40 0 0,0 1 1 0 0,0 0-1 0 0,0-1 0 0 0,0 1 1 0 0,0 0-1 0 0,1 0 0 0 0,-1 0 1 0 0,0 0-1 0 0,1 0 0 0 0,-4 3 1 0 0,-3 11-3718 0 0,6-4 1168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57.1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332 101 180 0 0,'-50'-15'3638'0'0,"43"12"-3350"0"0,1 1-1 0 0,-1 0 1 0 0,0 0-1 0 0,0 0 1 0 0,0 1-1 0 0,0 0 1 0 0,-1 0-1 0 0,1 1 1 0 0,-14 0-1 0 0,13 2-115 0 0,0 0 0 0 0,0 1 1 0 0,0 0-1 0 0,1 0 0 0 0,-1 1 0 0 0,1-1 0 0 0,0 2 0 0 0,0-1 0 0 0,0 1 0 0 0,0 0 0 0 0,1 0 0 0 0,0 1 0 0 0,0 0 1 0 0,1 0-1 0 0,-1 1 0 0 0,1-1 0 0 0,-4 9 0 0 0,-2 2 142 0 0,2-1 1 0 0,0 2-1 0 0,1 0 1 0 0,0 0-1 0 0,2 0 0 0 0,-6 23 1 0 0,9-28-128 0 0,1-1 0 0 0,0 1 0 0 0,0 0 0 0 0,2 0-1 0 0,-1 0 1 0 0,2-1 0 0 0,2 21 0 0 0,-2-28-129 0 0,0 0-1 0 0,1 1 0 0 0,-1-1 1 0 0,1 0-1 0 0,0 0 0 0 0,1 0 1 0 0,-1-1-1 0 0,1 1 0 0 0,0-1 1 0 0,0 1-1 0 0,0-1 0 0 0,1 0 1 0 0,0 0-1 0 0,0 0 0 0 0,0-1 1 0 0,0 1-1 0 0,0-1 0 0 0,0 0 1 0 0,1 0-1 0 0,6 3 0 0 0,0-2-15 0 0,0-1-1 0 0,0 0 1 0 0,0 0 0 0 0,0-1-1 0 0,0 0 1 0 0,1-1-1 0 0,-1 0 1 0 0,1-1-1 0 0,-1-1 1 0 0,0 0-1 0 0,1 0 1 0 0,-1-1-1 0 0,0 0 1 0 0,0-1-1 0 0,0 0 1 0 0,0-1 0 0 0,13-7-1 0 0,3-1-47 0 0,0-2-1 0 0,-1-1 1 0 0,-1-2 0 0 0,0 0-1 0 0,32-30 1 0 0,-34 26-83 0 0,-1-1 0 0 0,-1 0 0 0 0,18-27 0 0 0,-31 38 22 0 0,-1 0-1 0 0,0-1 1 0 0,-1 0-1 0 0,0 0 1 0 0,0 0-1 0 0,-2-1 1 0 0,1 0 0 0 0,-2 0-1 0 0,4-18 1 0 0,-7 26 38 0 0,0 0 1 0 0,0 1 0 0 0,0-1-1 0 0,0 1 1 0 0,-1-1 0 0 0,1 1-1 0 0,-1-1 1 0 0,-1 1 0 0 0,1-1 0 0 0,0 1-1 0 0,-1 0 1 0 0,0 0 0 0 0,0 0-1 0 0,0 0 1 0 0,-1 0 0 0 0,1 0-1 0 0,-1 0 1 0 0,0 1 0 0 0,0 0-1 0 0,0-1 1 0 0,-1 1 0 0 0,1 0-1 0 0,-1 0 1 0 0,1 1 0 0 0,-1-1 0 0 0,0 1-1 0 0,0 0 1 0 0,0 0 0 0 0,-8-3-1 0 0,-2 0-79 0 0,0 0 1 0 0,-1 2-1 0 0,1-1 0 0 0,-1 1 0 0 0,0 1 0 0 0,0 1 0 0 0,-28 1 0 0 0,14 2-750 0 0,-55 11-1 0 0,10 8-4816 0 0,48-13 2713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5:59.4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264 184 328 0 0,'0'-18'4734'0'0,"-5"15"-4506"0"0,0 1-1 0 0,0 0 0 0 0,0 0 0 0 0,0 0 0 0 0,-1 1 1 0 0,1-1-1 0 0,-1 1 0 0 0,1 1 0 0 0,-1-1 0 0 0,1 1 1 0 0,-1 0-1 0 0,1 0 0 0 0,-1 0 0 0 0,0 1 0 0 0,1 0 1 0 0,-1 0-1 0 0,1 0 0 0 0,-8 4 0 0 0,5-3-57 0 0,0 1-1 0 0,1 1 0 0 0,-1-1 1 0 0,1 1-1 0 0,0 1 0 0 0,0-1 1 0 0,0 1-1 0 0,0 0 0 0 0,1 1 0 0 0,0 0 1 0 0,0 0-1 0 0,-6 8 0 0 0,4-3 38 0 0,1 2 0 0 0,0-1-1 0 0,1 1 1 0 0,1 0 0 0 0,0 0 0 0 0,0 0-1 0 0,1 1 1 0 0,1 0 0 0 0,-3 24-1 0 0,5-28-101 0 0,1 1-1 0 0,0 0 0 0 0,0-1 0 0 0,1 1 1 0 0,0 0-1 0 0,1-1 0 0 0,0 1 0 0 0,1-1 1 0 0,0 1-1 0 0,1-1 0 0 0,0 0 0 0 0,0 0 0 0 0,9 12 1 0 0,-9-16-60 0 0,1 0 0 0 0,0 0 0 0 0,1-1 0 0 0,-1 0 0 0 0,1 0 0 0 0,0-1 1 0 0,0 1-1 0 0,0-1 0 0 0,1 0 0 0 0,0-1 0 0 0,-1 0 0 0 0,1 0 0 0 0,1 0 0 0 0,-1-1 0 0 0,0 0 1 0 0,0 0-1 0 0,1-1 0 0 0,8 1 0 0 0,2-1 6 0 0,1 0 0 0 0,0-1 0 0 0,-1-1 0 0 0,1-1 0 0 0,0 0 0 0 0,19-6 0 0 0,-2-3 24 0 0,0-1 0 0 0,-1-1-1 0 0,51-28 1 0 0,91-68-97 0 0,-161 98-34 0 0,-1 0 1 0 0,0-1 0 0 0,-1-1 0 0 0,0-1-1 0 0,-1 0 1 0 0,0-1 0 0 0,-1 0 0 0 0,19-33 0 0 0,-28 42 17 0 0,0 0 0 0 0,0 0 1 0 0,0 0-1 0 0,-1 0 1 0 0,0 0-1 0 0,-1-1 1 0 0,1 1-1 0 0,-1-1 0 0 0,0 1 1 0 0,-1-1-1 0 0,1 1 1 0 0,-1-1-1 0 0,-1 0 1 0 0,1 1-1 0 0,-1-1 0 0 0,0 1 1 0 0,-1-1-1 0 0,1 1 1 0 0,-1 0-1 0 0,-1-1 1 0 0,1 1-1 0 0,-1 0 0 0 0,0 1 1 0 0,0-1-1 0 0,-1 0 1 0 0,0 1-1 0 0,0 0 1 0 0,0 0-1 0 0,-7-7 0 0 0,4 6-3 0 0,-1-1 0 0 0,0 1 0 0 0,0 0 0 0 0,0 1 0 0 0,-1-1 0 0 0,0 2 0 0 0,0-1 0 0 0,0 1 0 0 0,0 1 0 0 0,-15-4-1 0 0,8 4-18 0 0,0 0-1 0 0,0 1 1 0 0,0 1-1 0 0,0 1 1 0 0,-30 3-1 0 0,1 4-290 0 0,1 3 0 0 0,0 1-1 0 0,-67 27 1 0 0,67-18-1235 0 0,20-9-4247 0 0,18-8 2831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02.9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30 250 64 0 0,'-2'0'161'0'0,"1"0"0"0"0,0-1 0 0 0,-1 1 0 0 0,1 0 0 0 0,0-1 1 0 0,0 1-1 0 0,-1 0 0 0 0,1-1 0 0 0,0 0 0 0 0,0 1 0 0 0,0-1 0 0 0,0 0 0 0 0,0 1 0 0 0,0-1 0 0 0,0 0 1 0 0,0 0-1 0 0,0 0 0 0 0,0 0 0 0 0,0 0 0 0 0,1 0 0 0 0,-1 0 0 0 0,0 0 0 0 0,1 0 0 0 0,-1-1 0 0 0,1 1 1 0 0,-1 0-1 0 0,1 0 0 0 0,0-1 0 0 0,-1 1 0 0 0,1 0 0 0 0,0-2 0 0 0,0 2 97 0 0,-1-35 2891 0 0,1 25-3192 0 0,0 0 1 0 0,0 1-1 0 0,1-1 0 0 0,0 0 0 0 0,1 1 0 0 0,0-1 1 0 0,0 1-1 0 0,1-1 0 0 0,1 1 0 0 0,0 0 1 0 0,10-18-1 0 0,11-12 102 0 0,-25 39-15 0 0,0 1 3 0 0,0 0 11 0 0,0 0 4 0 0,0 0 7 0 0,0 0 2 0 0,0 0 5 0 0,-6 92 581 0 0,2-60-440 0 0,1 47 0 0 0,-1 23-3 0 0,2-81-170 0 0,0 0 1 0 0,1 0-1 0 0,2 0 1 0 0,0 0-1 0 0,1 0 1 0 0,7 34-1 0 0,1-32-43 0 0,3 13-818 0 0,-12-15-4821 0 0,-3-15 3521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03.7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178 42 628 0 0,'-16'0'936'0'0,"0"0"-1"0"0,0 2 1 0 0,-31 5 0 0 0,43-6-817 0 0,0 0 0 0 0,0 0 0 0 0,0 1-1 0 0,0-1 1 0 0,0 1 0 0 0,1 0 0 0 0,-1 0 0 0 0,0 1 0 0 0,1-1 0 0 0,0 1 0 0 0,-1 0-1 0 0,1 0 1 0 0,0 0 0 0 0,1 0 0 0 0,-1 0 0 0 0,0 0 0 0 0,1 1 0 0 0,0-1 0 0 0,0 1-1 0 0,-2 4 1 0 0,1 3 17 0 0,0 0 0 0 0,0 0 0 0 0,1 0 0 0 0,1 0 0 0 0,0 0-1 0 0,0 1 1 0 0,2-1 0 0 0,-1 0 0 0 0,1 1 0 0 0,1-1 0 0 0,0 0 0 0 0,0 0-1 0 0,1 0 1 0 0,0 0 0 0 0,1-1 0 0 0,1 1 0 0 0,-1-1 0 0 0,2 0 0 0 0,7 11-1 0 0,-9-14-89 0 0,1 0 0 0 0,1 0-1 0 0,-1 0 1 0 0,1-1-1 0 0,1 0 1 0 0,-1 0 0 0 0,1-1-1 0 0,0 0 1 0 0,0 0-1 0 0,0 0 1 0 0,12 4 0 0 0,-13-6-24 0 0,1-1 0 0 0,-1 0 1 0 0,1-1-1 0 0,0 1 0 0 0,-1-1 1 0 0,1-1-1 0 0,0 1 0 0 0,0-1 1 0 0,0 0-1 0 0,-1-1 0 0 0,1 1 1 0 0,0-1-1 0 0,0-1 0 0 0,-1 1 1 0 0,13-6-1 0 0,-10 4-62 0 0,0-1 1 0 0,0-1-1 0 0,-1 0 0 0 0,1 0 0 0 0,-1-1 1 0 0,0 1-1 0 0,-1-2 0 0 0,1 1 1 0 0,-1-1-1 0 0,-1 0 0 0 0,1-1 1 0 0,-1 0-1 0 0,0 0 0 0 0,-1 0 1 0 0,0 0-1 0 0,0-1 0 0 0,-1 0 0 0 0,0 0 1 0 0,-1 0-1 0 0,0-1 0 0 0,0 1 1 0 0,-1-1-1 0 0,0 0 0 0 0,0 1 1 0 0,-1-1-1 0 0,-1 0 0 0 0,0 0 1 0 0,0 0-1 0 0,-4-18 0 0 0,2 15-61 0 0,-1 2 0 0 0,0-1 0 0 0,-1 0-1 0 0,0 1 1 0 0,-1-1 0 0 0,0 1 0 0 0,-10-13-1 0 0,12 19 61 0 0,0 1 0 0 0,-1 0-1 0 0,1 0 1 0 0,-1 0-1 0 0,0 1 1 0 0,0-1-1 0 0,-1 1 1 0 0,1 0-1 0 0,-1 0 1 0 0,1 1-1 0 0,-1-1 1 0 0,0 1 0 0 0,0 0-1 0 0,0 0 1 0 0,0 1-1 0 0,0 0 1 0 0,-1-1-1 0 0,1 2 1 0 0,-6-1-1 0 0,8 0-117 0 0,1 2 0 0 0,0-1 0 0 0,-1 0 0 0 0,1 1 0 0 0,-1-1 0 0 0,1 1 1 0 0,0-1-1 0 0,0 1 0 0 0,-1 0 0 0 0,1 0 0 0 0,0 0 0 0 0,0 0 0 0 0,0 1 0 0 0,0-1 0 0 0,0 1 0 0 0,0-1 0 0 0,0 1 0 0 0,1-1 0 0 0,-1 1 0 0 0,0 0 0 0 0,1 0 0 0 0,0 0 0 0 0,-1 0 0 0 0,1 0 0 0 0,0 0 0 0 0,0 0 0 0 0,0 1 0 0 0,-1 2 0 0 0,1 10-1558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04.4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 0 236 0 0,'-1'0'229'0'0,"0"1"-1"0"0,0-1 1 0 0,0 0 0 0 0,-1 1-1 0 0,1-1 1 0 0,0 0-1 0 0,0 1 1 0 0,0-1 0 0 0,0 1-1 0 0,0 0 1 0 0,0-1 0 0 0,0 1-1 0 0,0 0 1 0 0,0 0 0 0 0,0 0-1 0 0,0 0 1 0 0,0-1-1 0 0,0 1 1 0 0,1 0 0 0 0,-1 1-1 0 0,0 0 1 0 0,1 0 81 0 0,0 0 1 0 0,0 0-1 0 0,0 0 0 0 0,0 0 1 0 0,0 0-1 0 0,1 0 0 0 0,-1 0 1 0 0,1 0-1 0 0,-1 0 0 0 0,3 3 1 0 0,2 12-677 0 0,1 7 654 0 0,-1 0 0 0 0,-2 1-1 0 0,0 0 1 0 0,-1 37 0 0 0,-13 102 319 0 0,8-142-888 0 0,-2-1-1 0 0,-8 29 0 0 0,0-11-4840 0 0,11-31 2649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05.7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316 22 584 0 0,'0'0'875'0'0,"-37"-10"4358"0"0,32 9-4994 0 0,-1 1 1 0 0,1 0-1 0 0,-1 0 1 0 0,0 0 0 0 0,1 1-1 0 0,-1-1 1 0 0,1 2-1 0 0,-1-1 1 0 0,1 0-1 0 0,0 1 1 0 0,-1 0-1 0 0,1 1 1 0 0,0-1-1 0 0,-7 5 1 0 0,3 0-67 0 0,1-1 0 0 0,0 1 1 0 0,0 1-1 0 0,1-1 0 0 0,0 1 0 0 0,0 0 1 0 0,-6 12-1 0 0,-6 11 73 0 0,3 0 1 0 0,0 2-1 0 0,-16 52 0 0 0,31-81-225 0 0,-10 25 149 0 0,2 1 0 0 0,-6 35 0 0 0,13-58-129 0 0,1 1-1 0 0,0-1 1 0 0,1 1 0 0 0,-1-1 0 0 0,2 1-1 0 0,-1 0 1 0 0,1-1 0 0 0,0 1-1 0 0,0-1 1 0 0,1 0 0 0 0,0 1 0 0 0,1-1-1 0 0,-1 0 1 0 0,7 12 0 0 0,-5-14-22 0 0,0-1 0 0 0,0 0-1 0 0,0 1 1 0 0,1-1 0 0 0,0 0 0 0 0,-1-1 0 0 0,1 1 0 0 0,0-1 0 0 0,1 0-1 0 0,-1-1 1 0 0,0 1 0 0 0,1-1 0 0 0,0 0 0 0 0,0 0 0 0 0,-1-1-1 0 0,1 1 1 0 0,0-1 0 0 0,0-1 0 0 0,0 1 0 0 0,0-1 0 0 0,0 0 0 0 0,11-2-1 0 0,5 0-2 0 0,1-2-1 0 0,0 0 0 0 0,-1-2 0 0 0,35-12 0 0 0,-28 5-113 0 0,-1 0 0 0 0,0-2 0 0 0,-2-1 0 0 0,1-1-1 0 0,-2-2 1 0 0,0 0 0 0 0,-2-2 0 0 0,0 0 0 0 0,-1-1-1 0 0,-1-2 1 0 0,-1 0 0 0 0,-2-1 0 0 0,25-43 0 0 0,-40 61 43 0 0,0 1 0 0 0,0 0 1 0 0,-1-1-1 0 0,0 1 0 0 0,-1-1 1 0 0,1 0-1 0 0,-1 0 0 0 0,-1 0 1 0 0,1 1-1 0 0,-1-1 0 0 0,0 0 1 0 0,-1 0-1 0 0,0 0 1 0 0,0 0-1 0 0,0 1 0 0 0,-1-1 1 0 0,0 0-1 0 0,0 1 0 0 0,-1 0 1 0 0,1-1-1 0 0,-1 1 0 0 0,-1 0 1 0 0,1 0-1 0 0,-1 1 1 0 0,0-1-1 0 0,-1 1 0 0 0,1 0 1 0 0,-1 0-1 0 0,0 0 0 0 0,0 0 1 0 0,-1 1-1 0 0,1 0 0 0 0,-1 0 1 0 0,0 1-1 0 0,0 0 1 0 0,0 0-1 0 0,0 0 0 0 0,-1 0 1 0 0,1 1-1 0 0,-14-3 0 0 0,5 3-101 0 0,0-1-1 0 0,0 2 0 0 0,0 0 1 0 0,0 1-1 0 0,0 0 1 0 0,-1 1-1 0 0,-17 4 0 0 0,18-2-862 0 0,1 1 0 0 0,-1 1 0 0 0,1 0 0 0 0,-17 9 0 0 0,6 0-1425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07.9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56 1 380 0 0,'0'0'635'0'0,"0"0"-38"0"0,0 0-28 0 0,0 0-22 0 0,0 0-25 0 0,0 0-16 0 0,0 0-28 0 0,0 0-34 0 0,0 0-39 0 0,0 0-31 0 0,0 0-24 0 0,11 18 1240 0 0,-7-2-1344 0 0,0-1 1 0 0,-2 1 0 0 0,1 0 0 0 0,-2 0 0 0 0,0 0 0 0 0,-2 20-1 0 0,-16 99 216 0 0,5-63-136 0 0,4-9-7 0 0,-21 80 0 0 0,14-66-773 0 0,17-68-88 0 0,0-9-4906 0 0,7-14 3134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08.8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 55 316 0 0,'29'-19'6474'0'0,"-28"18"-6163"0"0,-1 1-31 0 0,2-3-69 0 0,-1 0 0 0 0,2 0 1 0 0,-1 0-1 0 0,0 0 0 0 0,0 0 1 0 0,1 1-1 0 0,0-1 0 0 0,5-4 1 0 0,-7 7-113 0 0,-1-1-87 0 0,0 1 1 0 0,0 0 0 0 0,1 0 0 0 0,-1 0 0 0 0,0 0 0 0 0,0 0 0 0 0,0-1 0 0 0,0 1 0 0 0,0 0 0 0 0,0 0 0 0 0,0 0 0 0 0,0 0 0 0 0,0 0 0 0 0,0-1 0 0 0,0 1 0 0 0,0 0-1 0 0,0 0 1 0 0,1 0 0 0 0,-1 0 0 0 0,0 0 0 0 0,0 0 0 0 0,0-1 0 0 0,0 1 0 0 0,0 0 0 0 0,1 0 0 0 0,-1 0 0 0 0,0 0 0 0 0,0 0 0 0 0,0 0 0 0 0,0 0 0 0 0,0 0 0 0 0,1 0-1 0 0,-1 0 1 0 0,0 0 0 0 0,0 0 0 0 0,0 0 0 0 0,0 0 0 0 0,1 0 0 0 0,-1 0 0 0 0,0 0 0 0 0,0 0 0 0 0,0 0 0 0 0,0 0 0 0 0,1 0 0 0 0,-1 0 0 0 0,0 0 0 0 0,0 0 0 0 0,0 0-1 0 0,0 0 1 0 0,0 1 0 0 0,1-1 0 0 0,-1 0 0 0 0,0 0 0 0 0,0 0 0 0 0,0 0 0 0 0,0 0 0 0 0,0 20 74 0 0,-1 0 0 0 0,-1 0 1 0 0,-1-1-1 0 0,-1 1 0 0 0,-8 24 0 0 0,0 4 13 0 0,-4 22 42 0 0,4-21-24 0 0,1 1 1 0 0,3 0-1 0 0,2 1 0 0 0,1 63 0 0 0,16-29 9 0 0,-7-66-1097 0 0,-1 0 0 0 0,-1 1 1 0 0,0 37-1 0 0,-4-47-1956 0 0,-3-3 225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10.0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156 135 608 0 0,'0'0'80'0'0,"0"-1"1"0"0,0 1-1 0 0,0-1 0 0 0,0 1 1 0 0,0-1-1 0 0,0 1 0 0 0,-1 0 1 0 0,1-1-1 0 0,0 1 0 0 0,0-1 1 0 0,-1 1-1 0 0,1 0 0 0 0,0-1 1 0 0,0 1-1 0 0,-1 0 0 0 0,1-1 1 0 0,0 1-1 0 0,-1 0 0 0 0,1-1 1 0 0,0 1-1 0 0,-1 0 0 0 0,1 0 0 0 0,-1-1 1 0 0,1 1-1 0 0,0 0 0 0 0,-1 0 1 0 0,1 0-1 0 0,-1 0 0 0 0,1-1 1 0 0,-1 1-1 0 0,1 0 0 0 0,-1 0 1 0 0,1 0-1 0 0,-1 0 0 0 0,1 0 1 0 0,0 0-1 0 0,-1 0 0 0 0,1 0 1 0 0,-1 1-1 0 0,1-1 0 0 0,-1 0 1 0 0,0 0-1 0 0,-20 6 1098 0 0,20-5-1099 0 0,-9 4 283 0 0,0 0-1 0 0,1 1 1 0 0,0 0-1 0 0,0 1 1 0 0,1 0-1 0 0,0 1 1 0 0,0-1-1 0 0,0 2 1 0 0,-7 10-1 0 0,13-16-256 0 0,-1 1-12 0 0,0 0 0 0 0,1 0 0 0 0,-1 1 0 0 0,1-1 0 0 0,0 1 0 0 0,0 0 0 0 0,1-1 0 0 0,0 1 0 0 0,0 0 0 0 0,0 0 0 0 0,0 0 0 0 0,1 0 0 0 0,-1 0-1 0 0,1 0 1 0 0,1 7 0 0 0,1 4 107 0 0,0 0 0 0 0,1-1-1 0 0,8 24 1 0 0,-6-27-156 0 0,-1 0 1 0 0,2-1-1 0 0,-1 0 0 0 0,1 0 1 0 0,1 0-1 0 0,0-1 0 0 0,1 0 1 0 0,0 0-1 0 0,0-1 0 0 0,1 0 1 0 0,0-1-1 0 0,1 0 0 0 0,0 0 1 0 0,0-1-1 0 0,0 0 0 0 0,1-1 1 0 0,0 0-1 0 0,1 0 0 0 0,-1-2 1 0 0,1 1-1 0 0,0-1 0 0 0,0-1 1 0 0,0 0-1 0 0,1-1 0 0 0,-1 0 0 0 0,21 0 1 0 0,-20-4-62 0 0,-1 0 1 0 0,0 0-1 0 0,0-1 1 0 0,0 0-1 0 0,-1-1 1 0 0,1-1-1 0 0,-1 0 1 0 0,0 0-1 0 0,0-1 1 0 0,-1 0-1 0 0,0-1 1 0 0,0 0-1 0 0,0-1 1 0 0,-1 0-1 0 0,0-1 1 0 0,0 1-1 0 0,-1-2 1 0 0,-1 1-1 0 0,10-16 1 0 0,-10 16-47 0 0,-1-1 0 0 0,0-1 0 0 0,0 1 0 0 0,-1-1 0 0 0,-1 0 0 0 0,0 0 0 0 0,0 0 0 0 0,-1 0 0 0 0,-1-1 0 0 0,0 0 0 0 0,0 1 0 0 0,-1-1 0 0 0,-1 0 0 0 0,0 0 0 0 0,0 1 0 0 0,-1-1 0 0 0,-1 0 0 0 0,0 0 0 0 0,0 1 0 0 0,-5-13 0 0 0,1 10-61 0 0,-1 0 1 0 0,0 1-1 0 0,-1 1 0 0 0,0-1 1 0 0,-1 1-1 0 0,0 0 0 0 0,-1 1 1 0 0,0 0-1 0 0,-1 1 0 0 0,0 0 1 0 0,-1 1-1 0 0,0 0 0 0 0,0 1 1 0 0,-19-10-1 0 0,28 16-12 0 0,-26-11-804 0 0,11 7-2978 0 0,16 6 1654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11.5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9 492 0 0,'0'-1'244'0'0,"1"1"-1"0"0,0-1 0 0 0,0 0 1 0 0,0 1-1 0 0,0-1 1 0 0,-1 0-1 0 0,1 1 1 0 0,0-1-1 0 0,0 1 1 0 0,0-1-1 0 0,0 1 1 0 0,1 0-1 0 0,-1-1 1 0 0,0 1-1 0 0,0 0 0 0 0,0 0 1 0 0,0 0-1 0 0,0 0 1 0 0,0 0-1 0 0,0 0 1 0 0,0 0-1 0 0,0 0 1 0 0,0 0-1 0 0,1 1 1 0 0,-1-1-1 0 0,0 0 1 0 0,0 1-1 0 0,0-1 1 0 0,0 1-1 0 0,0-1 0 0 0,0 1 1 0 0,-1-1-1 0 0,1 1 1 0 0,1 0-1 0 0,0 3-102 0 0,0-1 0 0 0,-1 1 0 0 0,1 0 0 0 0,-1 0-1 0 0,0 0 1 0 0,0 0 0 0 0,0 0 0 0 0,0 4 0 0 0,0-2 68 0 0,2 12 110 0 0,-2 0-1 0 0,0 1 1 0 0,-3 28 0 0 0,0 6 57 0 0,-8 66 278 0 0,0 1-920 0 0,5-96-883 0 0,-2-20-4871 0 0,7-4 3004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15.2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97 0 416 0 0,'-1'0'164'0'0,"0"1"0"0"0,0-1 0 0 0,0 1 0 0 0,0-1 0 0 0,0 1 0 0 0,0-1 0 0 0,1 1 0 0 0,-1 0 0 0 0,0-1 0 0 0,0 1 0 0 0,0 0 0 0 0,1 0 0 0 0,-1-1 0 0 0,0 1-1 0 0,1 0 1 0 0,-1 0 0 0 0,1 0 0 0 0,-1 0 0 0 0,1 0 0 0 0,-1 0 0 0 0,1 0 0 0 0,0 0 0 0 0,0 0 0 0 0,-1 0 0 0 0,1 0 0 0 0,0 0 0 0 0,0 0 0 0 0,0 0 0 0 0,0 0 0 0 0,0 0 0 0 0,0 0 0 0 0,0 0 0 0 0,1 1 0 0 0,-1-1 0 0 0,0 1 0 0 0,1 21 1988 0 0,-11 16-968 0 0,6-20-955 0 0,1 1 1 0 0,1 0-1 0 0,1-1 1 0 0,0 1 0 0 0,2 0-1 0 0,2 21 1 0 0,1-1 87 0 0,-1 50 0 0 0,-2 13-56 0 0,-4 119 143 0 0,-4-93-251 0 0,-2-48-78 0 0,-5 32-124 0 0,2-9-2 0 0,1-3 42 0 0,10-98 128 0 0,-7 32-702 0 0,4-31-332 0 0,1-21 206 0 0,3 5-725 0 0,0 0-1 0 0,1 0 1 0 0,3-18 0 0 0,2 2-1297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16.4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116 0 64 0 0,'0'0'497'0'0,"0"0"-15"0"0,0 0-30 0 0,0 1-366 0 0,0-1 0 0 0,0 0 0 0 0,1 1 0 0 0,-1-1-1 0 0,0 0 1 0 0,0 0 0 0 0,1 1 0 0 0,-1-1 0 0 0,0 1-1 0 0,0-1 1 0 0,0 0 0 0 0,0 1 0 0 0,1-1 0 0 0,-1 0 0 0 0,0 1-1 0 0,0-1 1 0 0,0 1 0 0 0,0-1 0 0 0,0 0 0 0 0,0 1-1 0 0,0-1 1 0 0,0 1 0 0 0,0-1 0 0 0,0 0 0 0 0,-1 2-1 0 0,-14 42 2180 0 0,15-43-2068 0 0,-1 32 910 0 0,-6 9-462 0 0,1-10-294 0 0,1 0 0 0 0,2 1-1 0 0,1 47 1 0 0,-4 67 124 0 0,6-118-362 0 0,-2 0 0 0 0,-5 35 1 0 0,3-35-18 0 0,1 0 1 0 0,1 30-1 0 0,5 116 259 0 0,-4-151-335 0 0,0 0 0 0 0,-1 0 0 0 0,-10 44 0 0 0,-9 24-13 0 0,21-90-73 0 0,0 0-1 0 0,-1 0 1 0 0,1 1 0 0 0,-1-1-1 0 0,0 0 1 0 0,0 0 0 0 0,0 0-1 0 0,0 0 1 0 0,0 0 0 0 0,0 0 0 0 0,0 0-1 0 0,-3 3 1 0 0,3-5-368 0 0,1 0-271 0 0,0 0-922 0 0,-1-3-1124 0 0,-5-15 213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17.4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0 420 0 0,'0'0'519'0'0,"0"0"-43"0"0,0 0-26 0 0,0 0-5 0 0,0 0-5 0 0,0 0 4 0 0,0 0 8 0 0,5 3 15 0 0,-3-1-359 0 0,0 0 1 0 0,0 0-1 0 0,1 0 0 0 0,-1 0 1 0 0,0 0-1 0 0,-1 1 0 0 0,1-1 1 0 0,0 1-1 0 0,-1-1 0 0 0,1 1 1 0 0,-1 0-1 0 0,0 0 0 0 0,0-1 1 0 0,0 1-1 0 0,0 0 0 0 0,-1 0 0 0 0,1 0 1 0 0,-1 0-1 0 0,1 4 0 0 0,0 0-1 0 0,4 31 626 0 0,-1 1 0 0 0,-2 56 1 0 0,2 40-50 0 0,-2-120-730 0 0,1 1-1 0 0,0 0 0 0 0,1 0 1 0 0,1-1-1 0 0,0 0 1 0 0,10 19-1 0 0,-13-31-123 0 0,0 1-1 0 0,0-2 1 0 0,0 1-1 0 0,1 0 1 0 0,-1 0-1 0 0,1-1 1 0 0,0 1-1 0 0,0-1 1 0 0,0 0-1 0 0,0 0 1 0 0,0 0 0 0 0,0 0-1 0 0,4 1 1 0 0,9 6-2635 0 0,-1-2 692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18.1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1 228 0 0,'-9'25'2972'0'0,"8"-17"-2537"0"0,0 1 0 0 0,0-1 1 0 0,1 1-1 0 0,0-1 0 0 0,0 0 1 0 0,1 1-1 0 0,3 15 0 0 0,20 60 509 0 0,-17-61-687 0 0,8 38-576 0 0,-2 0-1 0 0,5 84 1 0 0,-17-136-433 0 0,-1 0 0 0 0,0 0 0 0 0,0 0 0 0 0,-2 10 0 0 0,0-3-1029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19.9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0 140 0 0,'3'4'544'0'0,"0"0"1"0"0,0-1-1 0 0,0 0 1 0 0,0 0-1 0 0,1 0 1 0 0,-1 0-1 0 0,8 4 0 0 0,-4-3 26 0 0,1-1-1 0 0,0 0 1 0 0,0-1-1 0 0,0 1 1 0 0,10 0-1 0 0,7 3 109 0 0,-21-5-594 0 0,0 1 1 0 0,0 0-1 0 0,0 0 0 0 0,0 0 1 0 0,-1 0-1 0 0,1 0 0 0 0,-1 1 1 0 0,1-1-1 0 0,-1 1 0 0 0,0 0 0 0 0,0 0 1 0 0,0 1-1 0 0,-1-1 0 0 0,1 0 1 0 0,-1 1-1 0 0,1-1 0 0 0,-1 1 1 0 0,0 0-1 0 0,-1 0 0 0 0,1 0 1 0 0,-1 0-1 0 0,0 0 0 0 0,0 0 0 0 0,0 0 1 0 0,0 1-1 0 0,0 4 0 0 0,1 14 94 0 0,-1 1 0 0 0,-1-1 0 0 0,-4 38 0 0 0,1-30 49 0 0,-1 40 134 0 0,-9 102 249 0 0,11-153-687 0 0,2-13-221 0 0,0-1 0 0 0,-1 1 1 0 0,0 0-1 0 0,-1-1 0 0 0,-2 10 0 0 0,3-16 65 0 0,1 1-1 0 0,0-1 0 0 0,0 1 0 0 0,-1-1 1 0 0,1 1-1 0 0,0-1 0 0 0,-1 1 0 0 0,1-1 0 0 0,-1 0 1 0 0,1 1-1 0 0,-1-1 0 0 0,1 0 0 0 0,0 1 1 0 0,-1-1-1 0 0,1 0 0 0 0,-1 0 0 0 0,1 0 1 0 0,-1 1-1 0 0,1-1 0 0 0,-1 0 0 0 0,0 0 1 0 0,0 0-1 0 0,0 0-2882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21.6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108 108 860 0 0,'0'0'891'0'0,"-1"0"-703"0"0,0 0-1 0 0,1 0 1 0 0,-1-1-1 0 0,0 1 1 0 0,1 0-1 0 0,-1 0 0 0 0,0 0 1 0 0,1 0-1 0 0,-1 0 1 0 0,0 0-1 0 0,1 0 0 0 0,-1 0 1 0 0,0 0-1 0 0,1 0 1 0 0,-1 0-1 0 0,0 0 1 0 0,1 1-1 0 0,-1-1 0 0 0,0 0 1 0 0,-5 5 93 0 0,0-1 0 0 0,1 1 0 0 0,-1 1 0 0 0,1-1-1 0 0,0 1 1 0 0,1-1 0 0 0,0 1 0 0 0,0 1 0 0 0,0-1 0 0 0,0 1 0 0 0,1-1 0 0 0,0 1 0 0 0,1 0 0 0 0,-4 12 0 0 0,-2 15 705 0 0,-7 62 1 0 0,14-91-888 0 0,-1 15 99 0 0,1-1 0 0 0,1 0 0 0 0,1 1 0 0 0,1-1 1 0 0,1 0-1 0 0,0 0 0 0 0,1 0 0 0 0,1 0 0 0 0,1-1 0 0 0,10 22 0 0 0,-14-34-152 0 0,2-1 0 0 0,-1 1 0 0 0,0-1 0 0 0,1 0 0 0 0,0 0 0 0 0,0 0 0 0 0,1 0 0 0 0,-1-1 0 0 0,1 0 0 0 0,0 0 0 0 0,10 6 0 0 0,-12-8-32 0 0,0 0-1 0 0,0-1 1 0 0,1 0-1 0 0,-1 0 1 0 0,0 0-1 0 0,0 0 1 0 0,1 0-1 0 0,-1 0 1 0 0,0-1-1 0 0,1 0 1 0 0,-1 0-1 0 0,0 0 1 0 0,1 0-1 0 0,-1 0 1 0 0,0 0-1 0 0,1-1 1 0 0,-1 0-1 0 0,0 0 1 0 0,1 0-1 0 0,-1 0 1 0 0,0 0-1 0 0,0-1 1 0 0,4-2-1 0 0,8-6-11 0 0,-1-1 0 0 0,0-1 0 0 0,-1 0 0 0 0,0-1 0 0 0,-1 0 0 0 0,0-1 0 0 0,-2-1 0 0 0,1 1 0 0 0,15-32 0 0 0,-12 16-117 0 0,0-1 1 0 0,-2-1 0 0 0,-2 0 0 0 0,9-45-1 0 0,-15 57-22 0 0,-1 1 0 0 0,-1-1 0 0 0,-1 1-1 0 0,-2-29 1 0 0,0 39 4 0 0,0 0 1 0 0,0 0-1 0 0,-1 0 0 0 0,0 0 0 0 0,-1 0 1 0 0,0 1-1 0 0,0-1 0 0 0,-1 1 1 0 0,0-1-1 0 0,0 1 0 0 0,-9-11 0 0 0,11 16 25 0 0,-1 0 0 0 0,0 0 0 0 0,0 1 0 0 0,0-1 0 0 0,0 1 0 0 0,0-1 0 0 0,-1 1 0 0 0,1 0 0 0 0,0 0 0 0 0,-1 1 0 0 0,0-1 0 0 0,1 1 0 0 0,-1 0 0 0 0,0 0 1 0 0,0 0-1 0 0,0 0 0 0 0,-4 0 0 0 0,1 1-526 0 0,0 0 1 0 0,0 0-1 0 0,0 1 1 0 0,0 0-1 0 0,0 0 1 0 0,0 1 0 0 0,0 0-1 0 0,-11 5 1 0 0,-7 2-1825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29.1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 28 0 0,'20'-3'3180'0'0,"22"22"-1296"0"0,-24-10-1297 0 0,1-1-1 0 0,20 5 1 0 0,38 7 23 0 0,99 32 535 0 0,-163-47-1005 0 0,-1 0 0 0 0,1 2 0 0 0,-1-1 0 0 0,0 1 0 0 0,0 1 0 0 0,-1 0 0 0 0,0 1 0 0 0,-1 0 1 0 0,16 18-1 0 0,-16-18-33 0 0,3 4 4 0 0,-12-12-91 0 0,4 5 2 0 0,-5-6-19 0 0,0 0-1 0 0,0 0 1 0 0,0 0 0 0 0,0 0-1 0 0,0 0 1 0 0,0 0 0 0 0,1 1-1 0 0,-1-1 1 0 0,0 0 0 0 0,0 0-1 0 0,0 0 1 0 0,0 0-1 0 0,0 0 1 0 0,0 0 0 0 0,0 0-1 0 0,0 0 1 0 0,0 0 0 0 0,1 1-1 0 0,-1-1 1 0 0,0 0 0 0 0,0 0-1 0 0,0 0 1 0 0,0 0 0 0 0,0 0-1 0 0,0 0 1 0 0,0 1 0 0 0,0-1-1 0 0,0 0 1 0 0,0 0 0 0 0,0 0-1 0 0,0 0 1 0 0,0 0-1 0 0,0 0 1 0 0,0 1 0 0 0,0-1-1 0 0,0 0 1 0 0,0 0 0 0 0,0 0-1 0 0,0 0 1 0 0,0 0 0 0 0,0 0-1 0 0,0 1 1 0 0,-1-1 0 0 0,1 0-1 0 0,0 0 1 0 0,0 0 0 0 0,0 0-1 0 0,0 0 1 0 0,0 0-1 0 0,0 0 1 0 0,0 0 0 0 0,0 0-1 0 0,0 1 1 0 0,-1-1 0 0 0,1 0-1 0 0,0 0 1 0 0,0 0 0 0 0,0 0-1 0 0,0 0 1 0 0,-1 0 0 0 0,-12 2-5 0 0,-1 0 1 0 0,1 1-1 0 0,0 0 1 0 0,0 1 0 0 0,0 0-1 0 0,-22 12 1 0 0,-24 7 5 0 0,48-18 5 0 0,-1 0 0 0 0,1 0 0 0 0,-16 12 0 0 0,-27 13 51 0 0,34-21-69 0 0,2 0-3573 0 0,12-7 960 0 0,5-1 199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30.3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19 160 0 0,'8'-16'1933'0'0,"-8"16"-1873"0"0,0 0-1 0 0,0 0 0 0 0,0 0 1 0 0,0 0-1 0 0,0 0 0 0 0,0 0 1 0 0,0 0-1 0 0,0 0 0 0 0,0 1 1 0 0,0-1-1 0 0,0 0 0 0 0,1 0 1 0 0,-1 0-1 0 0,0 0 0 0 0,0 0 0 0 0,0 0 1 0 0,0 0-1 0 0,0 0 0 0 0,0 0 1 0 0,0 0-1 0 0,0 0 0 0 0,1 0 1 0 0,-1 0-1 0 0,0 0 0 0 0,0 0 1 0 0,0 0-1 0 0,0 0 0 0 0,0 0 1 0 0,0 0-1 0 0,0 0 0 0 0,0 0 1 0 0,1 0-1 0 0,-1 0 0 0 0,0 0 1 0 0,0 0-1 0 0,0 0 0 0 0,0 0 1 0 0,0 0-1 0 0,0 0 0 0 0,0 0 1 0 0,0-1-1 0 0,0 1 0 0 0,0 0 1 0 0,1 0-1 0 0,-1 0 0 0 0,0 0 1 0 0,0 0-1 0 0,0 0 0 0 0,0 0 1 0 0,0 0-1 0 0,0 0 0 0 0,0 0 1 0 0,0-1-1 0 0,0 1 0 0 0,0 0 0 0 0,0 0 1 0 0,0 0-1 0 0,0 0 0 0 0,0 0 1 0 0,0 0-1 0 0,0 0 0 0 0,0 0 1 0 0,0-1-1 0 0,0 1 0 0 0,0 0 1 0 0,0 0-1 0 0,0 0 0 0 0,0 0 1 0 0,16 10 1106 0 0,11 0-337 0 0,1 0-1 0 0,53 9 1 0 0,2 2-150 0 0,-60-15-511 0 0,0 1 1 0 0,0 2 0 0 0,-1 0 0 0 0,41 24 0 0 0,-31-13-88 0 0,-20-13-21 0 0,1 1 0 0 0,17 15-1 0 0,-29-23-55 0 0,-1 0-1 0 0,0 1 0 0 0,1-1 0 0 0,-1 0 0 0 0,1 0 0 0 0,-1 1 0 0 0,0-1 0 0 0,1 0 0 0 0,-1 1 0 0 0,0-1 1 0 0,1 0-1 0 0,-1 1 0 0 0,0-1 0 0 0,0 1 0 0 0,1-1 0 0 0,-1 0 0 0 0,0 1 0 0 0,0-1 0 0 0,0 1 1 0 0,1-1-1 0 0,-1 1 0 0 0,0-1 0 0 0,0 1 0 0 0,0-1 0 0 0,0 1 0 0 0,0-1 0 0 0,0 0 0 0 0,0 1 0 0 0,0-1 1 0 0,0 1-1 0 0,-13 5 10 0 0,-2-1-6 0 0,-25 16 71 0 0,0 0 0 0 0,2 3 0 0 0,0 1 0 0 0,-62 55 0 0 0,39-26 108 0 0,34-35-3929 0 0,26-19 498 0 0,1 0 250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33.1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1 652 0 0,'0'0'635'0'0,"0"0"-20"0"0,0 0-17 0 0,0 0-5 0 0,0 0 0 0 0,0 0-15 0 0,2 2-19 0 0,4 2-109 0 0,-1 0 0 0 0,0 0 0 0 0,1-1 0 0 0,0 0 0 0 0,0-1 0 0 0,-1 1 0 0 0,2-1 0 0 0,-1 0 0 0 0,9 1 0 0 0,-6-1-117 0 0,0 1 0 0 0,-1 0 0 0 0,1 0 0 0 0,-1 0 0 0 0,12 8 0 0 0,-9-5-221 0 0,-1-1 0 0 0,1 0 0 0 0,-1-1 1 0 0,1 0-1 0 0,0-1 0 0 0,1 0 0 0 0,-1 0 0 0 0,1-2 0 0 0,18 2 0 0 0,-13-1-26 0 0,0 0 0 0 0,1 1-1 0 0,21 7 1 0 0,-36-9-72 0 0,-1 0 0 0 0,1 0 0 0 0,0 0 0 0 0,-1 0 0 0 0,1 0-1 0 0,-1 0 1 0 0,1 1 0 0 0,-1-1 0 0 0,0 1 0 0 0,1 0 0 0 0,-1-1 0 0 0,0 1-1 0 0,0 0 1 0 0,0 1 0 0 0,-1-1 0 0 0,1 0 0 0 0,0 0 0 0 0,-1 1 0 0 0,0-1 0 0 0,1 1-1 0 0,-1-1 1 0 0,0 1 0 0 0,0 0 0 0 0,0-1 0 0 0,-1 1 0 0 0,1 0 0 0 0,-1-1-1 0 0,1 1 1 0 0,-1 4 0 0 0,0-6-7 0 0,0-1 0 0 0,0 1 0 0 0,0 0-1 0 0,0 0 1 0 0,-1-1 0 0 0,1 1 0 0 0,0 0 0 0 0,0-1 0 0 0,-1 1-1 0 0,1 0 1 0 0,0-1 0 0 0,-1 1 0 0 0,1-1 0 0 0,-1 1-1 0 0,1 0 1 0 0,-1-1 0 0 0,1 1 0 0 0,-1-1 0 0 0,1 1 0 0 0,-1-1-1 0 0,0 0 1 0 0,1 1 0 0 0,-1-1 0 0 0,1 1 0 0 0,-1-1-1 0 0,0 0 1 0 0,0 1 0 0 0,-25 4 58 0 0,6 0-11 0 0,10-2-29 0 0,-10 5 33 0 0,0 0 0 0 0,0 0 0 0 0,1 2 0 0 0,0 1 0 0 0,-25 18 0 0 0,-127 98 876 0 0,162-119-1013 0 0,-6 5-325 0 0,8-9-8012 0 0,7-4 5089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34.3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25 576 0 0,'0'-1'175'0'0,"0"1"0"0"0,-1-1 0 0 0,1 0 1 0 0,0 0-1 0 0,0 1 0 0 0,0-1 0 0 0,0 0 0 0 0,0 0 0 0 0,0 0 1 0 0,0 1-1 0 0,0-1 0 0 0,0 0 0 0 0,0 0 0 0 0,1 1 0 0 0,-1-1 0 0 0,0 0 1 0 0,0 1-1 0 0,1-1 0 0 0,-1 0 0 0 0,0 0 0 0 0,1 1 0 0 0,-1-1 0 0 0,1 1 1 0 0,-1-1-1 0 0,1 0 0 0 0,-1 1 0 0 0,1-1 0 0 0,-1 1 0 0 0,1-1 0 0 0,0 1 1 0 0,-1-1-1 0 0,1 1 0 0 0,0 0 0 0 0,-1-1 0 0 0,1 1 0 0 0,0 0 0 0 0,0 0 1 0 0,-1-1-1 0 0,1 1 0 0 0,0 0 0 0 0,0 0 0 0 0,-1 0 0 0 0,1 0 1 0 0,0 0-1 0 0,0 0 0 0 0,0 0 0 0 0,-1 0 0 0 0,1 0 0 0 0,1 1 0 0 0,-1-1-160 0 0,0 0 0 0 0,0 0 0 0 0,-1 1 1 0 0,1-1-1 0 0,0 0 0 0 0,0 0 0 0 0,0 1 0 0 0,-1-1 0 0 0,1 1 0 0 0,0-1 0 0 0,-1 1 0 0 0,1-1 0 0 0,0 1 0 0 0,-1-1 0 0 0,1 1 0 0 0,-1 0 0 0 0,1-1 0 0 0,0 2 0 0 0,34 6 625 0 0,-16-4-448 0 0,1 0-1 0 0,0-1 1 0 0,36 0 0 0 0,-38-3-135 0 0,-1 1 1 0 0,1 0-1 0 0,-1 2 1 0 0,0 0 0 0 0,23 7-1 0 0,-7-4 57 0 0,-1 0 60 0 0,9 10 1094 0 0,-40-16-1248 0 0,-1 0-11 0 0,0 0 8 0 0,0 0 3 0 0,0 0-2 0 0,0 0 8 0 0,0 0 11 0 0,0 0-6 0 0,0 0 10 0 0,0 0-9 0 0,0 0-1 0 0,0 0 1 0 0,-2 4-15 0 0,-1-1 0 0 0,0 1 0 0 0,0-1 0 0 0,-1 0 1 0 0,1 0-1 0 0,-1 0 0 0 0,1 0 0 0 0,-7 4 0 0 0,7-6 11 0 0,-90 78 575 0 0,61-50-194 0 0,-38 27-1 0 0,35-25-126 0 0,-4 2-1603 0 0,35-31 1636 0 0,3-2-1776 0 0,0 1-5122 0 0,1-1 3164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43.9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180 450 224 0 0,'0'0'346'0'0,"0"0"-4"0"0,0 0 13 0 0,0 0-5 0 0,0 0-19 0 0,-16 9 4294 0 0,16-9-4603 0 0,0 0 1 0 0,0 0 0 0 0,0 0 0 0 0,0-1 0 0 0,0 1 0 0 0,0 0-1 0 0,0 0 1 0 0,0 0 0 0 0,0 0 0 0 0,-1 0 0 0 0,1 0 0 0 0,0 0-1 0 0,0 0 1 0 0,0 0 0 0 0,0 0 0 0 0,0 0 0 0 0,0 0 0 0 0,0 0-1 0 0,-1 0 1 0 0,1 0 0 0 0,0 0 0 0 0,0 0 0 0 0,0 0 0 0 0,0 0-1 0 0,0 0 1 0 0,0 0 0 0 0,0 0 0 0 0,-1 0 0 0 0,1 0 0 0 0,0 0-1 0 0,0 0 1 0 0,0 0 0 0 0,0 0 0 0 0,0 0 0 0 0,0 1 0 0 0,0-1-1 0 0,0 0 1 0 0,-1 0 0 0 0,1 0 0 0 0,0 0 0 0 0,0 0 0 0 0,0 0-1 0 0,0 0 1 0 0,0 0 0 0 0,0 0 0 0 0,0 1 0 0 0,0-1 0 0 0,0 0-1 0 0,0 0 1 0 0,0 0 0 0 0,0 0 0 0 0,0 0 0 0 0,0 0 0 0 0,0 0-1 0 0,0 1 1 0 0,0-1 0 0 0,0 0 0 0 0,-3-16 576 0 0,-3-7-124 0 0,-8-3-79 0 0,8 16-331 0 0,0 1 0 0 0,1-1-1 0 0,0 0 1 0 0,1-1 0 0 0,-5-16 0 0 0,1 3-5 0 0,-50-168-62 0 0,45 155-192 0 0,9 29-200 0 0,1 1-1 0 0,0 0 0 0 0,1-1 0 0 0,0 0 0 0 0,0 1 0 0 0,0-10 1 0 0,-2 14-3002 0 0,4 3 1447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45.0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391 518 336 0 0,'0'0'348'0'0,"7"20"2153"0"0,-7-19-2442 0 0,0 0 0 0 0,0 1 0 0 0,1-1 0 0 0,-1 0 0 0 0,0 0 0 0 0,0 1 0 0 0,-1-1 0 0 0,1 0 0 0 0,0 0 0 0 0,0 0 0 0 0,-1 1 0 0 0,1-1 0 0 0,0 0 0 0 0,-1 0 0 0 0,1 0 0 0 0,-1 0 0 0 0,1 0 0 0 0,-1 0 0 0 0,0 0 0 0 0,0 0 0 0 0,1 0 0 0 0,-1 0 0 0 0,0 0 0 0 0,0 0 0 0 0,0 0 0 0 0,0 0 0 0 0,0-1 0 0 0,0 1 0 0 0,0 0 0 0 0,0-1 0 0 0,0 1 0 0 0,-2 0 0 0 0,2-1 88 0 0,1 0-122 0 0,0 1-1 0 0,0-1 1 0 0,0 0 0 0 0,0 1-1 0 0,0-1 1 0 0,0 0-1 0 0,0 1 1 0 0,0-1 0 0 0,0 0-1 0 0,0 0 1 0 0,0 1 0 0 0,0-1-1 0 0,0 0 1 0 0,0 1-1 0 0,0-1 1 0 0,0 0 0 0 0,0 1-1 0 0,-1-1 1 0 0,1 0 0 0 0,0 0-1 0 0,0 1 1 0 0,0-1-1 0 0,-1 0 1 0 0,1 0 0 0 0,0 1-1 0 0,0-1 1 0 0,-1 0-1 0 0,1 0 1 0 0,0 0 0 0 0,0 0-1 0 0,-1 1 1 0 0,1-1 0 0 0,0 0-1 0 0,-1 0 1 0 0,1 0-1 0 0,-13-4 901 0 0,-9-17-118 0 0,-14-35-469 0 0,3-2 0 0 0,2-1 0 0 0,-25-70 0 0 0,2 0-736 0 0,41 101 230 0 0,6 13-94 0 0,-1 1-1 0 0,-19-25 0 0 0,15 22-196 0 0,10 16 306 0 0,1 0 0 0 0,0 0-1 0 0,-1 0 1 0 0,1 0 0 0 0,-1 0-1 0 0,1 0 1 0 0,-1 0 0 0 0,0 1 0 0 0,1-1-1 0 0,-1 0 1 0 0,0 1 0 0 0,1 0 0 0 0,-1-1-1 0 0,0 1 1 0 0,0 0 0 0 0,1 0 0 0 0,-1 0-1 0 0,0 0 1 0 0,0 0 0 0 0,1 0 0 0 0,-1 0-1 0 0,0 1 1 0 0,0-1 0 0 0,1 1 0 0 0,-1-1-1 0 0,0 1 1 0 0,-1 1 0 0 0,-9 1-1616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51.4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2560 1 124 0 0,'-56'31'4505'0'0,"30"-7"-1528"0"0,25-24-2800 0 0,-28 19 816 0 0,28-17-952 0 0,0 0 0 0 0,0 0 0 0 0,-1 0 1 0 0,1 0-1 0 0,-1 0 0 0 0,1 0 0 0 0,-1-1 0 0 0,0 1 0 0 0,0-1 0 0 0,0 1 0 0 0,0-1 1 0 0,0 0-1 0 0,0 0 0 0 0,-2 1 0 0 0,3-1 76 0 0,-33 23 1209 0 0,33-23-1218 0 0,1-1-2 0 0,0 0 4 0 0,0 0-6 0 0,0 0-7 0 0,0 0-1 0 0,-1-1-70 0 0,-1 1-1 0 0,0 0 1 0 0,0 0-1 0 0,1 0 1 0 0,-1 0-1 0 0,0 0 1 0 0,0 0-1 0 0,1 0 1 0 0,-1 1 0 0 0,0-1-1 0 0,0 1 1 0 0,1-1-1 0 0,-1 1 1 0 0,0 0-1 0 0,1-1 1 0 0,-1 1-1 0 0,1 0 1 0 0,-1 0 0 0 0,1 0-1 0 0,-2 2 1 0 0,-12 4 158 0 0,-75 23 555 0 0,60-22-398 0 0,-35 15 0 0 0,9-3-128 0 0,-9 4-198 0 0,2 3 0 0 0,0 2 0 0 0,2 4 0 0 0,-103 72 0 0 0,114-68 5 0 0,-45 43 0 0 0,-18 13 125 0 0,-5 7 155 0 0,92-76-217 0 0,1 1 1 0 0,2 2 0 0 0,-24 31-1 0 0,3-2 29 0 0,29-39-26 0 0,1 1 0 0 0,1 0 0 0 0,-22 40 0 0 0,22-23 96 0 0,2 1 0 0 0,1 1 0 0 0,-9 65 0 0 0,-1 5-31 0 0,-2-8-110 0 0,-58 217 134 0 0,63-260-171 0 0,-3 0 1 0 0,-1-1 0 0 0,-54 95-1 0 0,-79 78 10 0 0,112-174-9 0 0,-2-2 1 0 0,-53 48-1 0 0,84-88-77 0 0,-1-1 0 0 0,0 0 0 0 0,0-1-1 0 0,-1 0 1 0 0,0-2 0 0 0,-1 0 0 0 0,0 0-1 0 0,0-1 1 0 0,-1-1 0 0 0,0-1 0 0 0,0-1-1 0 0,0 0 1 0 0,0-1 0 0 0,-1-1 0 0 0,1 0-1 0 0,-1-1 1 0 0,0-1 0 0 0,-25-4 0 0 0,39 3-104 0 0,1 0 1 0 0,0 0 0 0 0,-1-1-1 0 0,1 1 1 0 0,0-1-1 0 0,0 1 1 0 0,0-1 0 0 0,0 0-1 0 0,0-1 1 0 0,1 1 0 0 0,-6-5-1 0 0,-21-15-6943 0 0,18 18 3906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53.5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2944 19 108 0 0,'0'0'371'0'0,"0"0"-20"0"0,0 0-18 0 0,0 0-19 0 0,0 0-8 0 0,-31-10 2055 0 0,-11 3-1074 0 0,41 7-1139 0 0,-40-2 1210 0 0,22 3-890 0 0,0 0 1 0 0,0 2-1 0 0,0 0 1 0 0,-28 9-1 0 0,-74 32 324 0 0,52-18-239 0 0,29-12-218 0 0,1 1-1 0 0,1 1 0 0 0,0 3 0 0 0,1 1 1 0 0,-39 28-1 0 0,6-1-74 0 0,46-33-134 0 0,2 1 0 0 0,-25 20 0 0 0,2 3 153 0 0,29-26-124 0 0,0 0 0 0 0,-20 24-1 0 0,19-18-25 0 0,11-13-73 0 0,1 1-1 0 0,0 0 1 0 0,0 0 0 0 0,0 0 0 0 0,1 0-1 0 0,-5 9 1 0 0,-77 149 761 0 0,-15 63-144 0 0,31-61-277 0 0,14-59-267 0 0,29-59-80 0 0,-3-2 0 0 0,-1-1-1 0 0,-2-1 1 0 0,-2-2 0 0 0,-2-2 0 0 0,-55 47 0 0 0,-227 159 147 0 0,260-200-119 0 0,57-44-69 0 0,0 0 0 0 0,0 0 0 0 0,-1-1 0 0 0,1 1 1 0 0,0 0-1 0 0,-1-1 0 0 0,1 1 0 0 0,-1-1 0 0 0,0 0 1 0 0,1 0-1 0 0,-1 0 0 0 0,0 0 0 0 0,1 0 0 0 0,-1-1 1 0 0,0 1-1 0 0,-3-1 0 0 0,-65 12 40 0 0,-128 39-1 0 0,140-30-18 0 0,58-21-26 0 0,-51 0-28 0 0,38-1 23 0 0,-1 0 1 0 0,1 2-1 0 0,0 0 0 0 0,0 0 1 0 0,-15 4-1 0 0,5-1-1 0 0,-48 2 1 0 0,51-5-3 0 0,1 2 1 0 0,-1 0 0 0 0,1 2 0 0 0,-29 9 0 0 0,42-12-1 0 0,-13 5 5 0 0,12-3 9 0 0,0-1 0 0 0,0-1 0 0 0,0 1-1 0 0,-18 1 1 0 0,24-4-8 0 0,2 0 4 0 0,-45-5 76 0 0,26-5-77 0 0,6 3-5 0 0,12 6 11 0 0,-1 1-93 0 0,1 0 0 0 0,0 1 0 0 0,-1-1 0 0 0,1 0 0 0 0,0 0 0 0 0,0 1 0 0 0,-1-1-1 0 0,1 0 1 0 0,0 1 0 0 0,0-1 0 0 0,-1 1 0 0 0,1 0 0 0 0,-1 0 0 0 0,3 7-405 0 0,2 15-2705 0 0,3-10-2496 0 0,0-5 1770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55.4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62 29 216 0 0,'0'0'394'0'0,"-14"-18"1816"0"0,13 17-2000 0 0,-32-2 1648 0 0,20 7-571 0 0,13-6-245 0 0,23-6-483 0 0,-21 8-462 0 0,-2 0 0 0 0,0 0-12 0 0,3 1-9 0 0,44 18 601 0 0,-46-18-605 0 0,24 7 825 0 0,-19-7-822 0 0,-1 1-1 0 0,1 0 1 0 0,-1 1 0 0 0,0-1 0 0 0,7 5-1 0 0,-6-3 3 0 0,0-1-1 0 0,1 1 1 0 0,-1-1 0 0 0,10 2-1 0 0,106 14 1014 0 0,-45-9-448 0 0,-64-8-519 0 0,-1 1 0 0 0,0 1 0 0 0,1 0 0 0 0,-2 1 0 0 0,1 0 0 0 0,18 12 0 0 0,60 47 398 0 0,-66-46-422 0 0,0-2 18 0 0,0-1 1 0 0,35 16-1 0 0,-38-21-29 0 0,0 1 1 0 0,0 1 0 0 0,-1 0-1 0 0,22 20 1 0 0,-22-14 82 0 0,0 0 0 0 0,22 31-1 0 0,-36-41-125 0 0,0 0 0 0 0,-1 0 0 0 0,0 0-1 0 0,-1 1 1 0 0,0-1 0 0 0,0 1-1 0 0,-1 0 1 0 0,0 1 0 0 0,-1-1-1 0 0,2 12 1 0 0,-2-10 48 0 0,1 0 0 0 0,0 0-1 0 0,0 0 1 0 0,1-1 0 0 0,1 1 0 0 0,6 11 0 0 0,42 63 321 0 0,-36-59-327 0 0,-3-4 104 0 0,-2 1 1 0 0,17 39-1 0 0,-13-17 104 0 0,-7-13-92 0 0,10 49 186 0 0,-14-55-281 0 0,1 0 0 0 0,1 0 0 0 0,18 43 0 0 0,1-18 83 0 0,-12-23-71 0 0,-4-9-37 0 0,4 14 59 0 0,7 10 19 0 0,6 18-21 0 0,1-4 35 0 0,-20-34-29 0 0,17 33-1 0 0,2-8 96 0 0,-10-24-178 0 0,10 10 26 0 0,46 50 157 0 0,-50-58-143 0 0,-13-16-75 0 0,-1-2-1 0 0,1 1 1 0 0,1-1 0 0 0,-1-1-1 0 0,1 1 1 0 0,1-2-1 0 0,-1 0 1 0 0,17 6 0 0 0,15 4 33 0 0,44 9 1 0 0,-71-20-63 0 0,4-1 15 0 0,0-1-1 0 0,29 1 1 0 0,12 2 13 0 0,-37-2-12 0 0,2-1 7 0 0,-1 2 0 0 0,0 0-1 0 0,41 16 1 0 0,-31-8-33 0 0,-30-12 12 0 0,0 1 0 0 0,0-1-1 0 0,0 1 1 0 0,0 0 0 0 0,-1 1 0 0 0,1-1 0 0 0,-1 1 0 0 0,1 0-1 0 0,-1 0 1 0 0,0 0 0 0 0,0 0 0 0 0,0 1 0 0 0,-1 0-1 0 0,6 7 1 0 0,-4-6-3 0 0,-1-1-1 0 0,1 1 0 0 0,0-1 1 0 0,0 0-1 0 0,1-1 0 0 0,-1 1 1 0 0,1-1-1 0 0,-1 0 0 0 0,1 0 1 0 0,9 3-1 0 0,1 0 2 0 0,-1 1 1 0 0,2-2-1 0 0,-1 0 1 0 0,22 3-1 0 0,-30-6-28 0 0,0 0-1 0 0,0 0 0 0 0,0 0 1 0 0,12 7-1 0 0,-19-9-94 0 0,5 4 48 0 0,-4-1-1620 0 0,-4-2-5584 0 0,-20-3 2778 0 0,8 0 341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6:57.9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124 0 84 0 0,'0'0'537'0'0,"0"0"12"0"0,0 0-28 0 0,0 0-46 0 0,0 0-29 0 0,0 0-49 0 0,0 0-16 0 0,0 0-29 0 0,0 0-33 0 0,0 0-23 0 0,0 0-20 0 0,-2 3-22 0 0,-1 2 129 0 0,0 0 0 0 0,0 0 0 0 0,1 0-1 0 0,-1 0 1 0 0,-1 10 0 0 0,3-14-275 0 0,1-1-5 0 0,0 0-9 0 0,0 0 0 0 0,0 0-10 0 0,0 0-6 0 0,0 2-49 0 0,0-1 0 0 0,0 0 1 0 0,0 1-1 0 0,0-1 0 0 0,0 0 1 0 0,0 1-1 0 0,0-1 0 0 0,-1 0 1 0 0,1 1-1 0 0,0-1 0 0 0,-1 0 0 0 0,1 0 1 0 0,-1 0-1 0 0,-1 2 0 0 0,1 1-26 0 0,0-2-3 0 0,0-1 1 0 0,0 1 0 0 0,0-1-1 0 0,0 1 1 0 0,-1-1-1 0 0,1 0 1 0 0,0 1 0 0 0,-1-1-1 0 0,1 0 1 0 0,-1 0 0 0 0,1 0-1 0 0,-1 0 1 0 0,-2 1-1 0 0,3-1-4 0 0,1-1 10 0 0,-52 2 11 0 0,49-3 0 0 0,3 1 11 0 0,0 0-27 0 0,-1 0 25 0 0,0 0 0 0 0,0 0 0 0 0,0 0 0 0 0,0 0-1 0 0,0 0 1 0 0,1 0 0 0 0,-1 0 0 0 0,0 0 0 0 0,0 0 0 0 0,0 1 0 0 0,0-1 0 0 0,0 0-1 0 0,0 1 1 0 0,1-1 0 0 0,-1 0 0 0 0,0 1 0 0 0,0-1 0 0 0,0 1 0 0 0,1-1 0 0 0,-2 2-1 0 0,2 3 20 0 0,0-1 0 0 0,0 1 0 0 0,0 0 0 0 0,1-1 0 0 0,0 1 0 0 0,0-1 0 0 0,0 1 0 0 0,0-1 0 0 0,1 1 0 0 0,0-1 0 0 0,0 0 0 0 0,0 1 0 0 0,0-1 0 0 0,1 0 0 0 0,0-1 0 0 0,0 1 0 0 0,0 0 0 0 0,0-1 0 0 0,0 0 0 0 0,1 1 0 0 0,-1-1 0 0 0,1-1 0 0 0,4 4 0 0 0,18 16 253 0 0,-2 1 1 0 0,0 1-1 0 0,25 35 1 0 0,57 90 843 0 0,-17-22-476 0 0,-5-28-186 0 0,-49-60-227 0 0,40 57 1 0 0,-53-63-108 0 0,-8-15-29 0 0,-1 1 0 0 0,-1 0 0 0 0,0 1 0 0 0,-2 1 0 0 0,0 0 0 0 0,10 35 0 0 0,-6 0 95 0 0,-5-25-14 0 0,-1 0 0 0 0,4 53 0 0 0,7 203 168 0 0,-12-217-164 0 0,4 0 1 0 0,2-1 0 0 0,4-1 0 0 0,26 69-1 0 0,-13-65 204 0 0,58 99 0 0 0,-36-76-74 0 0,-33-60-166 0 0,2 0 0 0 0,31 41 0 0 0,-40-63-87 0 0,0 1 0 0 0,1-2-1 0 0,1 0 1 0 0,26 18-1 0 0,-22-17-31 0 0,120 85 500 0 0,39 4-133 0 0,-157-91-385 0 0,16 5 37 0 0,-31-14-57 0 0,0-1-1 0 0,0 1 0 0 0,1 1 0 0 0,-1-1 0 0 0,-1 1 1 0 0,1 0-1 0 0,0 0 0 0 0,-1 0 0 0 0,1 1 0 0 0,-1-1 1 0 0,0 1-1 0 0,0 0 0 0 0,6 9 0 0 0,5 9 48 0 0,-9-14-15 0 0,0 0 1 0 0,-1 0-1 0 0,0 1 0 0 0,6 16 0 0 0,-8-21-33 0 0,0 0 0 0 0,0 0 0 0 0,0 0 0 0 0,0 0 0 0 0,1 0 0 0 0,-1-1 0 0 0,1 0 0 0 0,0 0 0 0 0,0 0 0 0 0,0 0 0 0 0,0 0 0 0 0,1-1 0 0 0,6 3 0 0 0,16 12 18 0 0,-23-14-21 0 0,-1 0-1 0 0,0 1 1 0 0,0-1 0 0 0,0 1-1 0 0,0 0 1 0 0,-1 0-1 0 0,3 4 1 0 0,-3-4-1 0 0,0 0 1 0 0,1 0-1 0 0,-1 0 1 0 0,1 0-1 0 0,0-1 0 0 0,1 1 1 0 0,3 3-1 0 0,17 11-31 0 0,-13-9 43 0 0,1-1 0 0 0,0 0 0 0 0,0 0 0 0 0,0-1 1 0 0,27 10-1 0 0,24 8-78 0 0,-50-18 43 0 0,0-2 0 0 0,0 1-1 0 0,1-2 1 0 0,0 1 0 0 0,0-2 0 0 0,0 0-1 0 0,29 2 1 0 0,-34-4-19 0 0,0 0 0 0 0,1 1 0 0 0,-1 0-1 0 0,0 1 1 0 0,0 0 0 0 0,0 0 0 0 0,-1 1 0 0 0,1 0 0 0 0,-1 0-1 0 0,8 7 1 0 0,1-3-159 0 0,-1 0 1 0 0,1-1-1 0 0,24 7 0 0 0,30 13-159 0 0,-65-23 333 0 0,0-1 1 0 0,-1 2 0 0 0,1-1-1 0 0,-1 1 1 0 0,7 7-1 0 0,-7-7-17 0 0,-1 0 0 0 0,1-1 0 0 0,-1 0 0 0 0,1 0 0 0 0,0 0 0 0 0,8 3 0 0 0,-12-6-27 0 0,-1-1-11 0 0,0 0-40 0 0,6 2 1 0 0,-5-1-3593 0 0,-2-1-4012 0 0,-9 6 3891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21.0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399 60 388 0 0,'-30'13'1411'0'0,"-32"17"-1"0"0,34-13-804 0 0,0 0 1 0 0,-39 34-1 0 0,49-36-339 0 0,-65 61 957 0 0,75-68-1045 0 0,1 1 0 0 0,0-1-1 0 0,0 2 1 0 0,1-1-1 0 0,0 1 1 0 0,0-1-1 0 0,-6 21 1 0 0,5-9 62 0 0,2 0 0 0 0,1 0 0 0 0,1 1 0 0 0,0-1 1 0 0,2 1-1 0 0,0 0 0 0 0,1 0 0 0 0,2 0 0 0 0,0-1 0 0 0,1 1 0 0 0,7 22 0 0 0,-7-31-123 0 0,1-1-1 0 0,0 0 1 0 0,1-1 0 0 0,0 1-1 0 0,0-1 1 0 0,2 0 0 0 0,-1 0-1 0 0,1-1 1 0 0,1 0 0 0 0,0 0-1 0 0,0 0 1 0 0,1-1 0 0 0,0-1-1 0 0,0 0 1 0 0,1 0 0 0 0,0 0-1 0 0,1-1 1 0 0,0-1 0 0 0,0 0-1 0 0,21 8 1 0 0,-21-11-85 0 0,0 0 0 0 0,0-1 1 0 0,0 0-1 0 0,1 0 0 0 0,-1-2 1 0 0,1 1-1 0 0,-1-1 0 0 0,1-1 1 0 0,-1 0-1 0 0,1-1 0 0 0,-1 0 1 0 0,0-1-1 0 0,1 0 0 0 0,-2-1 0 0 0,1 0 1 0 0,0 0-1 0 0,-1-1 0 0 0,0-1 1 0 0,0 0-1 0 0,0 0 0 0 0,-1-1 1 0 0,10-8-1 0 0,-5 2-106 0 0,0 0 0 0 0,-1-1 0 0 0,-1 0 1 0 0,0-1-1 0 0,0-1 0 0 0,-2 0 0 0 0,0 0 0 0 0,-1-1 0 0 0,0 0 1 0 0,-1 0-1 0 0,-2-1 0 0 0,8-29 0 0 0,-10 28-43 0 0,-1 0-1 0 0,0-1 0 0 0,-2 1 1 0 0,0-1-1 0 0,-1 1 0 0 0,-2-1 1 0 0,0 1-1 0 0,0-1 1 0 0,-2 1-1 0 0,0 0 0 0 0,-2 0 1 0 0,-10-26-1 0 0,2 12-98 0 0,-1 0 0 0 0,-30-48 0 0 0,35 64 146 0 0,-2 2 0 0 0,1-1 0 0 0,-2 1 0 0 0,0 1 0 0 0,-1 1 0 0 0,-24-20 0 0 0,34 30 54 0 0,-1 0 1 0 0,1 1-1 0 0,-1-1 1 0 0,0 1-1 0 0,0 0 1 0 0,0 0 0 0 0,0 0-1 0 0,0 1 1 0 0,-1 0-1 0 0,1 0 1 0 0,0 0-1 0 0,-1 1 1 0 0,1 0-1 0 0,-1 0 1 0 0,1 0-1 0 0,-11 2 1 0 0,13-1 1 0 0,0 0 1 0 0,0 0 0 0 0,0 0 0 0 0,0 1 0 0 0,-1-1 0 0 0,2 1 0 0 0,-1 0 0 0 0,0-1 0 0 0,0 1 0 0 0,1 1-1 0 0,-1-1 1 0 0,1 0 0 0 0,-1 1 0 0 0,1-1 0 0 0,0 1 0 0 0,0 0 0 0 0,0-1 0 0 0,0 1 0 0 0,1 0 0 0 0,-1 0-1 0 0,1 0 1 0 0,0 0 0 0 0,0 1 0 0 0,0-1 0 0 0,0 0 0 0 0,0 1 0 0 0,1-1 0 0 0,-1 5 0 0 0,1 4-411 0 0,1-1 0 0 0,0 1 0 0 0,0 0 0 0 0,1-1 1 0 0,1 1-1 0 0,0-1 0 0 0,1 0 0 0 0,0 0 0 0 0,0 0 0 0 0,1-1 1 0 0,1 1-1 0 0,8 12 0 0 0,6 6-2050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22.0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2 764 0 0,'0'0'767'0'0,"0"0"-22"0"0,0 0-29 0 0,0 0-32 0 0,0 0-44 0 0,0 0-48 0 0,1 5-46 0 0,2 16-99 0 0,2-1-1 0 0,0 1 1 0 0,1-1-1 0 0,1 0 1 0 0,1-1-1 0 0,0 0 1 0 0,2 0-1 0 0,0-1 0 0 0,19 25 1 0 0,-17-26-192 0 0,45 55 554 0 0,-51-64-666 0 0,1-1 1 0 0,0-1-1 0 0,0 0 0 0 0,1 0 0 0 0,0 0 1 0 0,0-1-1 0 0,10 6 0 0 0,-20-12-134 0 0,0-1 0 0 0,0 1 0 0 0,1 0 0 0 0,-1-1-1 0 0,0 1 1 0 0,1-1 0 0 0,-1 0 0 0 0,1 1 0 0 0,0-1 0 0 0,-1 0 0 0 0,1 0 0 0 0,0 0-1 0 0,0 0 1 0 0,0 0 0 0 0,0-2 0 0 0,-2-4-130 0 0,0 0 0 0 0,1 0 1 0 0,1 0-1 0 0,-2-11 0 0 0,2 5-192 0 0,0 0 0 0 0,1 0 0 0 0,1 0 0 0 0,0 0-1 0 0,6-24 1 0 0,5-3-2510 0 0,31-67 0 0 0,-27 74 493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22.4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68 241 308 0 0,'3'2'213'0'0,"0"0"0"0"0,1 0 0 0 0,-1 0 0 0 0,0-1-1 0 0,0 1 1 0 0,1-1 0 0 0,-1 0 0 0 0,1 0 0 0 0,-1 0 0 0 0,1-1 0 0 0,-1 1 0 0 0,1-1-1 0 0,-1 0 1 0 0,1 0 0 0 0,0 0 0 0 0,-1-1 0 0 0,1 1 0 0 0,-1-1 0 0 0,8-2 0 0 0,-6 1-78 0 0,0 0 0 0 0,1-1 0 0 0,-1 0 0 0 0,0 0 0 0 0,0 0 0 0 0,-1-1 0 0 0,1 0 0 0 0,-1 0 1 0 0,1 0-1 0 0,-1 0 0 0 0,5-9 0 0 0,-4 7-113 0 0,-1-1 1 0 0,1 0-1 0 0,-1-1 0 0 0,-1 1 1 0 0,0-1-1 0 0,0 1 0 0 0,0-1 0 0 0,1-11 1 0 0,-3 14-29 0 0,0 0 1 0 0,0 0-1 0 0,-1 0 1 0 0,0 1-1 0 0,0-1 1 0 0,-1 0-1 0 0,1 0 1 0 0,-1 0-1 0 0,0 1 1 0 0,0-1-1 0 0,0 0 1 0 0,-1 1-1 0 0,0-1 1 0 0,-2-4-1 0 0,1 5 18 0 0,0 0 0 0 0,0 0 0 0 0,0 1 0 0 0,0 0 0 0 0,0-1 0 0 0,-1 1 0 0 0,0 0 0 0 0,1 1-1 0 0,-1-1 1 0 0,0 1 0 0 0,-1-1 0 0 0,1 1 0 0 0,0 0 0 0 0,-1 1 0 0 0,1-1 0 0 0,-1 1 0 0 0,1 0 0 0 0,-1 0-1 0 0,1 0 1 0 0,-1 1 0 0 0,-6-1 0 0 0,5 1 53 0 0,1 0-1 0 0,-1 1 1 0 0,1-1-1 0 0,0 1 1 0 0,-1 0 0 0 0,1 1-1 0 0,0-1 1 0 0,0 1-1 0 0,0 0 1 0 0,0 0-1 0 0,0 0 1 0 0,0 1 0 0 0,0 0-1 0 0,1 0 1 0 0,-1 0-1 0 0,1 1 1 0 0,0-1-1 0 0,-5 6 1 0 0,5-3 58 0 0,0-1 1 0 0,0 1-1 0 0,0 0 1 0 0,1 0-1 0 0,0 0 0 0 0,0 1 1 0 0,0-1-1 0 0,1 1 0 0 0,0 0 1 0 0,0 0-1 0 0,1-1 1 0 0,0 1-1 0 0,0 0 0 0 0,1 0 1 0 0,0 0-1 0 0,0 0 0 0 0,0 0 1 0 0,1 0-1 0 0,0 0 1 0 0,3 10-1 0 0,-3-10-91 0 0,1-1 0 0 0,-1 0 0 0 0,1 0 0 0 0,0 0-1 0 0,1 0 1 0 0,0 0 0 0 0,0 0 0 0 0,0 0 0 0 0,0-1 0 0 0,1 0 0 0 0,0 1 0 0 0,0-1 0 0 0,1-1 0 0 0,-1 1-1 0 0,1-1 1 0 0,0 0 0 0 0,0 0 0 0 0,0 0 0 0 0,1-1 0 0 0,0 1 0 0 0,-1-1 0 0 0,1-1 0 0 0,0 1 0 0 0,0-1 0 0 0,0 0-1 0 0,1 0 1 0 0,-1-1 0 0 0,0 0 0 0 0,1 0 0 0 0,-1 0 0 0 0,1-1 0 0 0,8-1 0 0 0,-4 0-374 0 0,1 0 0 0 0,-1-1 0 0 0,0 0 0 0 0,19-7 0 0 0,-23 6-680 0 0,0 0 1 0 0,0 0-1 0 0,-1 0 0 0 0,12-9 1 0 0,-3 0-1579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22.7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55 234 84 0 0,'0'0'97'0'0,"0"0"1"0"0,0-1-1 0 0,0 1 1 0 0,0 0-1 0 0,1-1 1 0 0,-1 1-1 0 0,0 0 1 0 0,0-1-1 0 0,1 1 1 0 0,-1 0-1 0 0,0 0 0 0 0,0-1 1 0 0,1 1-1 0 0,-1 0 1 0 0,0 0-1 0 0,1-1 1 0 0,-1 1-1 0 0,0 0 1 0 0,1 0-1 0 0,-1 0 1 0 0,0 0-1 0 0,1 0 0 0 0,-1 0 1 0 0,0-1-1 0 0,1 1 1 0 0,-1 0-1 0 0,1 0 1 0 0,-1 0-1 0 0,0 0 1 0 0,1 0-1 0 0,-1 0 1 0 0,1 0-1 0 0,-1 1 0 0 0,0-1 1 0 0,1 0-1 0 0,-1 0 1 0 0,0 0-1 0 0,1 0 1 0 0,-1 0-1 0 0,0 1 1 0 0,1-1-1 0 0,-1 0 1 0 0,0 0-1 0 0,1 0 0 0 0,-1 1 1 0 0,0-1-1 0 0,0 0 1 0 0,1 0-1 0 0,-1 1 1 0 0,0-1-1 0 0,0 0 1 0 0,1 1-1 0 0,-1 0 1 0 0,3 24 1080 0 0,-3-13-538 0 0,3 17 177 0 0,-1 0-1 0 0,-2 1 1 0 0,-3 34 0 0 0,3-59-679 0 0,-1 1 0 0 0,0-1 0 0 0,0 1 0 0 0,-1-1 0 0 0,1 0 0 0 0,-1 0 0 0 0,-4 9 0 0 0,5-14-12 0 0,1 0-42 0 0,-12-19-82 0 0,4 5-139 0 0,2-2-1 0 0,-1 1 0 0 0,2-1 0 0 0,0 0 1 0 0,1 0-1 0 0,-4-32 0 0 0,4 16-371 0 0,3 0 0 0 0,2-52-1 0 0,1 67 111 0 0,0 0-1 0 0,1 0 1 0 0,0 1 0 0 0,9-24-1 0 0,8-3-3193 0 0,-9 27 1531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23.0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118 3 12 0 0,'-4'-1'213'0'0,"-1"1"1"0"0,1-1-1 0 0,0 1 1 0 0,0 0-1 0 0,0 0 1 0 0,-1 0-1 0 0,1 1 1 0 0,0-1-1 0 0,0 1 1 0 0,-6 2-1 0 0,8-2-117 0 0,0 0 0 0 0,0 0 0 0 0,0 1 0 0 0,0-1 0 0 0,0 1 0 0 0,0 0 0 0 0,0-1 0 0 0,0 1 0 0 0,1 0 0 0 0,-1 0 0 0 0,1 0 0 0 0,-1 0 0 0 0,1 1 0 0 0,0-1 0 0 0,0 0 0 0 0,0 0 0 0 0,0 1 0 0 0,-1 4 0 0 0,-2 9 193 0 0,2 0 0 0 0,0 1 1 0 0,0-1-1 0 0,2 1 1 0 0,0-1-1 0 0,1 1 0 0 0,5 25 1 0 0,-1 11 183 0 0,19 111 954 0 0,-16-119-910 0 0,-1-1 0 0 0,-2 2-1 0 0,-1 54 1 0 0,-4-78-319 0 0,0-16-164 0 0,1 0 1 0 0,-2 0-1 0 0,1 1 0 0 0,-1-1 0 0 0,0 0 0 0 0,-3 11 1 0 0,4-16-62 0 0,0-1 1 0 0,-1 0-1 0 0,1 1 1 0 0,0-1-1 0 0,0 0 1 0 0,0 1-1 0 0,-1-1 1 0 0,1 0-1 0 0,0 0 1 0 0,0 1-1 0 0,-1-1 1 0 0,1 0-1 0 0,0 0 1 0 0,-1 1-1 0 0,1-1 1 0 0,0 0-1 0 0,-1 0 1 0 0,1 0-1 0 0,0 0 1 0 0,-1 1-1 0 0,1-1 1 0 0,0 0-1 0 0,-1 0 1 0 0,1 0-1 0 0,-1 0 1 0 0,1 0-1 0 0,0 0 1 0 0,-1 0-1 0 0,1 0 1 0 0,0 0-1 0 0,-1 0 1 0 0,1 0-1 0 0,-1 0 1 0 0,1 0-1 0 0,0-1 1 0 0,-1 1-1 0 0,1 0 1 0 0,0 0-1 0 0,-1 0 1 0 0,1 0-1 0 0,0-1 1 0 0,-1 1-1 0 0,1 0 1 0 0,-14-12-883 0 0,13 11 959 0 0,-2-2-424 0 0,0 0 0 0 0,0 0 0 0 0,1 0 0 0 0,-1 0 0 0 0,1-1 0 0 0,-3-4-1 0 0,-6-9-1865 0 0,-7-5-24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23.4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55 52 0 0,'-9'5'848'0'0,"5"3"-84"0"0,2-2-76 0 0,2-6-80 0 0,0 6-64 0 0,0-6-48 0 0,0 0-76 0 0,23-2-92 0 0,-8-4-96 0 0,5 0-108 0 0,9-2-128 0 0,8-1-144 0 0,-5-3-156 0 0,12-1-472 0 0,-12 3-840 0 0,15-3 372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23.7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58 1 464 0 0,'-1'0'121'0'0,"0"0"0"0"0,-1 0 0 0 0,1 0 0 0 0,0 0 0 0 0,0 0-1 0 0,-1 0 1 0 0,1 0 0 0 0,0 1 0 0 0,0-1 0 0 0,0 0 0 0 0,0 1 0 0 0,-1-1 0 0 0,1 1 0 0 0,0-1-1 0 0,0 1 1 0 0,0 0 0 0 0,0-1 0 0 0,0 1 0 0 0,0 0 0 0 0,0 0 0 0 0,0 0 0 0 0,0 1 0 0 0,-2 1 67 0 0,1 1 1 0 0,0-1 0 0 0,0 1 0 0 0,0-1-1 0 0,0 1 1 0 0,-2 8 0 0 0,0 4 234 0 0,0 1 1 0 0,-1 23-1 0 0,5-38-338 0 0,-2 42 589 0 0,3-1 1 0 0,1 1 0 0 0,2-1 0 0 0,14 56-1 0 0,-6-26 132 0 0,-4-27-326 0 0,-3-23-186 0 0,-1-1 0 0 0,0 29 0 0 0,-1 2-489 0 0,-1-39-1765 0 0,-1-32-98 0 0,1 3-686 0 0,3 0 211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23.9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60 5 464 0 0,'-19'-4'4096'0'0,"17"6"-3939"0"0,-1 0 0 0 0,0 0 1 0 0,1 1-1 0 0,-1-1 0 0 0,1 1 1 0 0,0 0-1 0 0,0 0 0 0 0,0 0 1 0 0,0 0-1 0 0,1 0 0 0 0,-1 0 1 0 0,1 0-1 0 0,0 0 0 0 0,0 1 1 0 0,0-1-1 0 0,0 1 0 0 0,1-1 1 0 0,-1 4-1 0 0,-7 68 1452 0 0,8-73-1561 0 0,0 13 267 0 0,0-1 0 0 0,1 1 1 0 0,1-1-1 0 0,0 0 0 0 0,1 1 0 0 0,7 17 0 0 0,-8-24-194 0 0,1-1 0 0 0,0 0 0 0 0,0 0 1 0 0,0 0-1 0 0,1 0 0 0 0,1 0 0 0 0,-1-1 0 0 0,1 0 0 0 0,0 0 0 0 0,0 0 0 0 0,1-1 1 0 0,-1 1-1 0 0,9 4 0 0 0,-13-9-121 0 0,1 0 1 0 0,-1 0-1 0 0,1 0 1 0 0,0 0-1 0 0,-1-1 1 0 0,1 1 0 0 0,-1-1-1 0 0,1 1 1 0 0,0-1-1 0 0,0 0 1 0 0,-1 1-1 0 0,1-1 1 0 0,0 0-1 0 0,-1 0 1 0 0,1 0-1 0 0,0-1 1 0 0,0 1-1 0 0,-1 0 1 0 0,1-1-1 0 0,0 1 1 0 0,-1-1-1 0 0,1 1 1 0 0,-1-1-1 0 0,3 0 1 0 0,-1-2-54 0 0,1 1 0 0 0,-1-1 1 0 0,0 0-1 0 0,0 0 0 0 0,0 0 1 0 0,0 0-1 0 0,0 0 0 0 0,-1-1 0 0 0,4-5 1 0 0,0-3-172 0 0,0 1 0 0 0,-1-1 0 0 0,0 1 1 0 0,-1-1-1 0 0,5-23 0 0 0,-8 20-134 0 0,-1 0 1 0 0,0 0-1 0 0,0 0 0 0 0,-2 0 0 0 0,-5-24 1 0 0,0-5-859 0 0,7 35 697 0 0,2 6-3428 0 0,-2 3 2020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24.3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91 239 56 0 0,'-13'-8'3548'0'0,"11"8"-2986"0"0,-2 1-38 0 0,0 1-366 0 0,0 0 0 0 0,0 0 0 0 0,0 0 0 0 0,0 0 0 0 0,0 1 0 0 0,1-1 0 0 0,-1 1 0 0 0,1 0 1 0 0,0 0-1 0 0,0 1 0 0 0,0-1 0 0 0,0 1 0 0 0,0-1 0 0 0,1 1 0 0 0,0 0 0 0 0,-1 0 0 0 0,2 0 0 0 0,-1 0 0 0 0,-2 6 0 0 0,2-1 76 0 0,0-1 0 0 0,0 1-1 0 0,1 0 1 0 0,0 0 0 0 0,0 0 0 0 0,1 1-1 0 0,1-1 1 0 0,-1 0 0 0 0,3 9-1 0 0,-2-11-130 0 0,0-1 1 0 0,1 0-1 0 0,0 0 0 0 0,0 0 0 0 0,0 0 0 0 0,1 0 1 0 0,0-1-1 0 0,0 1 0 0 0,0-1 0 0 0,1 1 0 0 0,0-1 1 0 0,0 0-1 0 0,0-1 0 0 0,0 1 0 0 0,1-1 0 0 0,0 0 1 0 0,0 0-1 0 0,0 0 0 0 0,0-1 0 0 0,1 1 0 0 0,-1-1 1 0 0,9 3-1 0 0,-13-6-103 0 0,1 0 0 0 0,-1 0 0 0 0,1-1 1 0 0,-1 1-1 0 0,1 0 0 0 0,-1 0 0 0 0,1-1 1 0 0,-1 1-1 0 0,1-1 0 0 0,-1 1 0 0 0,0-1 0 0 0,1 0 1 0 0,-1 1-1 0 0,3-3 0 0 0,-2 1-6 0 0,4-1-38 0 0,-1 0 0 0 0,0-1 0 0 0,0 0-1 0 0,0 0 1 0 0,-1 0 0 0 0,1 0 0 0 0,-1-1 0 0 0,0 0-1 0 0,0 0 1 0 0,4-8 0 0 0,29-58-481 0 0,-29 53 435 0 0,-1 2 23 0 0,-6 12 74 0 0,0 1-1 0 0,0 0 1 0 0,0 0 0 0 0,1 0-1 0 0,-1 0 1 0 0,1 0-1 0 0,-1 0 1 0 0,1 0 0 0 0,0 0-1 0 0,0 1 1 0 0,1-1 0 0 0,-1 1-1 0 0,4-4 1 0 0,-5 6 134 0 0,-1 0 24 0 0,12 17 187 0 0,16 30 228 0 0,-19-32-427 0 0,-1 0 0 0 0,2 0 0 0 0,0 0 0 0 0,14 14 0 0 0,-21-26-137 0 0,0 0-1 0 0,0 0 1 0 0,0-1-1 0 0,1 1 1 0 0,-1-1-1 0 0,0 0 1 0 0,1 0 0 0 0,0 0-1 0 0,-1 0 1 0 0,1-1-1 0 0,0 1 1 0 0,0-1 0 0 0,0 0-1 0 0,0 0 1 0 0,0-1-1 0 0,0 1 1 0 0,0-1-1 0 0,0 0 1 0 0,0 0 0 0 0,0 0-1 0 0,0 0 1 0 0,8-2-1 0 0,-8 0-64 0 0,0 0 0 0 0,1 0 1 0 0,-1 0-1 0 0,0-1 0 0 0,0 0 0 0 0,0 1 0 0 0,-1-1 0 0 0,1-1 0 0 0,-1 1 0 0 0,0 0 0 0 0,1-1 0 0 0,-2 0 0 0 0,1 0 1 0 0,0 1-1 0 0,-1-2 0 0 0,1 1 0 0 0,-1 0 0 0 0,2-9 0 0 0,4-7-312 0 0,-2 0 0 0 0,8-37 1 0 0,-7 23-363 0 0,-2 1 0 0 0,-2-1 0 0 0,-1 0 0 0 0,-1 0 1 0 0,-6-49-1 0 0,4 76 103 0 0,-1 0 0 0 0,0 0 0 0 0,0 0-1 0 0,-1 1 1 0 0,-3-8 0 0 0,-3-3-1508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39.6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49 428 0 0,'-1'2'183'0'0,"1"0"-1"0"0,-1 0 1 0 0,1 0 0 0 0,-1 0-1 0 0,1 1 1 0 0,0-1-1 0 0,0 0 1 0 0,0 0 0 0 0,0 0-1 0 0,0 0 1 0 0,0 0 0 0 0,1 5-1 0 0,8 32 1079 0 0,-7-29-916 0 0,45 159 2387 0 0,-24-91-1388 0 0,22 130 0 0 0,-38-165-1046 0 0,-4-28-173 0 0,0-1 0 0 0,-1 1-1 0 0,-1 0 1 0 0,0 0-1 0 0,-1 0 1 0 0,-3 18-1 0 0,3-33-132 0 0,0 0-1 0 0,0-1 0 0 0,0 1 0 0 0,0 0 1 0 0,0 0-1 0 0,0 0 0 0 0,0 0 1 0 0,0 0-1 0 0,0 0 0 0 0,0 0 0 0 0,0 0 1 0 0,0 0-1 0 0,-1 0 0 0 0,1 0 1 0 0,0-1-1 0 0,0 1 0 0 0,0 0 0 0 0,0 0 1 0 0,0 0-1 0 0,0 0 0 0 0,0 0 0 0 0,0 0 1 0 0,-1 0-1 0 0,1 0 0 0 0,0 0 1 0 0,0 0-1 0 0,0 0 0 0 0,0 0 0 0 0,0 0 1 0 0,0 0-1 0 0,0 0 0 0 0,-1 0 1 0 0,1 0-1 0 0,0 0 0 0 0,0 0 0 0 0,0 0 1 0 0,0 0-1 0 0,0 0 0 0 0,0 1 0 0 0,0-1 1 0 0,0 0-1 0 0,-1 0 0 0 0,1 0 1 0 0,0 0-1 0 0,0 0 0 0 0,0 0 0 0 0,0 0 1 0 0,0 0-1 0 0,0 0 0 0 0,0 0 1 0 0,0 0-1 0 0,0 1 0 0 0,-7-22-289 0 0,-5-28-198 0 0,4-6-10 0 0,-38-319-1842 0 0,46 335 2295 0 0,2 0 0 0 0,1 0 0 0 0,3 0 0 0 0,10-38 0 0 0,-16 76 68 0 0,0 1 0 0 0,0-1-1 0 0,0 0 1 0 0,0 0 0 0 0,1 0-1 0 0,-1 1 1 0 0,0-1-1 0 0,0 0 1 0 0,1 0 0 0 0,-1 1-1 0 0,1-1 1 0 0,-1 0 0 0 0,1 1-1 0 0,-1-1 1 0 0,1 0 0 0 0,-1 1-1 0 0,1-1 1 0 0,0 1 0 0 0,-1-1-1 0 0,1 1 1 0 0,0-1 0 0 0,-1 1-1 0 0,1-1 1 0 0,0 1 0 0 0,-1 0-1 0 0,1-1 1 0 0,0 1 0 0 0,0 0-1 0 0,0 0 1 0 0,-1 0-1 0 0,1 0 1 0 0,0-1 0 0 0,0 1-1 0 0,0 0 1 0 0,0 0 0 0 0,-1 1-1 0 0,1-1 1 0 0,1 0 0 0 0,36 16 288 0 0,-13-5-173 0 0,-12-6-169 0 0,0-1 0 0 0,0 2 0 0 0,0 0 0 0 0,-1 0 0 0 0,0 2 0 0 0,0-1 0 0 0,-1 1 0 0 0,1 1 0 0 0,11 12 0 0 0,-20-18 28 0 0,0 0 0 0 0,-1 0 0 0 0,1 1 0 0 0,0-1 0 0 0,-1 1 1 0 0,0 0-1 0 0,0 0 0 0 0,0 0 0 0 0,0 0 0 0 0,-1 0 0 0 0,1 0 0 0 0,-1 0 0 0 0,0 0 0 0 0,0 1 1 0 0,-1-1-1 0 0,1 0 0 0 0,-1 1 0 0 0,0-1 0 0 0,0 0 0 0 0,-1 1 0 0 0,1-1 0 0 0,-1 1 1 0 0,0-1-1 0 0,0 0 0 0 0,0 0 0 0 0,-1 0 0 0 0,0 0 0 0 0,1 0 0 0 0,-1 0 0 0 0,-1 0 1 0 0,1 0-1 0 0,0-1 0 0 0,-4 5 0 0 0,-2 1 24 0 0,0-1 0 0 0,0 1 0 0 0,0-2 0 0 0,-1 1 0 0 0,-1-1 0 0 0,1 0 0 0 0,-1-1-1 0 0,-17 8 1 0 0,19-10-37 0 0,1 0-1 0 0,-1-1 0 0 0,0 0 1 0 0,-1-1-1 0 0,1 0 1 0 0,0 0-1 0 0,-1-1 0 0 0,1 0 1 0 0,-1 0-1 0 0,1-1 0 0 0,-1 0 1 0 0,-12-2-1 0 0,17 1-216 0 0,0-1 0 0 0,0 0 1 0 0,1 0-1 0 0,-1 0 0 0 0,0 0 1 0 0,1-1-1 0 0,0 1 0 0 0,-1-1 0 0 0,1 0 1 0 0,0 0-1 0 0,1 0 0 0 0,-1-1 0 0 0,0 1 1 0 0,1-1-1 0 0,-3-5 0 0 0,1-1-1343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40.1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147 1 732 0 0,'-13'6'868'0'0,"-1"0"0"0"0,0 1-1 0 0,1 1 1 0 0,1 1 0 0 0,-13 9 0 0 0,20-13-622 0 0,0 0 0 0 0,0 0 0 0 0,1 1 0 0 0,-1-1 0 0 0,1 1 0 0 0,1 0 0 0 0,-1 0 1 0 0,1 1-1 0 0,0-1 0 0 0,0 1 0 0 0,1-1 0 0 0,0 1 0 0 0,-2 7 0 0 0,3-7-94 0 0,0-1 0 0 0,0 1 0 0 0,1-1 0 0 0,0 1 0 0 0,0-1 0 0 0,1 1-1 0 0,-1-1 1 0 0,1 0 0 0 0,1 1 0 0 0,-1-1 0 0 0,1 0 0 0 0,0 0 0 0 0,1 1 0 0 0,-1-2-1 0 0,7 11 1 0 0,-7-13-126 0 0,0 0-1 0 0,0-1 1 0 0,0 1-1 0 0,1-1 0 0 0,-1 1 1 0 0,1-1-1 0 0,0 0 1 0 0,-1 0-1 0 0,1 0 1 0 0,0 0-1 0 0,0-1 0 0 0,0 1 1 0 0,1-1-1 0 0,-1 0 1 0 0,0 0-1 0 0,0 0 1 0 0,1 0-1 0 0,-1 0 0 0 0,1-1 1 0 0,-1 0-1 0 0,0 1 1 0 0,1-1-1 0 0,-1 0 0 0 0,1-1 1 0 0,-1 1-1 0 0,1-1 1 0 0,-1 1-1 0 0,0-1 1 0 0,1 0-1 0 0,-1 0 0 0 0,3-2 1 0 0,6-2-108 0 0,-1-1 1 0 0,0 0-1 0 0,0 0 1 0 0,-1-1 0 0 0,0 0-1 0 0,13-12 1 0 0,-17 13-56 0 0,0 0 0 0 0,0 0 1 0 0,0-1-1 0 0,-1 0 0 0 0,0 0 1 0 0,0 0-1 0 0,0-1 0 0 0,-1 1 1 0 0,6-16-1 0 0,-9 20 66 0 0,-1 0 0 0 0,1 1 1 0 0,0-1-1 0 0,-1 0 0 0 0,0 0 0 0 0,1 0 1 0 0,-1 0-1 0 0,0 1 0 0 0,-1-1 0 0 0,1 0 0 0 0,0 0 1 0 0,-1 0-1 0 0,0 1 0 0 0,0-1 0 0 0,1 0 1 0 0,-2 0-1 0 0,1 1 0 0 0,-2-4 0 0 0,0 2-16 0 0,1 1 1 0 0,-1-1-1 0 0,0 1 0 0 0,-1 0 0 0 0,1 0 1 0 0,0 1-1 0 0,-1-1 0 0 0,0 1 0 0 0,0-1 0 0 0,-7-2 1 0 0,-4-1-101 0 0,0 1 1 0 0,-1 0-1 0 0,0 1 1 0 0,0 1-1 0 0,-19-1 1 0 0,25 2 89 0 0,7 2 53 0 0,0-1-1 0 0,1 1 0 0 0,-1 0 1 0 0,0 0-1 0 0,1 0 0 0 0,-1 0 1 0 0,0 0-1 0 0,0 0 1 0 0,1 1-1 0 0,-1-1 0 0 0,-3 2 1 0 0,5-2-102 0 0,1 0-68 0 0,0 0-99 0 0,0 0-181 0 0,4-1-519 0 0,13-7-678 0 0,-6 4 129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40.5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165 4 100 0 0,'-12'-4'1843'0'0,"-1"7"-1252"0"0,0 1 0 0 0,0 0 0 0 0,-17 8 0 0 0,25-10-500 0 0,1 0-1 0 0,0 0 0 0 0,0 0 1 0 0,1 0-1 0 0,-1 1 1 0 0,0 0-1 0 0,1 0 1 0 0,0 0-1 0 0,0 0 0 0 0,-1 0 1 0 0,2 0-1 0 0,-1 1 1 0 0,0 0-1 0 0,1-1 0 0 0,-3 6 1 0 0,5-7-69 0 0,-1-1 0 0 0,1 1 1 0 0,0 0-1 0 0,0 0 0 0 0,0 0 0 0 0,0 0 1 0 0,0 0-1 0 0,0 0 0 0 0,0 0 0 0 0,1 0 0 0 0,-1-1 1 0 0,0 1-1 0 0,1 0 0 0 0,0 0 0 0 0,-1 0 1 0 0,1-1-1 0 0,0 1 0 0 0,0 0 0 0 0,0-1 1 0 0,0 1-1 0 0,0-1 0 0 0,1 1 0 0 0,-1-1 1 0 0,0 1-1 0 0,1-1 0 0 0,-1 0 0 0 0,1 0 1 0 0,-1 0-1 0 0,3 2 0 0 0,7 4 7 0 0,1 0-1 0 0,0-1 0 0 0,15 6 1 0 0,-10-4-20 0 0,12 4-19 0 0,30 16-68 0 0,-56-26 79 0 0,1 0-1 0 0,0 1 0 0 0,-1 0 0 0 0,0-1 1 0 0,1 1-1 0 0,-1 0 0 0 0,0 0 0 0 0,-1 1 1 0 0,1-1-1 0 0,-1 1 0 0 0,5 7 0 0 0,-7-9 13 0 0,1 0 0 0 0,0 0 0 0 0,-1 1-1 0 0,0-1 1 0 0,0 1 0 0 0,0-1 0 0 0,0 0 0 0 0,0 1-1 0 0,0-1 1 0 0,0 1 0 0 0,-1-1 0 0 0,1 0 0 0 0,-1 1-1 0 0,0-1 1 0 0,1 0 0 0 0,-1 0 0 0 0,0 0 0 0 0,0 1-1 0 0,-1-1 1 0 0,1 0 0 0 0,0 0 0 0 0,-1-1 0 0 0,1 1 0 0 0,-1 0-1 0 0,0 0 1 0 0,-3 2 0 0 0,-6 6 58 0 0,-1-1 0 0 0,1 0 0 0 0,-16 8-1 0 0,15-11-47 0 0,1 1 5 0 0,0-1 1 0 0,-1 0-1 0 0,1-1 1 0 0,-18 6 0 0 0,25-10-71 0 0,0 0 1 0 0,1 0-1 0 0,-1 0 1 0 0,0 0 0 0 0,0-1-1 0 0,1 1 1 0 0,-1-1 0 0 0,0 0-1 0 0,0 0 1 0 0,0-1-1 0 0,1 1 1 0 0,-1-1 0 0 0,0 0-1 0 0,0 0 1 0 0,1 0-1 0 0,-1 0 1 0 0,1 0 0 0 0,-1-1-1 0 0,-3-2 1 0 0,6 3-172 0 0,0 0-1 0 0,0-1 1 0 0,0 1 0 0 0,0 0-1 0 0,0-1 1 0 0,0 1 0 0 0,0-1-1 0 0,0 0 1 0 0,1 1 0 0 0,-1-1-1 0 0,1 0 1 0 0,-1 1 0 0 0,1-1 0 0 0,-1 0-1 0 0,1-2 1 0 0,1-4-1484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40.8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150 0 688 0 0,'-27'3'2244'0'0,"24"-2"-2094"0"0,0 1-1 0 0,0-1 0 0 0,1 1 1 0 0,-1 0-1 0 0,1-1 1 0 0,0 1-1 0 0,-1 0 0 0 0,1 1 1 0 0,0-1-1 0 0,0 0 1 0 0,0 1-1 0 0,1-1 0 0 0,-1 1 1 0 0,1-1-1 0 0,-2 4 1 0 0,2-3-105 0 0,1-1 1 0 0,-1 0 0 0 0,1 1-1 0 0,0-1 1 0 0,0 0-1 0 0,0 1 1 0 0,1-1 0 0 0,-1 0-1 0 0,0 1 1 0 0,1-1 0 0 0,0 0-1 0 0,-1 0 1 0 0,1 0-1 0 0,0 1 1 0 0,0-1 0 0 0,0 0-1 0 0,0 0 1 0 0,1 0 0 0 0,-1 0-1 0 0,0-1 1 0 0,4 4 0 0 0,7 8 69 0 0,0-1 0 0 0,17 12 1 0 0,-15-13-101 0 0,0 2-1 0 0,19 20 1 0 0,-29-29-13 0 0,-1 0 0 0 0,0 0 0 0 0,-1 0 0 0 0,1 0 1 0 0,-1 1-1 0 0,0-1 0 0 0,0 1 0 0 0,0-1 0 0 0,-1 1 0 0 0,1 0 0 0 0,-1 0 0 0 0,0-1 0 0 0,-1 1 0 0 0,1 6 0 0 0,-1-6 31 0 0,-1 0 0 0 0,0 0 0 0 0,0 0 0 0 0,0 0 0 0 0,-1-1 0 0 0,1 1 0 0 0,-1 0 0 0 0,0-1 0 0 0,-1 1 0 0 0,1-1 0 0 0,-1 0 1 0 0,0 1-1 0 0,0-1 0 0 0,0-1 0 0 0,0 1 0 0 0,-1 0 0 0 0,1-1 0 0 0,-1 0 0 0 0,0 0 0 0 0,-9 5 0 0 0,6-3 22 0 0,-1 0 1 0 0,-1-1-1 0 0,1 0 1 0 0,0-1-1 0 0,-1 0 0 0 0,0 0 1 0 0,0-1-1 0 0,0 0 1 0 0,0 0-1 0 0,-15 0 0 0 0,19-2-53 0 0,0 0 0 0 0,1-1 0 0 0,-1 1 0 0 0,0-1 0 0 0,0 0 0 0 0,0 0 0 0 0,0-1 0 0 0,1 1 0 0 0,-6-4 0 0 0,8 4-36 0 0,1 1-1 0 0,-1-1 1 0 0,1-1-1 0 0,-1 1 1 0 0,1 0-1 0 0,0 0 1 0 0,-1 0-1 0 0,1-1 1 0 0,0 1-1 0 0,0-1 1 0 0,0 1-1 0 0,0-1 1 0 0,0 1-1 0 0,0-1 1 0 0,0 0-1 0 0,0 1 1 0 0,1-1-1 0 0,-1 0 1 0 0,1 0-1 0 0,-1 0 1 0 0,1 1-1 0 0,0-1 1 0 0,0 0-1 0 0,0 0 1 0 0,0 0-1 0 0,0 0 1 0 0,0-2-1 0 0,0 3 29 0 0,1-5-541 0 0,0 0 1 0 0,0 0-1 0 0,0 1 0 0 0,0-1 0 0 0,1 0 0 0 0,3-7 1 0 0,4-1-1294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41.2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0 324 0 0,'0'0'595'0'0,"0"0"-9"0"0,0 0-19 0 0,0 0-20 0 0,0 0-8 0 0,8 25 2006 0 0,0-9-1951 0 0,13 27 1068 0 0,24 66-1 0 0,-42-104-1506 0 0,-1-2-1452 0 0,-1 0-3399 0 0,-1-3 2570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41.5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2 112 0 0,'3'-1'963'0'0,"0"1"-453"0"0,0 0 474 0 0,-1 0-847 0 0,1 0 0 0 0,-1 1 0 0 0,0-1 1 0 0,0 1-1 0 0,0-1 0 0 0,0 1 0 0 0,0 0 0 0 0,0 0 0 0 0,0 0 1 0 0,0 0-1 0 0,3 3 0 0 0,-2-1 96 0 0,1 1 0 0 0,-1 0 0 0 0,0 0 0 0 0,0 0 0 0 0,-1 0 0 0 0,5 9 0 0 0,5 9 276 0 0,0-1-59 0 0,-1 1 0 0 0,-1 0 0 0 0,-1 1 0 0 0,9 34 0 0 0,15 96 1472 0 0,-33-152-1898 0 0,0 1 8 0 0,10 70 1607 0 0,-10-71-1479 0 0,0-1-16 0 0,0 0-19 0 0,0 0-31 0 0,3-4-30 0 0,38-46-255 0 0,-28 33-109 0 0,0 0 1 0 0,0 2-1 0 0,28-25 0 0 0,-38 36 224 0 0,1 1 0 0 0,0 1 1 0 0,0-1-1 0 0,0 0 0 0 0,0 1 0 0 0,1 0 0 0 0,-1 0 0 0 0,1 0 0 0 0,-1 1 0 0 0,1-1 0 0 0,0 1 1 0 0,-1 0-1 0 0,1 0 0 0 0,0 1 0 0 0,0 0 0 0 0,0 0 0 0 0,0 0 0 0 0,-1 0 0 0 0,1 0 0 0 0,0 1 0 0 0,6 2 1 0 0,-7-2 45 0 0,-1 0 0 0 0,1 1 1 0 0,0 0-1 0 0,0-1 1 0 0,-1 2-1 0 0,1-1 1 0 0,-1 0-1 0 0,0 1 1 0 0,0-1-1 0 0,0 1 1 0 0,0 0-1 0 0,0 0 1 0 0,0 0-1 0 0,-1 0 0 0 0,1 1 1 0 0,-1-1-1 0 0,0 1 1 0 0,0-1-1 0 0,-1 1 1 0 0,1 0-1 0 0,-1 0 1 0 0,1-1-1 0 0,-1 1 1 0 0,0 0-1 0 0,-1 0 1 0 0,1 1-1 0 0,-1-1 0 0 0,0 0 1 0 0,0 4-1 0 0,0-2 52 0 0,0 1-1 0 0,-1-1 0 0 0,0 1 1 0 0,0-1-1 0 0,-1 0 0 0 0,0 0 1 0 0,0 0-1 0 0,0 0 0 0 0,-1 0 0 0 0,1 0 1 0 0,-1 0-1 0 0,-1-1 0 0 0,1 0 1 0 0,-1 1-1 0 0,0-1 0 0 0,0-1 1 0 0,-9 9-1 0 0,2-5 62 0 0,0 0-1 0 0,-1-1 1 0 0,0-1 0 0 0,0 0 0 0 0,0 0-1 0 0,-1-1 1 0 0,-22 5 0 0 0,30-8-70 0 0,0-2-1 0 0,0 1 1 0 0,0-1 0 0 0,0 1 0 0 0,0-1 0 0 0,0-1 0 0 0,0 1-1 0 0,0-1 1 0 0,0 1 0 0 0,-7-4 0 0 0,9 3-36 0 0,0 0 1 0 0,0-1 0 0 0,0 1-1 0 0,0-1 1 0 0,1 0-1 0 0,-1 0 1 0 0,1 0-1 0 0,-1 0 1 0 0,1 0 0 0 0,0-1-1 0 0,0 1 1 0 0,0-1-1 0 0,0 1 1 0 0,0-1-1 0 0,0 0 1 0 0,1 0 0 0 0,-3-5-1 0 0,3 2-276 0 0,-1 0 1 0 0,1 0-1 0 0,0 0 0 0 0,1-1 0 0 0,0 1 0 0 0,0 0 0 0 0,0-1 1 0 0,0 1-1 0 0,1 0 0 0 0,0 0 0 0 0,1 0 0 0 0,-1-1 0 0 0,1 1 0 0 0,0 1 1 0 0,1-1-1 0 0,3-7 0 0 0,-4 9-379 0 0,4-16-1510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41.8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0 388 0 0,'0'0'749'0'0,"0"0"-50"0"0,0 0-47 0 0,0 0-32 0 0,0 0-23 0 0,1 3-4 0 0,8 41 1519 0 0,2 47 1 0 0,-1-7-844 0 0,-6-61-1005 0 0,6 50 670 0 0,38 131 0 0 0,-48-203-967 0 0,0-1 0 0 0,0 1 0 0 0,0 0 0 0 0,0-1 0 0 0,0 1 0 0 0,0 0 0 0 0,0-1 0 0 0,1 1-1 0 0,-1-1 1 0 0,0 1 0 0 0,0-1 0 0 0,1 1 0 0 0,-1 0 0 0 0,0-1 0 0 0,1 1 0 0 0,-1-1 0 0 0,1 0 0 0 0,-1 1 0 0 0,1-1 0 0 0,-1 1 0 0 0,1-1 0 0 0,-1 0 0 0 0,1 1 0 0 0,-1-1 0 0 0,1 0 0 0 0,-1 1 0 0 0,1-1 0 0 0,-1 0 0 0 0,1 0 0 0 0,0 0 0 0 0,-1 1 0 0 0,1-1 0 0 0,-1 0 0 0 0,1 0 0 0 0,0 0 0 0 0,-1 0 0 0 0,1 0 0 0 0,0 0 0 0 0,-1 0 0 0 0,1 0 0 0 0,-1-1 0 0 0,1 1 0 0 0,0 0-1 0 0,-1 0 1 0 0,1 0 0 0 0,-1-1 0 0 0,1 1 0 0 0,-1 0 0 0 0,1-1 0 0 0,0 1 0 0 0,-1 0 0 0 0,1-1 0 0 0,-1 1 0 0 0,1-1 0 0 0,26-32-3528 0 0,-20 24 1367 0 0,6-5-258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42.1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0 161 144 0 0,'6'6'884'0'0,"-1"0"1"0"0,1 0-1 0 0,-1 1 0 0 0,-1 0 1 0 0,6 10-1 0 0,9 13 1518 0 0,-18-29-2346 0 0,0 0 1 0 0,0-1-1 0 0,0 1 0 0 0,0 0 1 0 0,0-1-1 0 0,0 1 1 0 0,0-1-1 0 0,0 1 0 0 0,0-1 1 0 0,0 0-1 0 0,1 1 0 0 0,-1-1 1 0 0,0 0-1 0 0,0 0 0 0 0,0 0 1 0 0,0 0-1 0 0,1 0 0 0 0,-1 0 1 0 0,0 0-1 0 0,0 0 1 0 0,0 0-1 0 0,1-1 0 0 0,-1 1 1 0 0,0 0-1 0 0,0-1 0 0 0,0 1 1 0 0,0-1-1 0 0,0 1 0 0 0,0-1 1 0 0,0 0-1 0 0,0 1 0 0 0,2-3 1 0 0,33-25 285 0 0,-33 26-298 0 0,4-6-85 0 0,0 0-1 0 0,0 0 0 0 0,0 0 1 0 0,-1 0-1 0 0,0-1 1 0 0,-1 0-1 0 0,0-1 0 0 0,6-15 1 0 0,-9 21-1 0 0,0 0 1 0 0,-1 0-1 0 0,0 0 1 0 0,0 0-1 0 0,0 0 1 0 0,0 0-1 0 0,-1-1 0 0 0,1 1 1 0 0,-1 0-1 0 0,0 0 1 0 0,-1-1-1 0 0,1 1 1 0 0,-1 0-1 0 0,1 0 1 0 0,-1-1-1 0 0,-1 1 1 0 0,1 0-1 0 0,0 0 0 0 0,-1 0 1 0 0,0 0-1 0 0,0 1 1 0 0,0-1-1 0 0,-5-5 1 0 0,6 8 54 0 0,1 0 1 0 0,-1 0-1 0 0,0 0 1 0 0,0 0-1 0 0,0 0 1 0 0,0 1-1 0 0,0-1 1 0 0,0 0 0 0 0,0 1-1 0 0,0-1 1 0 0,0 0-1 0 0,-1 1 1 0 0,1 0-1 0 0,0-1 1 0 0,0 1-1 0 0,0 0 1 0 0,-1-1-1 0 0,1 1 1 0 0,0 0-1 0 0,0 0 1 0 0,-1 0-1 0 0,1 0 1 0 0,0 0-1 0 0,0 0 1 0 0,-2 1-1 0 0,0 0 29 0 0,1 0-1 0 0,-1 0 0 0 0,1 1 0 0 0,0-1 0 0 0,0 1 0 0 0,0-1 0 0 0,0 1 0 0 0,0 0 0 0 0,0 0 0 0 0,0 0 0 0 0,-2 3 0 0 0,-2 5 186 0 0,-1 0-1 0 0,2 1 1 0 0,-1-1-1 0 0,-5 18 1 0 0,6-14 102 0 0,1-1 0 0 0,0 1 1 0 0,1 0-1 0 0,1 0 0 0 0,0 0 0 0 0,0 20 1 0 0,2-31-282 0 0,0 0 0 0 0,0 1 0 0 0,0-1 0 0 0,1 0 0 0 0,0 0 0 0 0,0 1 0 0 0,0-1 0 0 0,0 0 0 0 0,0 0 0 0 0,0 0 0 0 0,1 0 0 0 0,0 0 0 0 0,-1-1 0 0 0,1 1 0 0 0,0 0 0 0 0,0-1 0 0 0,1 1 0 0 0,-1-1 0 0 0,0 0 0 0 0,1 0 0 0 0,0 0 0 0 0,-1 0 0 0 0,1 0 0 0 0,0 0 0 0 0,0-1 0 0 0,0 1 0 0 0,0-1 0 0 0,0 0 0 0 0,0 0 0 0 0,0 0 0 0 0,1 0 0 0 0,-1-1 0 0 0,4 1 0 0 0,5 0-221 0 0,0-1 1 0 0,0 0 0 0 0,0 0-1 0 0,-1-1 1 0 0,1-1 0 0 0,14-3-1 0 0,36-13-7779 0 0,-53 13 4866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42.5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9 664 0 0,'0'0'787'0'0,"0"0"-30"0"0,-1-6-56 0 0,0 4 669 0 0,0 4 2981 0 0,-1 19-3954 0 0,1 0 1 0 0,1 0-1 0 0,1 1 1 0 0,1-1-1 0 0,1 0 0 0 0,9 38 1 0 0,22 104-678 0 0,-19-53-6121 0 0,-12-85 3738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3:27:42.8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24 1416 0 0,'0'0'1340'0'0,"7"-4"-136"0"0,-7 4-132 0 0,0 0-103 0 0,0 0-101 0 0,0 0-116 0 0,0 0-104 0 0,0 0-148 0 0,0 0-168 0 0,0 0-220 0 0,0 0-292 0 0,12-6-436 0 0,-7 4-788 0 0,1-2-1521 0 0,-2-3 673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54.6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467 137 580 0 0,'3'-28'1709'0'0,"-3"26"-1577"0"0,1-1-1 0 0,0 0 1 0 0,-1 0-1 0 0,0 0 1 0 0,0 0 0 0 0,0 0-1 0 0,0 0 1 0 0,0 1-1 0 0,0-1 1 0 0,-1 0-1 0 0,1 0 1 0 0,-1 0-1 0 0,0 0 1 0 0,0 1 0 0 0,0-1-1 0 0,0 0 1 0 0,-1 1-1 0 0,1-1 1 0 0,-3-2-1 0 0,1 0-11 0 0,-1 1-1 0 0,0 0 0 0 0,0 0 0 0 0,0 1 0 0 0,0-1 0 0 0,0 1 1 0 0,-1 0-1 0 0,1 0 0 0 0,-1 0 0 0 0,0 1 0 0 0,0 0 0 0 0,0 0 0 0 0,0 0 1 0 0,-7-1-1 0 0,4 1-36 0 0,0 1 0 0 0,0 1 0 0 0,0-1 0 0 0,0 1 0 0 0,0 1 0 0 0,0-1 0 0 0,-1 2 0 0 0,-12 2 0 0 0,3 2-27 0 0,1 0-1 0 0,0 1 0 0 0,0 0 1 0 0,1 2-1 0 0,0 0 0 0 0,1 1 1 0 0,-24 19-1 0 0,25-18-22 0 0,0 1 0 0 0,1 0 0 0 0,0 1 0 0 0,1 0 0 0 0,0 1 0 0 0,1 1-1 0 0,1 0 1 0 0,0 0 0 0 0,1 1 0 0 0,-13 32 0 0 0,21-43-34 0 0,0 0-1 0 0,0 0 1 0 0,0 0-1 0 0,1 0 1 0 0,-1 0-1 0 0,1 0 1 0 0,1 0-1 0 0,-1 0 1 0 0,1 1-1 0 0,0-1 1 0 0,0 0-1 0 0,0-1 1 0 0,1 1-1 0 0,0 0 1 0 0,0 0-1 0 0,0-1 1 0 0,0 1-1 0 0,1-1 1 0 0,0 1-1 0 0,0-1 1 0 0,0 0-1 0 0,0 0 1 0 0,6 5-1 0 0,8 6-75 0 0,0 0 0 0 0,1-1 0 0 0,39 23 0 0 0,-32-21 75 0 0,107 62-130 0 0,-82-51 80 0 0,-2 2-1 0 0,0 2 1 0 0,-3 3-1 0 0,45 40 1 0 0,-84-69 31 0 0,-1 0 0 0 0,-1 1-1 0 0,1 0 1 0 0,-1 0 0 0 0,0 0 0 0 0,0 0-1 0 0,0 0 1 0 0,-1 1 0 0 0,0 0 0 0 0,-1-1-1 0 0,4 12 1 0 0,-6-14 11 0 0,1 1 1 0 0,-1 0-1 0 0,1 0 0 0 0,-2 0 0 0 0,1 0 0 0 0,0 0 1 0 0,-1 0-1 0 0,0-1 0 0 0,0 1 0 0 0,0 0 1 0 0,-1 0-1 0 0,0-1 0 0 0,0 1 0 0 0,0-1 0 0 0,0 0 1 0 0,-1 1-1 0 0,1-1 0 0 0,-5 5 0 0 0,-5 4 3 0 0,0-1 0 0 0,0 0 0 0 0,-1 0 0 0 0,-1-1 0 0 0,0-1-1 0 0,0 0 1 0 0,-1-1 0 0 0,-1-1 0 0 0,-26 11 0 0 0,8-6 3 0 0,-1-1 1 0 0,-1-2-1 0 0,-56 8 0 0 0,81-16 1 0 0,0-1 0 0 0,1 0 0 0 0,-1-1 0 0 0,1 0 0 0 0,-14-2 0 0 0,22 2-59 0 0,0-1 0 0 0,0 1 0 0 0,0 0-1 0 0,0-1 1 0 0,0 1 0 0 0,0-1 0 0 0,0 0-1 0 0,0 0 1 0 0,0 1 0 0 0,0-1 0 0 0,0-1-1 0 0,1 1 1 0 0,-1 0 0 0 0,0 0 0 0 0,1-1-1 0 0,-1 1 1 0 0,1-1 0 0 0,-1 1 0 0 0,1-1-1 0 0,0 0 1 0 0,-1 1 0 0 0,1-1 0 0 0,0 0-1 0 0,0 0 1 0 0,0 0 0 0 0,1 0 0 0 0,-1 0 0 0 0,0 0-1 0 0,1 0 1 0 0,-1 0 0 0 0,1 0 0 0 0,0 0-1 0 0,0-3 1 0 0,2-23-1777 0 0,6-7 139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56.7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3 332 280 0 0,'-3'1'856'0'0,"8"0"2292"0"0,160-19-788 0 0,-85 7-1902 0 0,84 0 0 0 0,115 18 30 0 0,-93-1-251 0 0,92 4 97 0 0,-238-14-268 0 0,-40 3-61 0 0,0-3 4 0 0,-2 0-7 0 0,0 0-1 0 0,-1 0 0 0 0,1-1 0 0 0,-1 2 1 0 0,0-1-1 0 0,-1 0 0 0 0,-4-4 0 0 0,1 0 0 0 0,-9-11-83 0 0,-1 2 0 0 0,-23-20 0 0 0,19 19 22 0 0,-96-86-1011 0 0,102 90 1059 0 0,8 7 141 0 0,-1 0 0 0 0,1 1 0 0 0,-16-11 0 0 0,22 17-107 0 0,-1-1 0 0 0,1 1 0 0 0,0-1 0 0 0,0 0 0 0 0,0 0-1 0 0,0 0 1 0 0,0 0 0 0 0,0 0 0 0 0,0 0 0 0 0,0 0 0 0 0,0 0-1 0 0,0 0 1 0 0,0 0 0 0 0,1 0 0 0 0,-2-3 0 0 0,2 3 2 0 0,0 1 9 0 0,0 0-2 0 0,0 0-5 0 0,7 1 2 0 0,-1 0 0 0 0,1 0-1 0 0,-1 0 1 0 0,0 1 0 0 0,1 0-1 0 0,-1 0 1 0 0,0 0-1 0 0,0 1 1 0 0,0 0 0 0 0,-1 0-1 0 0,1 1 1 0 0,7 6 0 0 0,-7-6-8 0 0,18 9 28 0 0,1 0 0 0 0,1-1 0 0 0,50 15 0 0 0,21 9-13 0 0,-80-29-24 0 0,-7-3-9 0 0,0 0-1 0 0,-1 1 1 0 0,0 0 0 0 0,18 12 0 0 0,-26-16-2 0 0,1 1 1 0 0,0-1-1 0 0,-1 1 0 0 0,1-1 0 0 0,-1 1 1 0 0,1 0-1 0 0,-1 0 0 0 0,0 0 0 0 0,0 0 1 0 0,0 0-1 0 0,0 0 0 0 0,0 0 0 0 0,0 0 1 0 0,-1 0-1 0 0,1 0 0 0 0,-1 0 0 0 0,1 0 1 0 0,-1 1-1 0 0,0-1 0 0 0,0 0 0 0 0,0 0 1 0 0,0 1-1 0 0,0-1 0 0 0,0 0 0 0 0,-1 0 1 0 0,1 0-1 0 0,-1 1 0 0 0,1-1 0 0 0,-2 2 0 0 0,-3 6 14 0 0,1 0 0 0 0,-2-1 0 0 0,1 0 0 0 0,-1 0 0 0 0,-1 0 0 0 0,0-1 0 0 0,0 0 0 0 0,-13 11 0 0 0,-9 5 66 0 0,-35 23 0 0 0,-3 2 16 0 0,30-24-55 0 0,28-20-145 0 0,1 1-1 0 0,0 0 1 0 0,-1 0-1 0 0,2 1 1 0 0,-14 13-1 0 0,15-2-588 0 0,6-15-3793 0 0,0-3 2486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8:55.4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321 56 448 0 0,'-4'-2'220'0'0,"1"-1"0"0"0,-1 1 0 0 0,0 0 0 0 0,0 1 1 0 0,-1-1-1 0 0,1 1 0 0 0,0-1 0 0 0,0 1 0 0 0,-1 0 0 0 0,1 1 0 0 0,-1-1 0 0 0,1 1 0 0 0,0 0 1 0 0,-1 0-1 0 0,1 0 0 0 0,-1 1 0 0 0,-5 0 0 0 0,-2 2 146 0 0,0-1 0 0 0,0 1 1 0 0,0 1-1 0 0,-21 9 0 0 0,20-7-112 0 0,0 1-1 0 0,1 0 1 0 0,0 1-1 0 0,1 1 0 0 0,0-1 1 0 0,-13 15-1 0 0,18-17-171 0 0,0 1 0 0 0,1 0-1 0 0,0 0 1 0 0,0 1 0 0 0,1-1-1 0 0,0 1 1 0 0,0 0 0 0 0,1 0-1 0 0,0 0 1 0 0,0 1 0 0 0,-1 11-1 0 0,0 0 23 0 0,2 0 0 0 0,0 0 0 0 0,1 0 0 0 0,1 1 0 0 0,1-1 0 0 0,0 0 0 0 0,2 0 0 0 0,1 0 0 0 0,6 22 0 0 0,-7-31-59 0 0,1-1 0 0 0,1 1-1 0 0,-1-1 1 0 0,2 0 0 0 0,-1 0 0 0 0,1 0-1 0 0,1-1 1 0 0,0 0 0 0 0,0 0 0 0 0,1-1 0 0 0,0 0-1 0 0,0 0 1 0 0,1-1 0 0 0,0 0 0 0 0,0-1-1 0 0,1 0 1 0 0,19 10 0 0 0,-15-11-31 0 0,-1 0 0 0 0,1-1 0 0 0,0-1 0 0 0,0 0 0 0 0,1-1 0 0 0,-1 0 0 0 0,0-1 0 0 0,1-1 0 0 0,-1 0-1 0 0,0-1 1 0 0,1 0 0 0 0,-1-2 0 0 0,0 1 0 0 0,0-2 0 0 0,0 0 0 0 0,-1 0 0 0 0,1-2 0 0 0,-1 1 0 0 0,0-2 0 0 0,0 0 0 0 0,-1 0 0 0 0,0-1 0 0 0,18-16 0 0 0,-13 10-82 0 0,-1 0 1 0 0,-1-1 0 0 0,-1-1 0 0 0,0 0 0 0 0,-1-1-1 0 0,-1-1 1 0 0,0 0 0 0 0,-2-1 0 0 0,16-35 0 0 0,-22 44 27 0 0,-1 1 0 0 0,0-1 1 0 0,-1 0-1 0 0,0-1 0 0 0,0 1 1 0 0,-1 0-1 0 0,-1-1 1 0 0,0 1-1 0 0,0 0 0 0 0,-1-1 1 0 0,0 1-1 0 0,-1 0 0 0 0,0 0 1 0 0,0 0-1 0 0,-1 0 1 0 0,-1 0-1 0 0,0 1 0 0 0,0-1 1 0 0,-1 1-1 0 0,0 0 0 0 0,0 0 1 0 0,-8-9-1 0 0,3 7-10 0 0,0 0 1 0 0,0 0-1 0 0,-2 1 0 0 0,1 0 0 0 0,-1 1 0 0 0,-1 0 0 0 0,1 1 0 0 0,-2 1 1 0 0,1 0-1 0 0,-1 0 0 0 0,0 2 0 0 0,0-1 0 0 0,0 2 0 0 0,-1 0 1 0 0,0 1-1 0 0,-16-2 0 0 0,24 4 2 0 0,0 1 0 0 0,1-1 1 0 0,-1 1-1 0 0,0 1 0 0 0,0-1 0 0 0,0 1 1 0 0,0 0-1 0 0,0 1 0 0 0,1 0 0 0 0,-1 0 1 0 0,0 0-1 0 0,1 1 0 0 0,-9 4 1 0 0,12-5-148 0 0,0 0 0 0 0,0 1 0 0 0,-1-1 1 0 0,1 1-1 0 0,1 0 0 0 0,-1 0 0 0 0,0 0 1 0 0,1 0-1 0 0,0 0 0 0 0,-1 1 0 0 0,1-1 1 0 0,1 0-1 0 0,-1 1 0 0 0,0 0 1 0 0,1-1-1 0 0,0 1 0 0 0,0 0 0 0 0,0 0 1 0 0,0 0-1 0 0,0 0 0 0 0,1 0 0 0 0,0 0 1 0 0,0 5-1 0 0,5 18-1720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8:58.1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127 146 40 0 0,'-1'-2'283'0'0,"-1"0"-1"0"0,0 1 1 0 0,0 0-1 0 0,0-1 1 0 0,0 1 0 0 0,0 0-1 0 0,0 0 1 0 0,0 0 0 0 0,0 0-1 0 0,0 0 1 0 0,-1 0-1 0 0,-3 0 1 0 0,5 1-209 0 0,-1 0 1 0 0,1 0-1 0 0,-1 0 0 0 0,1 1 1 0 0,-1-1-1 0 0,1 0 0 0 0,0 1 0 0 0,-1-1 1 0 0,1 1-1 0 0,0 0 0 0 0,-1-1 1 0 0,1 1-1 0 0,0 0 0 0 0,0 0 0 0 0,0 0 1 0 0,0 0-1 0 0,0 0 0 0 0,0 0 1 0 0,0 0-1 0 0,0 0 0 0 0,0 0 1 0 0,0 0-1 0 0,-1 3 0 0 0,-7 13 251 0 0,0 0 0 0 0,1 1 0 0 0,0 0 0 0 0,2 1 0 0 0,0-1-1 0 0,1 1 1 0 0,1 0 0 0 0,-1 25 0 0 0,1 3 148 0 0,2 0 0 0 0,5 60 0 0 0,-2-92-361 0 0,1 1 0 0 0,0 0 0 0 0,1 0 0 0 0,1-1 0 0 0,0 0 0 0 0,1 0 0 0 0,1 0 0 0 0,1 0 0 0 0,13 23 0 0 0,-16-33-90 0 0,0 1 1 0 0,0-1 0 0 0,1 0-1 0 0,-1 0 1 0 0,1 0 0 0 0,0 0-1 0 0,1-1 1 0 0,-1 0 0 0 0,1 0-1 0 0,0 0 1 0 0,0-1 0 0 0,0 0-1 0 0,0 0 1 0 0,0-1 0 0 0,1 0-1 0 0,-1 0 1 0 0,1 0 0 0 0,0-1-1 0 0,0 1 1 0 0,-1-2 0 0 0,1 1-1 0 0,0-1 1 0 0,0 0 0 0 0,12-2-1 0 0,-6-1-46 0 0,-1 0 0 0 0,1-1 0 0 0,-1 0 0 0 0,0-1 0 0 0,0 0 0 0 0,-1-1 0 0 0,1-1 0 0 0,-1 0 0 0 0,-1 0 0 0 0,1-1 0 0 0,-1 0 0 0 0,15-17 0 0 0,-1 0-117 0 0,-2 0-1 0 0,-1-2 0 0 0,28-47 1 0 0,-39 57 38 0 0,0 0 1 0 0,-2-1 0 0 0,0 0 0 0 0,0-1 0 0 0,-2 0-1 0 0,6-27 1 0 0,-10 31 32 0 0,-1 1-1 0 0,0-1 1 0 0,0 0-1 0 0,-1 0 1 0 0,-1 0 0 0 0,-1 1-1 0 0,0-1 1 0 0,-9-28-1 0 0,6 27 21 0 0,0 0-1 0 0,-1 1 0 0 0,-1-1 0 0 0,-1 1 1 0 0,0 1-1 0 0,-1-1 0 0 0,-1 1 1 0 0,0 1-1 0 0,-14-15 0 0 0,17 22 38 0 0,0-1 0 0 0,0 1 0 0 0,0 1-1 0 0,0-1 1 0 0,-1 1 0 0 0,0 1 0 0 0,0 0 0 0 0,-1 0-1 0 0,1 0 1 0 0,-1 1 0 0 0,1 0 0 0 0,-1 1-1 0 0,0 0 1 0 0,0 0 0 0 0,0 1 0 0 0,-1 0 0 0 0,1 0-1 0 0,-13 2 1 0 0,7 1-26 0 0,0 0-1 0 0,0 2 1 0 0,1-1-1 0 0,0 2 1 0 0,0 0 0 0 0,0 1-1 0 0,0 0 1 0 0,1 1-1 0 0,0 0 1 0 0,0 1 0 0 0,-13 12-1 0 0,17-13-282 0 0,0 0 1 0 0,0 1-1 0 0,1 1 1 0 0,0-1-1 0 0,1 1 0 0 0,0 0 1 0 0,0 1-1 0 0,1 0 0 0 0,1 0 1 0 0,-1 0-1 0 0,2 1 0 0 0,-1 0 1 0 0,1 0-1 0 0,-4 22 0 0 0,6-7-1504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00.6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227 295 12 0 0,'-7'-8'1906'0'0,"-84"-16"3087"0"0,89 24-4791 0 0,-3-2 90 0 0,-12-3 500 0 0,16 5-757 0 0,1 0-1 0 0,0 0 1 0 0,0 0-1 0 0,-1 0 1 0 0,1 0-1 0 0,0 0 1 0 0,0 0 0 0 0,-1-1-1 0 0,1 1 1 0 0,0 0-1 0 0,0 0 1 0 0,-1 0-1 0 0,1 0 1 0 0,0 0-1 0 0,0 0 1 0 0,-1 0-1 0 0,1 0 1 0 0,0-1-1 0 0,0 1 1 0 0,0 0-1 0 0,0 0 1 0 0,-1 0-1 0 0,1-1 1 0 0,0 1 0 0 0,0 0-1 0 0,0 0 1 0 0,0 0-1 0 0,0-1 1 0 0,-1 1-1 0 0,1 0 1 0 0,0 0-1 0 0,0-1 1 0 0,0 1-1 0 0,0 0 1 0 0,0 0-1 0 0,0 0 1 0 0,0-1-1 0 0,0 1 1 0 0,0 0 0 0 0,0 0-1 0 0,0-1 1 0 0,0 1-1 0 0,0 0 1 0 0,0 0-1 0 0,0-1 1 0 0,0 1-1 0 0,30-19 155 0 0,-25 16-248 0 0,0 0 1 0 0,0 0-1 0 0,0 0 0 0 0,-1-1 1 0 0,1 0-1 0 0,4-5 0 0 0,5 1 17 0 0,-14 8 51 0 0,0 0 0 0 0,1 0 0 0 0,-1 0 0 0 0,0 0 0 0 0,0 0 0 0 0,1 0 0 0 0,-1 0 0 0 0,0 0-1 0 0,1 0 1 0 0,-1 0 0 0 0,0 0 0 0 0,0 0 0 0 0,1-1 0 0 0,-1 1 0 0 0,0 0 0 0 0,0 0 0 0 0,1 0 0 0 0,-1 0 0 0 0,0-1 0 0 0,0 1 0 0 0,0 0 0 0 0,1 0 0 0 0,-1-1 0 0 0,0 1 0 0 0,0 0 0 0 0,0 0 0 0 0,0-1-1 0 0,0 1 1 0 0,1 0 0 0 0,-1 0 0 0 0,0-1 0 0 0,0 1 0 0 0,0 0 0 0 0,0 0 0 0 0,0-1 0 0 0,0 1 0 0 0,0 0 0 0 0,0-1 0 0 0,0 1 0 0 0,0 0 0 0 0,0-1 0 0 0,0 1 0 0 0,0-1 0 0 0,-1 0 43 0 0,1 1 5 0 0,0 0-7 0 0,0 0-27 0 0,0-1 0 0 0,0 0 0 0 0,0 1 0 0 0,0-1 0 0 0,0 1 0 0 0,0-1 0 0 0,0 1 0 0 0,-1-1 0 0 0,1 1 0 0 0,0-1 1 0 0,0 1-1 0 0,-1-1 0 0 0,1 1 0 0 0,0 0 0 0 0,-1-1 0 0 0,1 1 0 0 0,0-1 0 0 0,-1 1 0 0 0,1 0 0 0 0,-1-1 0 0 0,1 1 0 0 0,0 0 0 0 0,-1-1 0 0 0,1 1 0 0 0,-1 0 0 0 0,1 0 0 0 0,-1-1 0 0 0,1 1 1 0 0,-1 0-1 0 0,0 0 0 0 0,-7 3 27 0 0,0 0 0 0 0,1 1 0 0 0,-1-1 0 0 0,1 2-1 0 0,0-1 1 0 0,0 1 0 0 0,1 0 0 0 0,-1 1 0 0 0,1-1 0 0 0,-10 12 0 0 0,7-6 48 0 0,1 1-1 0 0,0 0 1 0 0,1 1 0 0 0,0 0-1 0 0,-9 24 1 0 0,8-14 27 0 0,1 1 0 0 0,1 0 0 0 0,1 0 0 0 0,2 0 0 0 0,0 1 1 0 0,1-1-1 0 0,3 29 0 0 0,0-34-7 0 0,1-1 1 0 0,1 0-1 0 0,1 0 1 0 0,0 0 0 0 0,1 0-1 0 0,1 0 1 0 0,1-1-1 0 0,14 26 1 0 0,-17-35-68 0 0,2 0-1 0 0,-1 0 1 0 0,1 0 0 0 0,0-1 0 0 0,0 0 0 0 0,1 0 0 0 0,0-1-1 0 0,0 0 1 0 0,0 0 0 0 0,1 0 0 0 0,0-1 0 0 0,0 0 0 0 0,1-1-1 0 0,-1 0 1 0 0,1 0 0 0 0,0-1 0 0 0,0 0 0 0 0,12 2 0 0 0,-8-3-19 0 0,-1-1 1 0 0,1-1 0 0 0,0 0-1 0 0,0 0 1 0 0,-1-2 0 0 0,1 1-1 0 0,-1-2 1 0 0,1 0 0 0 0,-1 0-1 0 0,0-1 1 0 0,22-10 0 0 0,4-6-22 0 0,-1-1 1 0 0,42-31 0 0 0,-56 35-86 0 0,0-2 1 0 0,-1 0-1 0 0,-1-1 1 0 0,-1-1-1 0 0,-1-1 0 0 0,-1-1 1 0 0,0-1-1 0 0,-2 0 1 0 0,-1-1-1 0 0,18-43 0 0 0,-26 51-14 0 0,0-1-1 0 0,-2 0 1 0 0,0 0 0 0 0,-1-1-1 0 0,-1 1 1 0 0,-1-1-1 0 0,1-30 1 0 0,-4 35 30 0 0,0 0 0 0 0,-1 0 0 0 0,-1 0 0 0 0,0 0 0 0 0,-1 0 0 0 0,0 1 1 0 0,-1-1-1 0 0,0 1 0 0 0,-1 0 0 0 0,-15-22 0 0 0,16 27 30 0 0,0 1 0 0 0,0 0 0 0 0,-1 1 0 0 0,0-1 1 0 0,-1 1-1 0 0,1 1 0 0 0,-1-1 0 0 0,0 1 0 0 0,0 0 0 0 0,-1 0 0 0 0,0 1 1 0 0,-16-6-1 0 0,13 6-1 0 0,0 1 1 0 0,-1 1-1 0 0,1 0 1 0 0,-1 0-1 0 0,1 1 1 0 0,-1 1-1 0 0,0 0 1 0 0,-21 3-1 0 0,10 1-38 0 0,1 1 0 0 0,-1 1 0 0 0,2 0-1 0 0,-1 2 1 0 0,1 1 0 0 0,0 1 0 0 0,0 1 0 0 0,1 0-1 0 0,-24 19 1 0 0,15-8-121 0 0,-50 52 1 0 0,70-65-78 0 0,0 2-1 0 0,0-1 1 0 0,1 1 0 0 0,1 0 0 0 0,0 1-1 0 0,0 0 1 0 0,2 0 0 0 0,-8 19 0 0 0,12-27-191 0 0,0-1 0 0 0,1 1 0 0 0,-1-1 0 0 0,1 1 0 0 0,-1-1 0 0 0,1 1 0 0 0,0-1 1 0 0,1 1-1 0 0,0 3 0 0 0,3 11-2162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03.2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39 200 0 0,'0'0'57'0'0,"-1"0"0"0"0,1 0 0 0 0,-1 0 0 0 0,1 0 0 0 0,-1 0-1 0 0,1-1 1 0 0,-1 1 0 0 0,1 0 0 0 0,-1 0 0 0 0,1 0 0 0 0,-1 0 0 0 0,1-1 0 0 0,-1 1 0 0 0,1 0 0 0 0,-1 0-1 0 0,1-1 1 0 0,0 1 0 0 0,-1 0 0 0 0,1-1 0 0 0,0 1 0 0 0,-1-1 0 0 0,1 1 0 0 0,0 0 0 0 0,-1-1 0 0 0,1 1-1 0 0,0-1 1 0 0,0 1 0 0 0,0-1 0 0 0,-1 1 0 0 0,1-1 0 0 0,0 1 0 0 0,0-1 0 0 0,0 1 0 0 0,0-1 0 0 0,0 1 0 0 0,0-1-1 0 0,0 1 1 0 0,0-1 0 0 0,0 1 0 0 0,0-1 0 0 0,0 1 0 0 0,0-1 0 0 0,0 1 0 0 0,0-1 0 0 0,1 1 0 0 0,-1 0-1 0 0,0-1 1 0 0,0 1 0 0 0,1-1 0 0 0,-1 1 0 0 0,0-1 0 0 0,0 1 0 0 0,1 0 0 0 0,-1-1 0 0 0,0 1 0 0 0,1 0-1 0 0,-1-1 1 0 0,1 1 0 0 0,-1 0 0 0 0,0-1 0 0 0,1 1 0 0 0,0-1 0 0 0,0 1 108 0 0,0-1 0 0 0,0 0 1 0 0,0 0-1 0 0,-1 0 0 0 0,1 0 0 0 0,0 0 0 0 0,-1 0 1 0 0,1 0-1 0 0,-1 0 0 0 0,1 0 0 0 0,-1 0 0 0 0,1 0 1 0 0,-1-3-1 0 0,19 28 524 0 0,-15-15-593 0 0,-1-1 0 0 0,0 0 0 0 0,-1 1 1 0 0,2 9-1 0 0,5 22 87 0 0,0-6-18 0 0,-2 1-1 0 0,6 66 0 0 0,-10-61-53 0 0,17 71-1 0 0,-3-41-180 0 0,11 33-264 0 0,-4-38-4061 0 0,-22-62 2497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04.2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174 372 152 0 0,'-24'-41'4450'0'0,"23"40"-4389"0"0,1 0 0 0 0,-1 0 0 0 0,1 0 0 0 0,-1 1 0 0 0,1-1 0 0 0,-1 0 0 0 0,1 1 0 0 0,-1-1 0 0 0,1 0 0 0 0,-1 1 0 0 0,0-1 0 0 0,0 1 0 0 0,1-1 0 0 0,-1 1 0 0 0,0-1 0 0 0,0 1 0 0 0,1 0 0 0 0,-1-1 0 0 0,0 1 0 0 0,0 0 0 0 0,0 0 0 0 0,0 0 0 0 0,0-1-1 0 0,1 1 1 0 0,-1 0 0 0 0,0 0 0 0 0,0 0 0 0 0,0 0 0 0 0,0 0 0 0 0,0 1 0 0 0,1-1 0 0 0,-1 0 0 0 0,0 0 0 0 0,0 1 0 0 0,0-1 0 0 0,0 0 0 0 0,1 1 0 0 0,-1-1 0 0 0,0 1 0 0 0,0-1 0 0 0,1 1 0 0 0,-1-1 0 0 0,0 1 0 0 0,1-1 0 0 0,-1 1 0 0 0,0 0 0 0 0,1-1 0 0 0,-1 1-1 0 0,1 0 1 0 0,0-1 0 0 0,-1 1 0 0 0,0 1 0 0 0,-4 7 95 0 0,0 0-1 0 0,0 0 1 0 0,-5 18-1 0 0,3-11 348 0 0,-50 107 2089 0 0,55-98-1957 0 0,2-25-614 0 0,0 1 0 0 0,0 0 0 0 0,0-1 0 0 0,0 1 1 0 0,1 0-1 0 0,-1-1 0 0 0,0 1 0 0 0,0-1 0 0 0,1 1 0 0 0,-1 0 1 0 0,0-1-1 0 0,1 1 0 0 0,-1-1 0 0 0,0 1 0 0 0,1-1 0 0 0,-1 1 1 0 0,1-1-1 0 0,-1 1 0 0 0,1-1 0 0 0,-1 1 0 0 0,1-1 0 0 0,-1 0 1 0 0,1 1-1 0 0,-1-1 0 0 0,1 0 0 0 0,0 1 0 0 0,-1-1 1 0 0,1 0-1 0 0,-1 0 0 0 0,1 0 0 0 0,0 1 0 0 0,-1-1 0 0 0,2 0 1 0 0,0-1-8 0 0,0 1 1 0 0,-1-1 0 0 0,1 0 0 0 0,0 0 0 0 0,0 0 0 0 0,-1 0 0 0 0,1 0 0 0 0,0 0-1 0 0,-1 0 1 0 0,1 0 0 0 0,-1-1 0 0 0,1 1 0 0 0,1-3 0 0 0,19-23 58 0 0,-19 23-55 0 0,17-21 36 0 0,20-27-54 0 0,-37 48-4 0 0,0-1-1 0 0,-1 1 1 0 0,0-1 0 0 0,0 1 0 0 0,0-1-1 0 0,-1 0 1 0 0,1 1 0 0 0,-1-1 0 0 0,0 0-1 0 0,0-8 1 0 0,-1 12 3 0 0,0 0-1 0 0,0 0 1 0 0,0 0 0 0 0,0 0-1 0 0,0 1 1 0 0,0-1-1 0 0,0 0 1 0 0,0 0 0 0 0,0 0-1 0 0,0 0 1 0 0,-1 0-1 0 0,1 1 1 0 0,0-1 0 0 0,0 0-1 0 0,-1 0 1 0 0,1 0-1 0 0,-1 1 1 0 0,1-1 0 0 0,-1-1-1 0 0,-1 2-2 0 0,-1-1 0 0 0,1 0 0 0 0,0 1 0 0 0,0-1 0 0 0,0 1 0 0 0,-1-1 0 0 0,1 1 0 0 0,0 0 0 0 0,0 0 0 0 0,-4 0 0 0 0,3 1 2 0 0,-16-5-37 0 0,17 4 30 0 0,2 0-5 0 0,-33-17-581 0 0,31 16 569 0 0,0-1 0 0 0,0 1 0 0 0,0 0 0 0 0,0 0 0 0 0,-1 0-1 0 0,1 0 1 0 0,0 0 0 0 0,-1 0 0 0 0,1 0 0 0 0,-5 0 0 0 0,6 1 25 0 0,0 0 1 0 0,0 0-1 0 0,0 0 1 0 0,0 0-1 0 0,0 0 1 0 0,0 0 0 0 0,0 0-1 0 0,0 0 1 0 0,0 0-1 0 0,0 0 1 0 0,0 0-1 0 0,0 1 1 0 0,0-1 0 0 0,0 0-1 0 0,0 1 1 0 0,0-1-1 0 0,0 1 1 0 0,0-1-1 0 0,1 1 1 0 0,-1-1 0 0 0,0 1-1 0 0,0 0 1 0 0,1-1-1 0 0,-1 1 1 0 0,0 0-1 0 0,1-1 1 0 0,-1 1 0 0 0,0 0-1 0 0,0 1 1 0 0,-2 7 75 0 0,1 1 1 0 0,0-1-1 0 0,0 1 1 0 0,1-1 0 0 0,1 1-1 0 0,-1 0 1 0 0,2 9-1 0 0,10 72 308 0 0,-6-59-205 0 0,-2-13-55 0 0,1 0 1 0 0,1 0 0 0 0,1 0-1 0 0,1 0 1 0 0,0-1 0 0 0,2 0-1 0 0,0-1 1 0 0,0 1 0 0 0,2-2 0 0 0,21 26-1 0 0,-23-30-61 0 0,1-1-1 0 0,1 0 0 0 0,0-1 1 0 0,1 0-1 0 0,0-1 0 0 0,0 0 1 0 0,1-1-1 0 0,0-1 0 0 0,0 0 1 0 0,1 0-1 0 0,0-2 0 0 0,0 1 1 0 0,1-2-1 0 0,20 5 0 0 0,-17-8-27 0 0,-1 0-1 0 0,1-1 0 0 0,0 0 0 0 0,-1-2 0 0 0,1 0 0 0 0,0-1 0 0 0,-1-1 0 0 0,0 0 0 0 0,0-1 0 0 0,0-1 0 0 0,22-12 0 0 0,-8 3-29 0 0,-2-2-1 0 0,1-1 1 0 0,-2-2 0 0 0,51-45-1 0 0,-62 49-57 0 0,-1-1 0 0 0,-1 0 0 0 0,0-2-1 0 0,-1 0 1 0 0,-1 0 0 0 0,-1-1 0 0 0,-1 0 0 0 0,-1-1-1 0 0,0-1 1 0 0,-2 0 0 0 0,0 0 0 0 0,4-25 0 0 0,-9 31 1 0 0,0 0-1 0 0,-1 0 1 0 0,-1 0 0 0 0,-1-1 0 0 0,0 1 0 0 0,-1 0 0 0 0,-1 0 0 0 0,0 0-1 0 0,-1 0 1 0 0,-1 0 0 0 0,-1 0 0 0 0,0 1 0 0 0,-1-1 0 0 0,0 1 0 0 0,-1 1-1 0 0,-1 0 1 0 0,0 0 0 0 0,-11-14 0 0 0,11 18 34 0 0,-1-1 0 0 0,0 1 0 0 0,0 1 0 0 0,-1 0 1 0 0,0 0-1 0 0,0 1 0 0 0,-1 0 0 0 0,0 0 0 0 0,-1 2 0 0 0,1-1 0 0 0,-1 1 0 0 0,0 1 1 0 0,-1 0-1 0 0,0 1 0 0 0,1 1 0 0 0,-1 0 0 0 0,0 0 0 0 0,-1 1 0 0 0,1 1 0 0 0,0 0 0 0 0,-1 1 1 0 0,1 0-1 0 0,0 1 0 0 0,0 1 0 0 0,-1 0 0 0 0,1 0 0 0 0,-16 7 0 0 0,-4 2-47 0 0,0 2 0 0 0,1 1 0 0 0,0 1 0 0 0,2 2 0 0 0,0 1 0 0 0,0 2 0 0 0,2 0 0 0 0,0 2 0 0 0,2 2 0 0 0,-40 44 0 0 0,48-48-140 0 0,1 2 0 0 0,1 0 1 0 0,1 1-1 0 0,1 0 1 0 0,-17 39-1 0 0,24-44-460 0 0,1 0-1 0 0,0 0 1 0 0,2 0 0 0 0,0 0 0 0 0,-1 25-1 0 0,7-15-2301 0 0,9-4 229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06.0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230 103 120 0 0,'-7'1'220'0'0,"1"0"0"0"0,-1 0-1 0 0,1 1 1 0 0,0 0 0 0 0,0 0-1 0 0,0 0 1 0 0,0 1 0 0 0,0-1 0 0 0,0 2-1 0 0,1-1 1 0 0,-1 1 0 0 0,1-1 0 0 0,0 1-1 0 0,0 1 1 0 0,0-1 0 0 0,-5 7 0 0 0,-3 4 65 0 0,1-1 1 0 0,1 2 0 0 0,0-1-1 0 0,0 2 1 0 0,2-1 0 0 0,0 1-1 0 0,1 1 1 0 0,-9 29 0 0 0,10-21 47 0 0,1 0 1 0 0,1 1 0 0 0,1-1 0 0 0,2 1 0 0 0,1 41 0 0 0,2-56-221 0 0,0-1 0 0 0,1 1 0 0 0,1-1 0 0 0,0 0 0 0 0,0 0 0 0 0,1 0 0 0 0,0 0-1 0 0,1 0 1 0 0,0-1 0 0 0,1 0 0 0 0,0 0 0 0 0,13 15 0 0 0,-9-13-7 0 0,1 0-1 0 0,0-1 0 0 0,0 0 1 0 0,1-1-1 0 0,1 0 1 0 0,0-1-1 0 0,0-1 1 0 0,25 13-1 0 0,-24-16-55 0 0,0 0-1 0 0,1-1 1 0 0,0 0-1 0 0,0-1 1 0 0,0 0-1 0 0,0-2 1 0 0,0 1-1 0 0,0-2 1 0 0,0 0-1 0 0,0-1 1 0 0,1-1-1 0 0,-1 0 1 0 0,0-1-1 0 0,-1 0 1 0 0,30-12-1 0 0,-25 7-29 0 0,1 0 0 0 0,-1-2 0 0 0,-1 0 0 0 0,0-2-1 0 0,0 1 1 0 0,-1-2 0 0 0,-1-1 0 0 0,0 0 0 0 0,-1-1-1 0 0,23-29 1 0 0,-25 26-53 0 0,-1 0-1 0 0,0-1 1 0 0,-2 0-1 0 0,-1-1 0 0 0,0 0 1 0 0,-1-1-1 0 0,-1 1 1 0 0,-1-1-1 0 0,-1-1 1 0 0,-1 1-1 0 0,-1-1 1 0 0,1-38-1 0 0,-4 45-8 0 0,-1 0 0 0 0,0 1 0 0 0,-1-1 0 0 0,-1 1 0 0 0,-1-1 0 0 0,0 1 0 0 0,0 0 0 0 0,-1 0 0 0 0,-1 1 0 0 0,-1-1 0 0 0,1 1 0 0 0,-2 1 0 0 0,0-1 0 0 0,-1 1 0 0 0,0 1-1 0 0,0 0 1 0 0,-1 0 0 0 0,-1 1 0 0 0,-20-16 0 0 0,19 18 4 0 0,1 1-1 0 0,-1 1 0 0 0,-1 0 1 0 0,1 0-1 0 0,-1 1 0 0 0,0 1 1 0 0,0 0-1 0 0,-1 1 1 0 0,1 0-1 0 0,-1 1 0 0 0,1 1 1 0 0,-1 0-1 0 0,0 0 0 0 0,0 2 1 0 0,1 0-1 0 0,-20 3 0 0 0,20-1-33 0 0,1 0-1 0 0,-1 0 0 0 0,1 1 0 0 0,0 0 0 0 0,0 1 0 0 0,1 1 0 0 0,-1 0 1 0 0,1 0-1 0 0,1 1 0 0 0,-1 0 0 0 0,1 1 0 0 0,0 1 0 0 0,1-1 1 0 0,0 1-1 0 0,0 1 0 0 0,1 0 0 0 0,-13 20 0 0 0,19-26-207 0 0,-1 0 0 0 0,1 0-1 0 0,0 0 1 0 0,0 0 0 0 0,1 1 0 0 0,-1-1-1 0 0,1 1 1 0 0,0-1 0 0 0,0 1 0 0 0,1-1-1 0 0,-1 1 1 0 0,1 0 0 0 0,0-1-1 0 0,0 1 1 0 0,1 0 0 0 0,0 5 0 0 0,4 6-1884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06.7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170 108 20 0 0,'-8'-2'634'0'0,"0"0"0"0"0,1 1-1 0 0,-1-1 1 0 0,0 2 0 0 0,0-1 0 0 0,-12 2 0 0 0,17-1-532 0 0,0 1 1 0 0,0-1 0 0 0,0 1 0 0 0,0 0 0 0 0,0 0 0 0 0,0 0 0 0 0,0 0-1 0 0,0 1 1 0 0,1-1 0 0 0,-1 1 0 0 0,1 0 0 0 0,-1 0 0 0 0,1 0 0 0 0,-1 0-1 0 0,1 0 1 0 0,0 0 0 0 0,0 1 0 0 0,0-1 0 0 0,0 1 0 0 0,-1 2 0 0 0,-5 11 127 0 0,1 0 0 0 0,0 1 0 0 0,1-1 0 0 0,1 1 0 0 0,1 1 1 0 0,0-1-1 0 0,1 0 0 0 0,1 1 0 0 0,1 0 0 0 0,0-1 0 0 0,1 1 1 0 0,3 20-1 0 0,1-4 64 0 0,2 0 0 0 0,1 0 1 0 0,1-1-1 0 0,2 0 0 0 0,20 44 0 0 0,-26-68-230 0 0,1 0-1 0 0,0 0 1 0 0,1 0-1 0 0,-1-1 1 0 0,2 1-1 0 0,-1-1 0 0 0,1-1 1 0 0,0 1-1 0 0,1-1 1 0 0,0-1-1 0 0,0 1 1 0 0,0-1-1 0 0,1-1 0 0 0,15 8 1 0 0,-17-9-39 0 0,1-2 0 0 0,-1 1 0 0 0,1-1 0 0 0,0 0 0 0 0,0-1 0 0 0,0 1 0 0 0,0-2 0 0 0,0 1 0 0 0,0-1 1 0 0,0 0-1 0 0,0-1 0 0 0,0 0 0 0 0,0 0 0 0 0,0-1 0 0 0,-1 0 0 0 0,1 0 0 0 0,0-1 0 0 0,-1 0 0 0 0,10-5 0 0 0,8-6-38 0 0,0-2 1 0 0,-1 0-1 0 0,-1-2 0 0 0,-1-1 0 0 0,0 0 0 0 0,-2-2 0 0 0,0 0 1 0 0,-1-1-1 0 0,-1-1 0 0 0,16-28 0 0 0,-23 33-62 0 0,-1 0 0 0 0,-1-1 0 0 0,0 0-1 0 0,-1 0 1 0 0,-2-1 0 0 0,0 0 0 0 0,-1 0 0 0 0,0 0 0 0 0,-2-1-1 0 0,-1 0 1 0 0,0 1 0 0 0,-2-1 0 0 0,0 0 0 0 0,-6-40-1 0 0,4 53 46 0 0,0-1 0 0 0,0 1 0 0 0,-1 0 0 0 0,0 0 0 0 0,0 1 0 0 0,-1-1 0 0 0,0 1 0 0 0,0 0 0 0 0,0-1 0 0 0,-1 2-1 0 0,-1-1 1 0 0,1 1 0 0 0,-1 0 0 0 0,0 0 0 0 0,0 0 0 0 0,-1 1 0 0 0,1 0 0 0 0,-1 0 0 0 0,-1 1 0 0 0,1-1 0 0 0,0 2 0 0 0,-1-1-1 0 0,0 1 1 0 0,0 0 0 0 0,0 1 0 0 0,0 0 0 0 0,0 0 0 0 0,-1 1 0 0 0,1 0 0 0 0,0 0 0 0 0,-16 1 0 0 0,-2 3-169 0 0,0 1 1 0 0,1 1-1 0 0,-1 1 1 0 0,-40 15-1 0 0,-39 27-5388 0 0,87-38 3327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22.3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771 4 184 0 0,'0'0'289'0'0,"0"0"-31"0"0,0 0-15 0 0,0 0-13 0 0,0 0-19 0 0,0 0-11 0 0,0 0-24 0 0,0 0-15 0 0,0 0 17 0 0,0 0-17 0 0,0 0-10 0 0,0 0 7 0 0,0 0 4 0 0,0 0 2 0 0,0 0-4 0 0,0 0 9 0 0,0 0 12 0 0,0 0 3 0 0,0 0 0 0 0,0 0-5 0 0,0 0-6 0 0,0 0-2 0 0,0 0-8 0 0,-26 0 716 0 0,-10-3-160 0 0,34 2-615 0 0,-14 1 294 0 0,-180 12 1129 0 0,140-4-1186 0 0,1 3 0 0 0,-55 18 1 0 0,85-22-271 0 0,-35 7-1 0 0,30-18-16 0 0,17 2-34 0 0,-1 0 0 0 0,0 1 0 0 0,0 1 0 0 0,0 0 0 0 0,0 1 0 0 0,-24 4 0 0 0,37-4-6 0 0,-21 14 41 0 0,20-11-44 0 0,-1 1 0 0 0,2-1 0 0 0,-1 1 0 0 0,0 0 0 0 0,1 0-1 0 0,0-1 1 0 0,0 1 0 0 0,0 0 0 0 0,1 5 0 0 0,-1 54 95 0 0,2-39-66 0 0,13 190 293 0 0,-2-84-187 0 0,18 89 116 0 0,-9-92-71 0 0,20 112 169 0 0,-29-191-189 0 0,1 0 0 0 0,36 83 0 0 0,-27-90-71 0 0,-9-23-40 0 0,1 0 0 0 0,1-1 0 0 0,0 0 0 0 0,20 16-1 0 0,-9-9 18 0 0,-25-25-66 0 0,33-30 6 0 0,-28 23-16 0 0,0 2 0 0 0,0-1-1 0 0,0 0 1 0 0,0 1 0 0 0,1 0 0 0 0,0 1 0 0 0,0 0-1 0 0,0 0 1 0 0,1 0 0 0 0,0 1 0 0 0,-1 0 0 0 0,1 0-1 0 0,14-2 1 0 0,11-1-4 0 0,1 1 0 0 0,37 1 1 0 0,-16 0-4 0 0,185-29-50 0 0,-193 27 34 0 0,0 2 0 0 0,-1 1 0 0 0,71 7 0 0 0,33-3 2 0 0,-130-1-4 0 0,-1-1 0 0 0,1-1 0 0 0,0-1 0 0 0,-1-1 0 0 0,0 0 0 0 0,23-9 0 0 0,-41 12 23 0 0,0 1-1 0 0,1-1 1 0 0,-1 0 0 0 0,0 1 0 0 0,0-1 0 0 0,0 0 0 0 0,1 0-1 0 0,-1 0 1 0 0,0 0 0 0 0,0 0 0 0 0,0 0 0 0 0,-1 0 0 0 0,1 0 0 0 0,0 0-1 0 0,0-1 1 0 0,-1 1 0 0 0,1 0 0 0 0,0 0 0 0 0,-1-1 0 0 0,0 1-1 0 0,1 0 1 0 0,-1-1 0 0 0,1 0 0 0 0,-1-1 1 0 0,-1 1 0 0 0,1 0 0 0 0,0 0 0 0 0,-1 0 0 0 0,1 0 0 0 0,-1 0 0 0 0,0 0 0 0 0,0 0 0 0 0,0 0 0 0 0,0 0-1 0 0,0 0 1 0 0,0 0 0 0 0,0 0 0 0 0,-1 0 0 0 0,1 1 0 0 0,0-1 0 0 0,-1 1 0 0 0,0-1 0 0 0,-1-1 0 0 0,0 1-3 0 0,1 0 0 0 0,-1-1 0 0 0,1 0 0 0 0,0 0 0 0 0,0 1 0 0 0,0-1 1 0 0,0 0-1 0 0,0-1 0 0 0,0-2 0 0 0,0 1-8 0 0,1-1 0 0 0,-1 0 0 0 0,1 1 1 0 0,1-1-1 0 0,-1 0 0 0 0,1-8 0 0 0,-2-22-31 0 0,-13-62-46 0 0,10 59-8 0 0,-12-49-1 0 0,-118-425-744 0 0,94 376 595 0 0,40 129 223 0 0,0 0 0 0 0,0-1 0 0 0,1 1-1 0 0,0 0 1 0 0,0 0 0 0 0,3-15 0 0 0,-1 13 7 0 0,-1 1 1 0 0,-1-1 0 0 0,-1-18-1 0 0,1 26 19 0 0,-1-1-1 0 0,1 1 0 0 0,-1-1 1 0 0,0 1-1 0 0,0 0 1 0 0,-1 0-1 0 0,1 0 1 0 0,0-1-1 0 0,-1 1 0 0 0,1 0 1 0 0,-1 1-1 0 0,1-1 1 0 0,-1 0-1 0 0,0 0 0 0 0,0 1 1 0 0,0-1-1 0 0,0 1 1 0 0,0-1-1 0 0,0 1 1 0 0,-1 0-1 0 0,-2-1 0 0 0,-6-3 7 0 0,-1 1 0 0 0,0 0-1 0 0,-13-2 1 0 0,3 1-9 0 0,-47-12 143 0 0,-112-13-1 0 0,80 16-51 0 0,72 10-85 0 0,-1 1-1 0 0,1 1 1 0 0,-1 2 0 0 0,0 1-1 0 0,1 1 1 0 0,-47 10-1 0 0,57-7-1531 0 0,0 0-1 0 0,0 2 0 0 0,-25 12 0 0 0,35-15-951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8:56.1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7 516 0 0,'-1'-7'7235'0'0,"0"13"-5952"0"0,2 18-1549 0 0,13 29 564 0 0,-2 0 0 0 0,4 54-1 0 0,-8-45-238 0 0,58 391-1352 0 0,-58-400 793 0 0,-1-14-1651 0 0,4 75 0 0 0,-11-69 110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24.3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3 201 564 0 0,'-1'-7'1748'0'0,"0"-8"858"0"0,1 14-2532 0 0,0 1-1 0 0,0 0 0 0 0,0-1 0 0 0,0 1 0 0 0,0 0 0 0 0,0-1 0 0 0,0 1 1 0 0,0 0-1 0 0,0-1 0 0 0,0 1 0 0 0,0 0 0 0 0,1-1 0 0 0,-1 1 0 0 0,0 0 1 0 0,0-1-1 0 0,0 1 0 0 0,0 0 0 0 0,1 0 0 0 0,-1-1 0 0 0,0 1 0 0 0,0 0 1 0 0,0 0-1 0 0,1-1 0 0 0,-1 1 0 0 0,0 0 0 0 0,1 0 0 0 0,-1 0 0 0 0,0 0 0 0 0,0-1 1 0 0,1 1-1 0 0,-1 0 0 0 0,0 0 0 0 0,1 0 0 0 0,-1 0 0 0 0,1 0 0 0 0,6 11 506 0 0,0 25-324 0 0,-7-12-57 0 0,-1 32 234 0 0,2-1-1 0 0,3 1 1 0 0,14 68 0 0 0,8 61 68 0 0,-24-160-438 0 0,63 508 1243 0 0,-57-405-923 0 0,-8-110-319 0 0,-1-14-47 0 0,1 0 0 0 0,-1 0 0 0 0,1 0 0 0 0,0 0 0 0 0,1 0 0 0 0,-1 1-1 0 0,1-1 1 0 0,-1 0 0 0 0,1 0 0 0 0,2 5 0 0 0,-1-7-10 0 0,0-1-1 0 0,0 0 1 0 0,0 0-1 0 0,0 0 1 0 0,0 0-1 0 0,0 0 1 0 0,0 0 0 0 0,0-1-1 0 0,1 1 1 0 0,-1-1-1 0 0,0 1 1 0 0,0-1-1 0 0,1 0 1 0 0,-1 0-1 0 0,0 0 1 0 0,5-1 0 0 0,37-9 26 0 0,-35 8-29 0 0,18-6-3 0 0,0 2 1 0 0,1 1-1 0 0,-1 1 0 0 0,1 1 0 0 0,35 2 1 0 0,5 3-1 0 0,63 3 5 0 0,173-15 0 0 0,-7-10-20 0 0,-258 19 6 0 0,-17 1 17 0 0,36-5 0 0 0,-54 4-5 0 0,0 1-5 0 0,16 3 23 0 0,-8-2-18 0 0,5-1 1 0 0,-11-6-14 0 0,-5 5 7 0 0,1-3-19 0 0,-1 0 1 0 0,0 0-1 0 0,0 1 0 0 0,0-1 1 0 0,-1 0-1 0 0,1 0 0 0 0,-1 0 1 0 0,0 0-1 0 0,0 0 0 0 0,0 0 0 0 0,-1 0 1 0 0,0-5-1 0 0,0-3-46 0 0,-28-252-766 0 0,-1-67 281 0 0,30 239 376 0 0,4 0-1 0 0,4 1 1 0 0,28-130-1 0 0,-29 187 42 0 0,-1 1-1 0 0,1-66 0 0 0,-8 94 126 0 0,0 0 0 0 0,0 1 0 0 0,-1-1-1 0 0,0 1 1 0 0,1-1 0 0 0,-2 1 0 0 0,1 0-1 0 0,0 0 1 0 0,-1-1 0 0 0,0 2 0 0 0,0-1-1 0 0,0 0 1 0 0,-4-3 0 0 0,1 0-8 0 0,4 6 17 0 0,0-1 1 0 0,0 1 0 0 0,1-1 0 0 0,-1 1 0 0 0,-1 0 0 0 0,1 0-1 0 0,0 0 1 0 0,0 0 0 0 0,0 1 0 0 0,-1-1 0 0 0,1 0 0 0 0,0 1-1 0 0,0 0 1 0 0,-1-1 0 0 0,1 1 0 0 0,0 0 0 0 0,-5 0 0 0 0,-44 7-25 0 0,38-5 24 0 0,-288 24 97 0 0,51-8-21 0 0,-70 15 82 0 0,33 20-48 0 0,268-48-368 0 0,-7 2-1089 0 0,9-1-3465 0 0,10-2 2631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26.9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9 132 0 0,'0'0'541'0'0,"0"0"-57"0"0,0 0-53 0 0,-5-1 28 0 0,3 0-108 0 0,6 0 1789 0 0,47-2-1545 0 0,0 1 0 0 0,0 2 0 0 0,1 3 0 0 0,92 17 0 0 0,-121-15-494 0 0,-1 2 1 0 0,0 0-1 0 0,0 1 0 0 0,24 13 1 0 0,-39-17-68 0 0,0 1 1 0 0,1-1 0 0 0,-1 2-1 0 0,-1-1 1 0 0,1 1 0 0 0,-1 0-1 0 0,0 0 1 0 0,-1 1 0 0 0,1 0-1 0 0,-1 0 1 0 0,-1 0 0 0 0,1 1-1 0 0,-1-1 1 0 0,6 17-1 0 0,32 123 374 0 0,-8-22 85 0 0,-28-108-430 0 0,1-1-1 0 0,1 1 1 0 0,0-1 0 0 0,1-1-1 0 0,1 1 1 0 0,0-2-1 0 0,1 1 1 0 0,1-1 0 0 0,0-1-1 0 0,1 0 1 0 0,0-1-1 0 0,1-1 1 0 0,1 0 0 0 0,0 0-1 0 0,0-1 1 0 0,1-1-1 0 0,0-1 1 0 0,33 12 0 0 0,-20-9-36 0 0,1-2 0 0 0,0 0 0 0 0,0-3 0 0 0,1 0 1 0 0,0-2-1 0 0,-1-1 0 0 0,1-2 0 0 0,0-1 0 0 0,43-5 1 0 0,-5-6-284 0 0,0-3 1 0 0,0-3-1 0 0,-2-4 1 0 0,116-50-1 0 0,-176 68 220 0 0,128-66-691 0 0,-121 60 569 0 0,1 0 1 0 0,-2-2 0 0 0,1 0 0 0 0,-1 0 0 0 0,-1-1 0 0 0,20-24 0 0 0,-31 34 146 0 0,0-1 1 0 0,0 1 0 0 0,0 0 0 0 0,0 0-1 0 0,0 0 1 0 0,-1-1 0 0 0,1 1-1 0 0,-1 0 1 0 0,1-1 0 0 0,-1 1-1 0 0,0 0 1 0 0,0-1 0 0 0,0 1 0 0 0,0-1-1 0 0,0 1 1 0 0,-1 0 0 0 0,1-1-1 0 0,-1 1 1 0 0,0 0 0 0 0,1-1-1 0 0,-1 1 1 0 0,0 0 0 0 0,0 0 0 0 0,-1 0-1 0 0,-1-3 1 0 0,2 3 34 0 0,0 0-1 0 0,-1-1 1 0 0,1 1 0 0 0,0 0-1 0 0,0-1 1 0 0,1 1 0 0 0,-1-1-1 0 0,0 0 1 0 0,1 1 0 0 0,-1-1-1 0 0,1 1 1 0 0,0-1-1 0 0,0 0 1 0 0,0 1 0 0 0,0-1-1 0 0,1 0 1 0 0,-1 1 0 0 0,1-1-1 0 0,0-2 1 0 0,4-8 56 0 0,0 0 1 0 0,-2-1-1 0 0,1 1 1 0 0,-2-1-1 0 0,0 0 1 0 0,0 1-1 0 0,-1-16 0 0 0,-2 22-67 0 0,-1 0-1 0 0,1-1 0 0 0,-2 1 1 0 0,1 0-1 0 0,-1 0 0 0 0,0 1 0 0 0,0-1 1 0 0,-1 0-1 0 0,0 1 0 0 0,0 0 0 0 0,0 0 1 0 0,-1 0-1 0 0,0 1 0 0 0,-10-9 0 0 0,14 13 18 0 0,1 0-9 0 0,-1 1-1 0 0,1 0 1 0 0,-1-1-1 0 0,1 1 1 0 0,-1 0-1 0 0,0 0 1 0 0,1 0-1 0 0,-1-1 1 0 0,1 1-1 0 0,-1 0 1 0 0,0 0-1 0 0,1 0 1 0 0,-1 0-1 0 0,1 0 1 0 0,-1 0-1 0 0,0 0 1 0 0,1 0-1 0 0,-2 0 1 0 0,2 3 14 0 0,-1-1 1 0 0,1 0-1 0 0,-1 0 0 0 0,1 1 1 0 0,0-1-1 0 0,0 0 0 0 0,0 1 1 0 0,0-1-1 0 0,0 0 0 0 0,1 0 1 0 0,-1 1-1 0 0,1-1 0 0 0,-1 0 1 0 0,1 0-1 0 0,0 0 0 0 0,0 0 1 0 0,0 0-1 0 0,0 0 0 0 0,2 3 1 0 0,25 45 547 0 0,-11-23-381 0 0,0 0 1 0 0,2-2-1 0 0,0 0 1 0 0,45 42-1 0 0,0-8-25 0 0,-63-58-161 0 0,0 0 0 0 0,0 1 0 0 0,0-1 0 0 0,0 0 0 0 0,0 1 0 0 0,0-1 0 0 0,0 1 0 0 0,0-1 0 0 0,0 1 0 0 0,-1-1 0 0 0,1 1 0 0 0,-1-1 0 0 0,1 1 0 0 0,-1 0 0 0 0,0-1 0 0 0,0 1 0 0 0,1 0 0 0 0,-1-1 0 0 0,0 1-1 0 0,-1 0 1 0 0,1-1 0 0 0,0 1 0 0 0,0 0 0 0 0,-1-1 0 0 0,1 1 0 0 0,-1 0 0 0 0,1-1 0 0 0,-1 1 0 0 0,0-1 0 0 0,0 1 0 0 0,1-1 0 0 0,-1 1 0 0 0,0-1 0 0 0,0 0 0 0 0,-1 1 0 0 0,0 0 0 0 0,-7 8 48 0 0,0 0 0 0 0,-1 0 0 0 0,-18 13 1 0 0,10-8 5 0 0,-103 84 355 0 0,23-20-19 0 0,53-34-139 0 0,42-43-376 0 0,1 1 1 0 0,0 0-1 0 0,0-1 1 0 0,0 1 0 0 0,1 0-1 0 0,-1 0 1 0 0,1 0-1 0 0,-1 0 1 0 0,1 1 0 0 0,0-1-1 0 0,0 0 1 0 0,1 0-1 0 0,-1 1 1 0 0,1-1 0 0 0,-1 6-1 0 0,5 1-1701 0 0,-1-6-2874 0 0,3-1 1601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01.8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503 136 184 0 0,'-3'-5'396'0'0,"0"-1"1"0"0,0 1-1 0 0,0 0 1 0 0,-1 0-1 0 0,1 0 1 0 0,-1 1-1 0 0,-7-7 1 0 0,-15-19 737 0 0,24 25-1053 0 0,-1 1 1 0 0,0 0-1 0 0,0 0 1 0 0,0 0-1 0 0,0 1 1 0 0,0-1-1 0 0,-1 1 1 0 0,0 0-1 0 0,1 0 1 0 0,-1 0-1 0 0,-1 0 1 0 0,1 1-1 0 0,0 0 1 0 0,0-1-1 0 0,-1 2 1 0 0,1-1-1 0 0,-1 0 1 0 0,0 1-1 0 0,0 0 0 0 0,1 0 1 0 0,-1 0-1 0 0,0 1 1 0 0,0 0-1 0 0,0-1 1 0 0,0 2-1 0 0,0-1 1 0 0,1 1-1 0 0,-1-1 1 0 0,0 1-1 0 0,0 1 1 0 0,-7 2-1 0 0,-10 5 48 0 0,0 0 0 0 0,1 2-1 0 0,0 1 1 0 0,1 0 0 0 0,-19 16-1 0 0,38-27-126 0 0,-18 12 78 0 0,1 0-1 0 0,1 2 1 0 0,0 0-1 0 0,1 1 1 0 0,0 1-1 0 0,1 0 1 0 0,-12 20-1 0 0,25-35-67 0 0,1 1 0 0 0,0 0-1 0 0,-1 0 1 0 0,1 0 0 0 0,0 0-1 0 0,0-1 1 0 0,1 2 0 0 0,-1-1 0 0 0,1 0-1 0 0,-1 0 1 0 0,1 0 0 0 0,0 0-1 0 0,0 0 1 0 0,0 0 0 0 0,1 0-1 0 0,-1 0 1 0 0,2 4 0 0 0,-1-2-1 0 0,1-1 1 0 0,0 1 0 0 0,1-1 0 0 0,-1 0 0 0 0,1 1 0 0 0,-1-1 0 0 0,1 0 0 0 0,1 0 0 0 0,5 6 0 0 0,4 0 8 0 0,0 1 0 0 0,1-2 0 0 0,0 0 1 0 0,0 0-1 0 0,20 8 0 0 0,12 1 33 0 0,57 16 0 0 0,41 15-3 0 0,-127-42-48 0 0,-2 1-1 0 0,1 0 1 0 0,-1 1-1 0 0,0 1 1 0 0,-1 1-1 0 0,20 18 1 0 0,-27-23-5 0 0,-2 0 1 0 0,1 1 0 0 0,-1 0-1 0 0,0 0 1 0 0,0 0-1 0 0,-1 1 1 0 0,0 0 0 0 0,0-1-1 0 0,-1 2 1 0 0,0-1-1 0 0,0 0 1 0 0,-1 0 0 0 0,3 17-1 0 0,-5-13 1 0 0,1-1 0 0 0,-2 1 0 0 0,1-1-1 0 0,-1 0 1 0 0,-1 0 0 0 0,0 1 0 0 0,-1-1 0 0 0,0 0-1 0 0,-9 18 1 0 0,5-13 2 0 0,-1 0 0 0 0,-1-1-1 0 0,-1 1 1 0 0,0-2-1 0 0,-1 0 1 0 0,0 0 0 0 0,-1-1-1 0 0,-1 0 1 0 0,0-1 0 0 0,-1-1-1 0 0,0 0 1 0 0,-1-1 0 0 0,-21 12-1 0 0,24-16-2 0 0,1-1-1 0 0,-1 0 1 0 0,-1 0-1 0 0,1-2 0 0 0,0 1 1 0 0,-1-2-1 0 0,0 0 1 0 0,0 0-1 0 0,0-1 1 0 0,0 0-1 0 0,1-2 1 0 0,-25-2-1 0 0,34 3-30 0 0,0-1 0 0 0,-1 0 0 0 0,1 1-1 0 0,0-1 1 0 0,0-1 0 0 0,0 1 0 0 0,0 0-1 0 0,0-1 1 0 0,0 0 0 0 0,0 1 0 0 0,0-1 0 0 0,1 0-1 0 0,-1 0 1 0 0,0-1 0 0 0,1 1 0 0 0,0-1-1 0 0,0 1 1 0 0,0-1 0 0 0,0 0 0 0 0,0 1 0 0 0,0-1-1 0 0,1 0 1 0 0,-1 0 0 0 0,1 0 0 0 0,0-1 0 0 0,0 1-1 0 0,0 0 1 0 0,0 0 0 0 0,1-1 0 0 0,-1 1-1 0 0,1 0 1 0 0,0-4 0 0 0,0-6-513 0 0,0 1-1 0 0,1-1 1 0 0,1 0 0 0 0,0 1-1 0 0,0 0 1 0 0,2-1 0 0 0,4-12-1 0 0,8-12-1430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02.2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153 3 656 0 0,'0'0'645'0'0,"-3"0"-22"0"0,-1-1-453 0 0,-1 1 0 0 0,0 0 0 0 0,0 0 0 0 0,1 0 0 0 0,-1 1 0 0 0,0 0 1 0 0,1 0-1 0 0,-1 0 0 0 0,0 0 0 0 0,1 1 0 0 0,-1-1 0 0 0,1 1 0 0 0,0 1 0 0 0,0-1 0 0 0,0 0 0 0 0,0 1 0 0 0,0 0 0 0 0,0 0 0 0 0,1 0 0 0 0,-1 0 0 0 0,1 1 0 0 0,0-1 0 0 0,0 1 0 0 0,0 0 0 0 0,0 0 0 0 0,-1 4 0 0 0,-2 4-15 0 0,0 0 0 0 0,1 0 0 0 0,1 0 0 0 0,0 1 0 0 0,1-1 0 0 0,0 1 0 0 0,1 0 0 0 0,-1 22-1 0 0,1-15 8 0 0,1-11-68 0 0,0 1-1 0 0,1-1 1 0 0,0 0-1 0 0,1 1 1 0 0,-1-1-1 0 0,2 0 1 0 0,-1 0-1 0 0,1 0 1 0 0,1 0 0 0 0,5 13-1 0 0,-7-19-77 0 0,0-1-1 0 0,0 0 0 0 0,0 1 1 0 0,0-1-1 0 0,1 0 1 0 0,-1 0-1 0 0,1 0 0 0 0,0 0 1 0 0,0 0-1 0 0,-1 0 1 0 0,1 0-1 0 0,0 0 0 0 0,0-1 1 0 0,1 1-1 0 0,-1-1 1 0 0,0 0-1 0 0,1 1 0 0 0,-1-1 1 0 0,0 0-1 0 0,1-1 1 0 0,-1 1-1 0 0,1 0 0 0 0,-1-1 1 0 0,1 1-1 0 0,0-1 1 0 0,-1 0-1 0 0,1 0 0 0 0,0 0 1 0 0,-1 0-1 0 0,1 0 1 0 0,-1 0-1 0 0,1-1 0 0 0,0 1 1 0 0,-1-1-1 0 0,1 0 1 0 0,-1 0-1 0 0,1 0 0 0 0,-1 0 1 0 0,4-3-1 0 0,3 0-19 0 0,0-1 0 0 0,-1-1-1 0 0,0 0 1 0 0,0 0 0 0 0,0 0 0 0 0,-1-1-1 0 0,0 0 1 0 0,0-1 0 0 0,8-12 0 0 0,-8 11-54 0 0,-1-1 0 0 0,-1-1 0 0 0,0 1 0 0 0,0-1 0 0 0,-1 0 0 0 0,-1 0 1 0 0,0 0-1 0 0,0 0 0 0 0,-1-1 0 0 0,-1 1 0 0 0,1-1 0 0 0,-2-19 0 0 0,0 25 18 0 0,-1 1 0 0 0,0-1 0 0 0,0 1 0 0 0,0 0 0 0 0,-1-1-1 0 0,1 1 1 0 0,-1 0 0 0 0,-1 0 0 0 0,1 0 0 0 0,-1 0 0 0 0,1 1-1 0 0,-1-1 1 0 0,-1 0 0 0 0,1 1 0 0 0,-1 0 0 0 0,0 0 0 0 0,1 0-1 0 0,-2 1 1 0 0,1-1 0 0 0,0 1 0 0 0,-1 0 0 0 0,0 0 0 0 0,1 0 0 0 0,-1 1-1 0 0,0 0 1 0 0,0 0 0 0 0,-1 0 0 0 0,-8-2 0 0 0,9 3-72 0 0,0 0 0 0 0,0 0 1 0 0,0 1-1 0 0,0 0 0 0 0,0 0 1 0 0,0 0-1 0 0,0 0 0 0 0,0 1 1 0 0,0 0-1 0 0,0 0 0 0 0,1 0 1 0 0,-1 0-1 0 0,-5 3 0 0 0,9 3-3241 0 0,1-7 1753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02.6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1 180 0 0,'0'0'551'0'0,"-17"14"2210"0"0,16-9-2512 0 0,0 1 1 0 0,1-1 0 0 0,0 0 0 0 0,0 0-1 0 0,0 0 1 0 0,2 10 0 0 0,0 6 297 0 0,-3 0-177 0 0,1 3 164 0 0,1-1 0 0 0,4 33 0 0 0,-4-51-446 0 0,0 1 0 0 0,0 0-1 0 0,1 0 1 0 0,0-1 0 0 0,0 1 0 0 0,0-1 0 0 0,1 0 0 0 0,-1 0 0 0 0,1 0 0 0 0,1 0-1 0 0,-1 0 1 0 0,1 0 0 0 0,0-1 0 0 0,7 8 0 0 0,-9-11-77 0 0,-1 0 0 0 0,1 0 0 0 0,-1 0 1 0 0,1 0-1 0 0,-1 0 0 0 0,1-1 0 0 0,0 1 0 0 0,0 0 0 0 0,-1-1 1 0 0,1 1-1 0 0,0-1 0 0 0,0 1 0 0 0,0-1 0 0 0,0 0 0 0 0,-1 0 1 0 0,1 0-1 0 0,0 0 0 0 0,0 0 0 0 0,0-1 0 0 0,3 0 0 0 0,-2 0-25 0 0,1 0 0 0 0,-1-1 0 0 0,1 0 0 0 0,-1 0 0 0 0,0 0-1 0 0,1 0 1 0 0,-1 0 0 0 0,0-1 0 0 0,4-4 0 0 0,3-5-157 0 0,0 0 0 0 0,0-2 1 0 0,12-22-1 0 0,-20 34 146 0 0,4-11-87 0 0,-1-1 1 0 0,0 0-1 0 0,0 0 0 0 0,-2 0 1 0 0,0 0-1 0 0,0-1 0 0 0,-1 1 1 0 0,-1-1-1 0 0,-1 1 0 0 0,-1-23 1 0 0,1 28 90 0 0,0 8 39 0 0,0 1 18 0 0,0 0 10 0 0,0 0 12 0 0,2 21 132 0 0,3 15 71 0 0,-1 37 0 0 0,-3-46-94 0 0,0 0 0 0 0,11 53 1 0 0,-11-79-200 0 0,-1 1 0 0 0,1 0 0 0 0,0 0-1 0 0,-1 0 1 0 0,1 0 0 0 0,0-1 0 0 0,0 1 0 0 0,0 0 0 0 0,1-1 0 0 0,-1 1 0 0 0,0-1 0 0 0,0 1 0 0 0,1-1 0 0 0,-1 0 0 0 0,1 0 0 0 0,-1 1-1 0 0,1-1 1 0 0,0 0 0 0 0,-1 0 0 0 0,4 1 0 0 0,-4-2-216 0 0,1 0-1 0 0,-1 1 0 0 0,0-1 1 0 0,1 0-1 0 0,-1 0 1 0 0,1 0-1 0 0,-1 0 1 0 0,1 0-1 0 0,-1 0 1 0 0,0 0-1 0 0,1 0 0 0 0,-1 0 1 0 0,1-1-1 0 0,-1 1 1 0 0,0-1-1 0 0,1 1 1 0 0,1-2-1 0 0,4-3-1684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02.9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81 640 0 0,'0'0'52'0'0,"0"0"0"0"0,0 0 0 0 0,-1 0 0 0 0,1-1-1 0 0,0 1 1 0 0,0 0 0 0 0,0 0 0 0 0,0 0 0 0 0,0 0 0 0 0,0-1 0 0 0,-1 1-1 0 0,1 0 1 0 0,0 0 0 0 0,0-1 0 0 0,0 1 0 0 0,0 0 0 0 0,0 0 0 0 0,0 0 0 0 0,0-1-1 0 0,0 1 1 0 0,0 0 0 0 0,0 0 0 0 0,0-1 0 0 0,0 1 0 0 0,0 0 0 0 0,0 0-1 0 0,0 0 1 0 0,0-1 0 0 0,0 1 0 0 0,1 0 0 0 0,-1 0 0 0 0,0 0 0 0 0,0-1 0 0 0,0 1-1 0 0,0 0 1 0 0,0 0 0 0 0,0 0 0 0 0,1-1 0 0 0,-1 1 0 0 0,0 0 0 0 0,0 0-1 0 0,15-9 1281 0 0,23-4-189 0 0,-31 11-945 0 0,32-10 40 0 0,-1 1 0 0 0,1 3 1 0 0,1 1-1 0 0,0 2 1 0 0,48 0-1 0 0,-80 5-343 0 0,1 0-1 0 0,-1 1 0 0 0,16 4 1 0 0,-22-5 19 0 0,0 1 1 0 0,-1-1 0 0 0,1 1 0 0 0,0 0-1 0 0,-1-1 1 0 0,1 1 0 0 0,-1 0 0 0 0,1 0 0 0 0,-1 0-1 0 0,0 0 1 0 0,3 2 0 0 0,-4-2-22 0 0,1 0 0 0 0,-1-1 0 0 0,0 1 0 0 0,1 0 0 0 0,-1-1-1 0 0,0 1 1 0 0,0 0 0 0 0,0 0 0 0 0,1-1 0 0 0,-1 1 0 0 0,0 0 0 0 0,0 0 0 0 0,0-1 0 0 0,0 1 0 0 0,0 0 0 0 0,0 0 0 0 0,0-1 0 0 0,-1 1 0 0 0,1 0 0 0 0,0 0 0 0 0,0-1 0 0 0,0 1 0 0 0,-1 0-1 0 0,1-1 1 0 0,0 1 0 0 0,-1 0 0 0 0,0 0 0 0 0,-7 9-1291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03.2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 0 180 0 0,'0'0'600'0'0,"-14"20"1504"0"0,12-14-1892 0 0,1-1 0 0 0,0 0 0 0 0,0 0 0 0 0,0 0 0 0 0,1 0 0 0 0,0 1 0 0 0,0 5 0 0 0,0 10 282 0 0,-10 187 1595 0 0,13-170-1939 0 0,-2-32-405 0 0,0 1 0 0 0,0 0-1 0 0,-1 0 1 0 0,0-1 0 0 0,0 1-1 0 0,-1 0 1 0 0,-2 9-1 0 0,1-5-1741 0 0,2-3 156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52.6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573 143 152 0 0,'-1'-5'234'0'0,"1"0"-1"0"0,-1 0 0 0 0,0 0 1 0 0,-1 0-1 0 0,1 0 1 0 0,-1 0-1 0 0,0 1 1 0 0,0-1-1 0 0,0 0 1 0 0,-1 1-1 0 0,0 0 1 0 0,1 0-1 0 0,-2-1 1 0 0,1 2-1 0 0,0-1 1 0 0,-1 0-1 0 0,-6-4 1 0 0,1 0 11 0 0,0 1 1 0 0,0 1 0 0 0,-1 0 0 0 0,0 1-1 0 0,0-1 1 0 0,-19-5 0 0 0,19 8-169 0 0,0 1 1 0 0,0 0-1 0 0,-1 1 1 0 0,1 1 0 0 0,0-1-1 0 0,-1 1 1 0 0,1 1-1 0 0,0 0 1 0 0,0 0 0 0 0,0 1-1 0 0,0 1 1 0 0,0-1-1 0 0,0 2 1 0 0,0-1 0 0 0,1 1-1 0 0,-1 1 1 0 0,-13 9-1 0 0,4-2-23 0 0,1 0 0 0 0,1 2 0 0 0,0 0 0 0 0,1 1 0 0 0,0 0 0 0 0,1 1 0 0 0,-18 26 0 0 0,16-16-2 0 0,0 0 0 0 0,2 2 0 0 0,1-1 0 0 0,-10 32 0 0 0,22-54-45 0 0,0 1-1 0 0,1-1 1 0 0,0 1 0 0 0,0 0 0 0 0,0 0 0 0 0,1-1-1 0 0,0 1 1 0 0,0 0 0 0 0,0 0 0 0 0,1 0 0 0 0,0-1-1 0 0,0 1 1 0 0,0 0 0 0 0,3 7 0 0 0,0-5 2 0 0,0 0 0 0 0,0-1 1 0 0,1 1-1 0 0,-1-1 0 0 0,2 0 0 0 0,-1-1 1 0 0,1 1-1 0 0,11 9 0 0 0,7 3 9 0 0,1-2-1 0 0,0 0 1 0 0,1-2-1 0 0,37 15 1 0 0,-24-11 1 0 0,100 50 12 0 0,-118-57-34 0 0,-1 1 0 0 0,-1 1 0 0 0,1 1 0 0 0,22 23 0 0 0,-36-32 5 0 0,-1 0-1 0 0,0 1 1 0 0,0-1-1 0 0,0 1 1 0 0,-1 0-1 0 0,0 0 0 0 0,-1 1 1 0 0,0-1-1 0 0,0 1 1 0 0,0-1-1 0 0,-1 1 1 0 0,0 0-1 0 0,0 0 0 0 0,-1 0 1 0 0,0 0-1 0 0,-1 0 1 0 0,0 1-1 0 0,0-1 1 0 0,0 0-1 0 0,-1 0 0 0 0,0 0 1 0 0,-1 0-1 0 0,0 0 1 0 0,0 0-1 0 0,-1-1 0 0 0,0 1 1 0 0,-4 7-1 0 0,-2 2 5 0 0,-1 0 0 0 0,0 0 0 0 0,-1-1 0 0 0,-1 0 0 0 0,0-1 0 0 0,-1-1 0 0 0,-1 0 0 0 0,0-1 0 0 0,-1 0 0 0 0,-21 14 0 0 0,22-19-1 0 0,0 1 0 0 0,0-2 0 0 0,-1 0 0 0 0,0 0 0 0 0,-1-2 0 0 0,1 0 0 0 0,-1 0-1 0 0,0-2 1 0 0,0 0 0 0 0,-27 2 0 0 0,37-5-46 0 0,0 0 0 0 0,0 0 0 0 0,-1-1 0 0 0,1 0 0 0 0,0 0 0 0 0,0 0 0 0 0,0 0-1 0 0,0-1 1 0 0,0 0 0 0 0,0-1 0 0 0,1 1 0 0 0,-1-1 0 0 0,1 0 0 0 0,-1-1 0 0 0,1 1-1 0 0,0-1 1 0 0,0 0 0 0 0,1 0 0 0 0,-1 0 0 0 0,1-1 0 0 0,0 0 0 0 0,0 0 0 0 0,0 0 0 0 0,1 0-1 0 0,0-1 1 0 0,0 1 0 0 0,0-1 0 0 0,1 1 0 0 0,0-1 0 0 0,-3-12 0 0 0,0-2-746 0 0,2 0 1 0 0,1-1-1 0 0,0 1 1 0 0,2-26-1 0 0,4 4-1141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53.4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111 115 224 0 0,'-27'-14'3030'0'0,"26"13"-2640"0"0,-10 1 1162 0 0,8 3-1481 0 0,0 0 1 0 0,0 0-1 0 0,0 0 0 0 0,1 1 1 0 0,-1-1-1 0 0,1 1 1 0 0,0-1-1 0 0,0 1 1 0 0,0 0-1 0 0,0 0 0 0 0,1 0 1 0 0,0 0-1 0 0,0 1 1 0 0,-1 4-1 0 0,-10 72 318 0 0,10-66-299 0 0,-6 50 185 0 0,-9 150 829 0 0,17-212-1069 0 0,0-1-7 0 0,-1 0 0 0 0,1 0 1 0 0,0 0-1 0 0,0 0 1 0 0,0 0-1 0 0,1 0 0 0 0,-1 0 1 0 0,0 0-1 0 0,1 0 1 0 0,0 0-1 0 0,-1 0 0 0 0,1 0 1 0 0,0 0-1 0 0,2 3 0 0 0,-2-5 44 0 0,-1 0-8 0 0,0 0-13 0 0,-2-32 64 0 0,5-19-18 0 0,0 0-86 0 0,3-126-149 0 0,-4 145 100 0 0,3 0 0 0 0,1 0-1 0 0,14-45 1 0 0,-17 67 19 0 0,1 0 0 0 0,0 0 0 0 0,11-18 0 0 0,-14 26 17 0 0,1 0-1 0 0,-1 0 1 0 0,1 0 0 0 0,-1 0-1 0 0,1 0 1 0 0,0 0 0 0 0,-1 1 0 0 0,1-1-1 0 0,0 1 1 0 0,0-1 0 0 0,1 1-1 0 0,-1-1 1 0 0,0 1 0 0 0,0 0-1 0 0,1 0 1 0 0,-1 0 0 0 0,0 1-1 0 0,1-1 1 0 0,-1 0 0 0 0,6 0-1 0 0,-6 2 2 0 0,0-1 0 0 0,1 1-1 0 0,-1-1 1 0 0,1 1-1 0 0,-1 0 1 0 0,0 0 0 0 0,0 0-1 0 0,0 1 1 0 0,1-1-1 0 0,-1 0 1 0 0,0 1 0 0 0,-1-1-1 0 0,1 1 1 0 0,0 0-1 0 0,2 2 1 0 0,24 32 3 0 0,-26-34-1 0 0,25 44 46 0 0,-1 1 1 0 0,-2 1-1 0 0,31 94 0 0 0,-24-61 12 0 0,-18-39-527 0 0,-11-35-708 0 0,-10-24 325 0 0,-8-16-2276 0 0,6 16 1333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53.7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27 180 0 0,'0'0'576'0'0,"0"0"-64"0"0,0 0-28 0 0,0 0-76 0 0,0 0-4 0 0,0 0-84 0 0,19-19 0 0 0,-8 17-28 0 0,-1 0-20 0 0,5 0-56 0 0,2 2-36 0 0,2 0-112 0 0,-1 0-100 0 0,3-2-160 0 0,0 2-476 0 0,1 0-728 0 0,1 0 324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54.8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361 146 268 0 0,'0'-9'332'0'0,"-1"0"-1"0"0,0 0 1 0 0,0 0-1 0 0,0 0 1 0 0,-1 0-1 0 0,-1 0 1 0 0,1 0 0 0 0,-2 1-1 0 0,1-1 1 0 0,-8-13-1 0 0,9 19-260 0 0,0 1 0 0 0,0-1-1 0 0,0 1 1 0 0,0 0-1 0 0,0-1 1 0 0,-1 1-1 0 0,1 0 1 0 0,-1 0 0 0 0,1 1-1 0 0,-1-1 1 0 0,0 0-1 0 0,1 1 1 0 0,-1 0 0 0 0,0-1-1 0 0,0 1 1 0 0,0 0-1 0 0,0 1 1 0 0,0-1 0 0 0,-1 0-1 0 0,1 1 1 0 0,0 0-1 0 0,0 0 1 0 0,0 0-1 0 0,0 0 1 0 0,0 0 0 0 0,-1 1-1 0 0,1-1 1 0 0,0 1-1 0 0,0 0 1 0 0,0 0 0 0 0,0 0-1 0 0,0 0 1 0 0,1 0-1 0 0,-6 4 1 0 0,-11 5 25 0 0,0 0 0 0 0,1 2 0 0 0,0 0 0 0 0,1 1-1 0 0,1 1 1 0 0,0 1 0 0 0,1 0 0 0 0,0 1 0 0 0,1 0 0 0 0,1 1 0 0 0,-21 36 0 0 0,32-49-81 0 0,0 1 0 0 0,0-1 0 0 0,0 1 0 0 0,0-1 0 0 0,1 1 1 0 0,-1 0-1 0 0,1-1 0 0 0,1 1 0 0 0,-1 0 0 0 0,1 0 0 0 0,0 0 0 0 0,0 0 1 0 0,0 0-1 0 0,0 0 0 0 0,1-1 0 0 0,0 1 0 0 0,0 0 0 0 0,1 0 0 0 0,-1-1 1 0 0,1 1-1 0 0,0 0 0 0 0,0-1 0 0 0,0 0 0 0 0,1 0 0 0 0,-1 1 1 0 0,1-1-1 0 0,0-1 0 0 0,0 1 0 0 0,5 4 0 0 0,10 8 19 0 0,0-1 1 0 0,2 0-1 0 0,-1-1 0 0 0,40 19 0 0 0,-9-3 19 0 0,2 1-24 0 0,-31-19-17 0 0,0 0 0 0 0,33 27 1 0 0,-18-9-14 0 0,-13-12-7 0 0,-1 1 0 0 0,27 29 0 0 0,-44-43 3 0 0,-1 0 0 0 0,0 0 0 0 0,0 0 0 0 0,0 1 0 0 0,-1 0 0 0 0,0 0 0 0 0,0 0 0 0 0,0 0 0 0 0,-1 0 0 0 0,0 0 0 0 0,0 1 0 0 0,0-1 0 0 0,-1 1 0 0 0,0 0 0 0 0,0 11 0 0 0,-2-13 5 0 0,0 0 0 0 0,0 0 1 0 0,0-1-1 0 0,-1 1 0 0 0,0 0 0 0 0,0-1 0 0 0,0 0 1 0 0,0 1-1 0 0,-1-1 0 0 0,0 0 0 0 0,1 0 0 0 0,-2 0 1 0 0,1-1-1 0 0,0 1 0 0 0,-1-1 0 0 0,1 0 0 0 0,-1 0 1 0 0,0 0-1 0 0,-9 5 0 0 0,-5 2 3 0 0,0-1 0 0 0,-1-1 1 0 0,-25 9-1 0 0,30-13-27 0 0,1 0 1 0 0,-1-1-1 0 0,0-1 1 0 0,0 0-1 0 0,-16 0 0 0 0,22-2 2 0 0,0 0 0 0 0,1-1-1 0 0,-1 1 1 0 0,0-2 0 0 0,0 1 0 0 0,1-1-1 0 0,-1 0 1 0 0,1-1 0 0 0,-1 0-1 0 0,-11-6 1 0 0,16 7-31 0 0,0 0 0 0 0,0-1-1 0 0,0 1 1 0 0,1-1 0 0 0,-1 1 0 0 0,1-1-1 0 0,0 0 1 0 0,0 0 0 0 0,0 0 0 0 0,0 0 0 0 0,0 0-1 0 0,1-1 1 0 0,-1 1 0 0 0,1 0 0 0 0,0-1-1 0 0,0 1 1 0 0,0-1 0 0 0,0-4 0 0 0,0-6-706 0 0,0-1 0 0 0,1 1 1 0 0,2-18-1 0 0,-2 26 193 0 0,4-26-1232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55.5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24 114 64 0 0,'0'0'491'0'0,"0"0"-21"0"0,0 0-19 0 0,0 0-9 0 0,0 0-26 0 0,2 4-20 0 0,14 25 295 0 0,-1 1 0 0 0,-1 1-1 0 0,16 54 1 0 0,3 7-37 0 0,7-15-76 0 0,-24-50-368 0 0,-29-92-103 0 0,-3 20-419 0 0,-2 0 0 0 0,-47-81 0 0 0,-4-8-76 0 0,68 131 387 0 0,-1 0 1 0 0,1 0-1 0 0,0 0 0 0 0,0 0 0 0 0,0 0 1 0 0,0-1-1 0 0,1 1 0 0 0,-1 0 1 0 0,1-1-1 0 0,0 1 0 0 0,0 0 1 0 0,1-5-1 0 0,-1 7 9 0 0,1-1 1 0 0,-1 1-1 0 0,1-1 0 0 0,0 1 1 0 0,0 0-1 0 0,-1-1 0 0 0,1 1 0 0 0,0 0 1 0 0,0 0-1 0 0,1 0 0 0 0,-1-1 1 0 0,0 1-1 0 0,0 0 0 0 0,0 1 0 0 0,1-1 1 0 0,-1 0-1 0 0,0 0 0 0 0,1 0 1 0 0,-1 1-1 0 0,1-1 0 0 0,-1 1 0 0 0,1-1 1 0 0,-1 1-1 0 0,1 0 0 0 0,-1-1 1 0 0,1 1-1 0 0,2 0 0 0 0,12-1 18 0 0,0 0 0 0 0,-1 1-1 0 0,1 1 1 0 0,0 0 0 0 0,0 1-1 0 0,-1 1 1 0 0,1 0 0 0 0,-1 1 0 0 0,0 1-1 0 0,20 9 1 0 0,-33-14-23 0 0,-1 1 1 0 0,1-1-1 0 0,-1 1 1 0 0,1 0-1 0 0,-1 0 1 0 0,1-1-1 0 0,-1 1 1 0 0,0 0-1 0 0,1 0 1 0 0,-1 0-1 0 0,0 0 1 0 0,0 0-1 0 0,0 1 1 0 0,1-1-1 0 0,-1 0 1 0 0,-1 1-1 0 0,1-1 1 0 0,0 0-1 0 0,0 1 1 0 0,0-1-1 0 0,-1 1 1 0 0,1-1-1 0 0,-1 1 1 0 0,1 1-1 0 0,-1 0 7 0 0,0-1 0 0 0,0 0-1 0 0,-1 1 1 0 0,1-1 0 0 0,-1 0-1 0 0,0 0 1 0 0,1 1 0 0 0,-1-1-1 0 0,0 0 1 0 0,0 0 0 0 0,0 0 0 0 0,-1 0-1 0 0,1 0 1 0 0,-3 3 0 0 0,-3 3 33 0 0,-1 1-1 0 0,0-2 1 0 0,-1 1 0 0 0,1-1 0 0 0,-17 10-1 0 0,8-8 57 0 0,0-1 0 0 0,-21 7 0 0 0,-6 3 109 0 0,107-23 1 0 0,-44 3-208 0 0,16-2 17 0 0,46-1-1 0 0,-74 5-17 0 0,1 0 0 0 0,-1 1 1 0 0,1 0-1 0 0,-1 0 0 0 0,0 0 1 0 0,1 1-1 0 0,-1 0 0 0 0,0 0 1 0 0,0 1-1 0 0,0 0 0 0 0,0 0 0 0 0,9 7 1 0 0,-14-8-1 0 0,1 0 0 0 0,-1 0 0 0 0,-1-1 1 0 0,1 1-1 0 0,0 1 0 0 0,0-1 0 0 0,-1 0 1 0 0,1 0-1 0 0,-1 1 0 0 0,0-1 0 0 0,1 0 1 0 0,-1 1-1 0 0,0-1 0 0 0,-1 1 0 0 0,1 0 1 0 0,0-1-1 0 0,-1 1 0 0 0,1 4 0 0 0,-1-3 4 0 0,-1 1-1 0 0,1-1 1 0 0,-1 0-1 0 0,0 0 1 0 0,0 0-1 0 0,0 0 1 0 0,-1 0-1 0 0,1 0 1 0 0,-1 0-1 0 0,-4 7 1 0 0,-1-1 2 0 0,-1 1 0 0 0,0-1 0 0 0,-1-1 0 0 0,0 1 0 0 0,-1-2 1 0 0,-17 14-1 0 0,26-21-22 0 0,-12 8 9 0 0,1-1 0 0 0,-25 12 0 0 0,34-18-97 0 0,0-1 0 0 0,1 0 1 0 0,-1 0-1 0 0,0 0 1 0 0,0 0-1 0 0,0 0 0 0 0,0-1 1 0 0,1 1-1 0 0,-1-1 0 0 0,0 0 1 0 0,0 0-1 0 0,0 0 0 0 0,0 0 1 0 0,0-1-1 0 0,0 1 1 0 0,0-1-1 0 0,0 1 0 0 0,1-1 1 0 0,-1 0-1 0 0,0 0 0 0 0,-4-3 1 0 0,-2-5-1881 0 0,4-2 152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57.8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445 104 428 0 0,'-22'-40'1446'0'0,"18"34"-1189"0"0,0 1 0 0 0,-1 0 1 0 0,1 0-1 0 0,-1 0 1 0 0,0 0-1 0 0,0 1 1 0 0,-7-5-1 0 0,7 6-138 0 0,0 0 0 0 0,0 1 0 0 0,0 0 1 0 0,0 0-1 0 0,0 0 0 0 0,0 1 0 0 0,0-1 0 0 0,-1 1 0 0 0,1 1 0 0 0,-1-1 0 0 0,1 1 0 0 0,-1 0 1 0 0,1 0-1 0 0,-1 0 0 0 0,1 1 0 0 0,0 0 0 0 0,-11 3 0 0 0,-1 1 5 0 0,0 1 1 0 0,0 1-1 0 0,1 0 0 0 0,0 2 0 0 0,0 0 0 0 0,1 0 0 0 0,0 1 1 0 0,1 1-1 0 0,0 1 0 0 0,1 0 0 0 0,0 0 0 0 0,-18 25 0 0 0,26-31-104 0 0,0 0-1 0 0,0 1 1 0 0,1-1-1 0 0,0 1 0 0 0,1 0 1 0 0,0 1-1 0 0,0-1 0 0 0,0 0 1 0 0,1 1-1 0 0,0 0 1 0 0,0-1-1 0 0,1 1 0 0 0,0 0 1 0 0,1 0-1 0 0,0 0 1 0 0,0 0-1 0 0,0 0 0 0 0,1 0 1 0 0,0-1-1 0 0,1 1 0 0 0,-1 0 1 0 0,2 0-1 0 0,-1-1 1 0 0,1 0-1 0 0,0 1 0 0 0,1-1 1 0 0,-1 0-1 0 0,1 0 1 0 0,1-1-1 0 0,-1 1 0 0 0,1-1 1 0 0,1 0-1 0 0,-1-1 1 0 0,1 1-1 0 0,0-1 0 0 0,0 0 1 0 0,0 0-1 0 0,11 5 0 0 0,19 12 18 0 0,1-3 0 0 0,72 28 0 0 0,-84-38-24 0 0,0 2 0 0 0,-1 0 0 0 0,36 24-1 0 0,-47-27-4 0 0,-1 1 0 0 0,0 1-1 0 0,0 0 1 0 0,-1 0 0 0 0,0 1-1 0 0,0 1 1 0 0,14 21 0 0 0,-22-28-7 0 0,-1 0 0 0 0,0 0 0 0 0,0 0 0 0 0,0 1 0 0 0,-1-1 0 0 0,1 0 0 0 0,-1 1 0 0 0,-1-1 0 0 0,1 1 0 0 0,-1-1 0 0 0,0 1 0 0 0,0-1 0 0 0,0 1 0 0 0,-1-1 0 0 0,0 1 0 0 0,0-1 0 0 0,0 0 0 0 0,-1 1 0 0 0,0-1 0 0 0,0 0 0 0 0,0 0 0 0 0,-1 0 0 0 0,1 0 0 0 0,-1-1 0 0 0,-5 7 0 0 0,-3 3 5 0 0,0 0 1 0 0,-1 0-1 0 0,-1-1 0 0 0,0-1 0 0 0,-1 0 0 0 0,-21 15 0 0 0,13-12 10 0 0,-1-2 1 0 0,0 0-1 0 0,-1-1 0 0 0,-44 15 0 0 0,54-23-23 0 0,0 0-1 0 0,0-1 1 0 0,0-1 0 0 0,0 0-1 0 0,0-1 1 0 0,-1-1 0 0 0,1 0-1 0 0,-1 0 1 0 0,1-2 0 0 0,-20-4-1 0 0,30 5-39 0 0,0 0 0 0 0,0 0-1 0 0,0-1 1 0 0,0 1 0 0 0,1-1 0 0 0,-1 0 0 0 0,1 0-1 0 0,-1-1 1 0 0,1 1 0 0 0,0-1 0 0 0,0 1 0 0 0,0-1-1 0 0,0 0 1 0 0,1 0 0 0 0,-1 0 0 0 0,1-1-1 0 0,0 1 1 0 0,0-1 0 0 0,0 1 0 0 0,-2-5 0 0 0,2 2-279 0 0,0 0-1 0 0,0 0 1 0 0,1-1 0 0 0,0 1 0 0 0,0 0 0 0 0,0-1 0 0 0,1 1 0 0 0,0-1 0 0 0,1 1 0 0 0,-1 0 0 0 0,1-1 0 0 0,2-8 0 0 0,10-23-1652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58.3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124 17 292 0 0,'0'0'577'0'0,"0"0"-29"0"0,-2 3-27 0 0,-15 20 159 0 0,1 0 0 0 0,2 1 0 0 0,0 1 0 0 0,2 0 0 0 0,0 1-1 0 0,-13 46 1 0 0,22-60-557 0 0,0-1 0 0 0,1 1 0 0 0,0 0-1 0 0,1 0 1 0 0,0 0 0 0 0,1 0 0 0 0,1 0 0 0 0,0 0-1 0 0,0 0 1 0 0,1 0 0 0 0,1 0 0 0 0,0 0-1 0 0,0-1 1 0 0,1 1 0 0 0,1-1 0 0 0,0 0 0 0 0,0 0-1 0 0,12 16 1 0 0,-16-25-105 0 0,1 0 0 0 0,-1 1 0 0 0,1-1 0 0 0,0 0-1 0 0,0 0 1 0 0,0 0 0 0 0,0 0 0 0 0,0 0 0 0 0,0 0 0 0 0,1 0-1 0 0,-1-1 1 0 0,0 1 0 0 0,1-1 0 0 0,0 0 0 0 0,-1 0 0 0 0,1 0-1 0 0,0 0 1 0 0,-1 0 0 0 0,1 0 0 0 0,0-1 0 0 0,0 1 0 0 0,0-1-1 0 0,0 0 1 0 0,-1 0 0 0 0,1 0 0 0 0,0 0 0 0 0,0-1 0 0 0,0 1-1 0 0,0-1 1 0 0,-1 1 0 0 0,1-1 0 0 0,0 0 0 0 0,0 0 0 0 0,-1 0-1 0 0,1-1 1 0 0,-1 1 0 0 0,1-1 0 0 0,-1 1 0 0 0,3-4 0 0 0,5-3 6 0 0,0-1 1 0 0,-1 0 0 0 0,0 0 0 0 0,0-1-1 0 0,-1 0 1 0 0,-1-1 0 0 0,10-17 0 0 0,-7 9-56 0 0,-1 0 0 0 0,0 0 1 0 0,-2-1-1 0 0,0 0 0 0 0,-1 0 0 0 0,6-42 1 0 0,-11 53-8 0 0,0 0 0 0 0,-1 0 1 0 0,1 0-1 0 0,-2 0 1 0 0,0 0-1 0 0,0 0 0 0 0,0 0 1 0 0,-1 1-1 0 0,0-1 0 0 0,-1 0 1 0 0,0 1-1 0 0,0-1 0 0 0,-1 1 1 0 0,0 0-1 0 0,-1 0 0 0 0,0 1 1 0 0,0-1-1 0 0,-12-12 0 0 0,11 15 8 0 0,0 0 0 0 0,0 1 0 0 0,0 0 0 0 0,-1 0-1 0 0,0 0 1 0 0,0 1 0 0 0,0 0 0 0 0,0 0 0 0 0,-1 1-1 0 0,1 0 1 0 0,-14-2 0 0 0,16 3 5 0 0,1 0 0 0 0,-1 1 0 0 0,0-1 0 0 0,0 1 0 0 0,0 0 1 0 0,0 1-1 0 0,1-1 0 0 0,-1 1 0 0 0,0 0 0 0 0,0 0 0 0 0,1 0 0 0 0,-1 1 0 0 0,1-1 0 0 0,-1 1 0 0 0,1 1 0 0 0,0-1 0 0 0,0 0 1 0 0,-1 1-1 0 0,-5 5 0 0 0,10-8 10 0 0,0 0 0 0 0,-1 1 1 0 0,1-1-1 0 0,-1 1 0 0 0,1-1 0 0 0,0 0 1 0 0,0 1-1 0 0,-1-1 0 0 0,1 1 0 0 0,0-1 1 0 0,0 0-1 0 0,-1 1 0 0 0,1-1 1 0 0,0 1-1 0 0,0-1 0 0 0,0 1 0 0 0,0-1 1 0 0,0 1-1 0 0,0-1 0 0 0,0 1 0 0 0,0-1 1 0 0,0 1-1 0 0,0-1 0 0 0,0 1 1 0 0,0-1-1 0 0,0 1 0 0 0,0-1 0 0 0,0 1 1 0 0,0-1-1 0 0,1 1 0 0 0,-1-1 1 0 0,0 1-1 0 0,16 9-478 0 0,22-2-283 0 0,-26-8 324 0 0,0-1 1 0 0,0 0 0 0 0,16-3-1 0 0,-4 0-1392 0 0,-3 1 298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58.7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 0 304 0 0,'0'0'553'0'0,"0"0"-31"0"0,0 0-37 0 0,0 0-58 0 0,0 0-37 0 0,0 0-23 0 0,0 0-18 0 0,-3 2-6 0 0,0 0-239 0 0,1 0-1 0 0,0 0 1 0 0,0 0 0 0 0,0 1 0 0 0,1-1 0 0 0,-1 1 0 0 0,1-1-1 0 0,-1 1 1 0 0,1-1 0 0 0,0 1 0 0 0,0 0 0 0 0,0 0 0 0 0,0 0-1 0 0,0-1 1 0 0,1 1 0 0 0,-1 0 0 0 0,1 5 0 0 0,-3 66 1533 0 0,3-37-1010 0 0,0 6 140 0 0,2 1-1 0 0,10 57 0 0 0,-11-98-744 0 0,-1 1 10 0 0,1-1-1 0 0,0 0 0 0 0,0 0 0 0 0,0 1 0 0 0,0-1 1 0 0,0 0-1 0 0,0 0 0 0 0,1 0 0 0 0,0 0 1 0 0,-1-1-1 0 0,1 1 0 0 0,0 0 0 0 0,1-1 1 0 0,-1 1-1 0 0,0-1 0 0 0,1 0 0 0 0,-1 0 1 0 0,1 0-1 0 0,3 3 0 0 0,-5-5-14 0 0,17-10-69 0 0,-15 7 19 0 0,1-1 0 0 0,-1 1 0 0 0,0-1 0 0 0,0 0 0 0 0,0 1 0 0 0,-1-1 0 0 0,1-1 0 0 0,-1 1 0 0 0,0 0 0 0 0,3-8 0 0 0,10-46-412 0 0,6-116-708 0 0,-18 137 925 0 0,5 8 14 0 0,1 56 282 0 0,-1 0 1 0 0,-1 1-1 0 0,-2 0 1 0 0,-1 1 0 0 0,1 32-1 0 0,4 29 155 0 0,-8-65-166 0 0,2 17 68 0 0,-3-41-142 0 0,1 1 0 0 0,-1-1-1 0 0,0 1 1 0 0,1-1 0 0 0,-1 1-1 0 0,1-1 1 0 0,-1 1 0 0 0,1-1 0 0 0,0 0-1 0 0,-1 1 1 0 0,1-1 0 0 0,0 0-1 0 0,0 1 1 0 0,0-1 0 0 0,0 0 0 0 0,0 0-1 0 0,0 0 1 0 0,1 0 0 0 0,1 1-1 0 0,-2-1-248 0 0,15-14-427 0 0,-12 11 542 0 0,0-1-266 0 0,-1-1-1 0 0,1 0 1 0 0,0 0 0 0 0,-1 0-1 0 0,0 0 1 0 0,0 0-1 0 0,0-1 1 0 0,0 1-1 0 0,2-8 1 0 0,6-14-1590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59.1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27 123 544 0 0,'-26'-20'4186'0'0,"26"19"-4108"0"0,0-1 0 0 0,0 0-1 0 0,0 1 1 0 0,0-1-1 0 0,0 0 1 0 0,1 1-1 0 0,-1-1 1 0 0,1 1-1 0 0,-1-1 1 0 0,1 1-1 0 0,-1-1 1 0 0,1 1 0 0 0,0-1-1 0 0,0 1 1 0 0,0 0-1 0 0,0-1 1 0 0,0 1-1 0 0,0 0 1 0 0,0 0-1 0 0,0 0 1 0 0,1 0-1 0 0,-1 0 1 0 0,0 0 0 0 0,1 0-1 0 0,-1 0 1 0 0,0 0-1 0 0,1 1 1 0 0,2-2-1 0 0,49-21 609 0 0,-26 13-556 0 0,0 2 1 0 0,1 1-1 0 0,0 1 1 0 0,0 1 0 0 0,0 2-1 0 0,1 0 1 0 0,46 3-1 0 0,-73 0-176 0 0,0 1 0 0 0,1-1 0 0 0,-1 0 0 0 0,0 0 0 0 0,1 1 0 0 0,-1 0-1 0 0,0-1 1 0 0,0 1 0 0 0,0 0 0 0 0,0 0 0 0 0,0 0 0 0 0,0 0 0 0 0,0 0-1 0 0,0 1 1 0 0,0-1 0 0 0,0 0 0 0 0,0 1 0 0 0,1 2 0 0 0,-3-4 8 0 0,0 1 1 0 0,-1 0 0 0 0,1-1-1 0 0,0 1 1 0 0,-1 0-1 0 0,1-1 1 0 0,0 1 0 0 0,-1-1-1 0 0,1 1 1 0 0,-1 0-1 0 0,1-1 1 0 0,-1 1 0 0 0,1-1-1 0 0,-1 0 1 0 0,1 1 0 0 0,-1-1-1 0 0,1 1 1 0 0,-1-1-1 0 0,0 0 1 0 0,1 1 0 0 0,-1-1-1 0 0,0 0 1 0 0,1 0-1 0 0,-1 1 1 0 0,-1-1 0 0 0,-20 7-572 0 0,20-6 528 0 0,-134 34-1141 0 0,132-34 1265 0 0,1 0 0 0 0,-1 0 0 0 0,0 1 0 0 0,1-1 0 0 0,-1 1 0 0 0,1 0 0 0 0,0 0 0 0 0,0 1 0 0 0,-1-1 0 0 0,1 0 0 0 0,1 1 0 0 0,-1 0 0 0 0,0 0 0 0 0,1 0 0 0 0,-1 0 0 0 0,1 0 0 0 0,0 0 0 0 0,0 1 0 0 0,0-1 0 0 0,1 1 0 0 0,-1-1 0 0 0,1 1 0 0 0,0 0 0 0 0,-1 0 0 0 0,2-1 0 0 0,-1 1 0 0 0,0 0 0 0 0,1 0 0 0 0,0 0 0 0 0,0 0 0 0 0,1 5 0 0 0,1 89 995 0 0,2-56-511 0 0,-5 81 1 0 0,1-72-304 0 0,1-41-211 0 0,-1 1 0 0 0,0 0-1 0 0,0 0 1 0 0,-1-1 0 0 0,-1 1 0 0 0,0 0-1 0 0,-3 10 1 0 0,0-2-286 0 0,-3 8-672 0 0,-2-14-2709 0 0,3-8 1474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09:59.9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 33 264 0 0,'0'0'630'0'0,"-33"-12"4495"0"0,33 12-5107 0 0,0 0 0 0 0,-1 0 0 0 0,1 0-1 0 0,-1 0 1 0 0,1 0 0 0 0,-1 0 0 0 0,1 0-1 0 0,0 0 1 0 0,-1 0 0 0 0,1 0 0 0 0,-1 0-1 0 0,1 0 1 0 0,-1 0 0 0 0,1 0 0 0 0,0 0 0 0 0,-1 0-1 0 0,1 1 1 0 0,-1-1 0 0 0,1 0 0 0 0,-1 0-1 0 0,1 0 1 0 0,0 1 0 0 0,-1-1 0 0 0,1 0-1 0 0,0 0 1 0 0,-1 1 0 0 0,1-1 0 0 0,0 0 0 0 0,0 1-1 0 0,-1-1 1 0 0,1 0 0 0 0,0 1 0 0 0,0-1-1 0 0,-1 1 1 0 0,1-1 0 0 0,0 0 0 0 0,0 1-1 0 0,0-1 1 0 0,0 1 0 0 0,0-1 0 0 0,0 1 0 0 0,-1-1-1 0 0,1 1 1 0 0,0-1 0 0 0,0 0 0 0 0,1 1-1 0 0,-1-1 1 0 0,0 1 0 0 0,0-1 0 0 0,0 1-1 0 0,0-1 1 0 0,0 0 0 0 0,0 1 0 0 0,0-1 0 0 0,1 1-1 0 0,-1-1 1 0 0,0 0 0 0 0,0 1 0 0 0,1-1-1 0 0,-1 0 1 0 0,0 1 0 0 0,0-1 0 0 0,1 0-1 0 0,-1 1 1 0 0,0-1 0 0 0,1 0 0 0 0,-1 0 0 0 0,1 1-1 0 0,2 2 51 0 0,1 0 0 0 0,-1-1-1 0 0,1 1 1 0 0,-1-1 0 0 0,1 0 0 0 0,5 3-1 0 0,20 5 96 0 0,1-1-1 0 0,0-2 1 0 0,0-1-1 0 0,1-1 1 0 0,-1-2-1 0 0,48 0 1 0 0,183-23 104 0 0,-49-10-132 0 0,67-8 31 0 0,0 24-318 0 0,-268 14 6 0 0,1 0-1 0 0,0 1 1 0 0,-1 1-1 0 0,1 0 1 0 0,14 4 0 0 0,-25-6 36 0 0,-1 0 0 0 0,1 1 1 0 0,0-1-1 0 0,-1 0 0 0 0,1 0 1 0 0,0 1-1 0 0,-1-1 0 0 0,1 1 0 0 0,-1-1 1 0 0,1 1-1 0 0,-1-1 0 0 0,1 1 1 0 0,-1-1-1 0 0,1 1 0 0 0,-1-1 1 0 0,1 1-1 0 0,-1-1 0 0 0,1 1 0 0 0,-1 0 1 0 0,0-1-1 0 0,0 1 0 0 0,1 0 1 0 0,-1-1-1 0 0,0 1 0 0 0,0 0 1 0 0,0 0-1 0 0,0-1 0 0 0,0 1 0 0 0,1 0 1 0 0,-1 0-1 0 0,-1-1 0 0 0,1 1 1 0 0,0 0-1 0 0,0-1 0 0 0,0 1 1 0 0,0 0-1 0 0,0 0 0 0 0,-1-1 0 0 0,1 1 1 0 0,-1 1-1 0 0,-6 7-2083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07.0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61 464 0 0,'0'0'443'0'0,"0"0"-9"0"0,0 0-35 0 0,0 0-26 0 0,0 0-23 0 0,34-4 1679 0 0,57-5-942 0 0,107 2 0 0 0,-4 1-722 0 0,139 2-103 0 0,-7 0-112 0 0,214-18-40 0 0,-489 19-109 0 0,-48 3 2 0 0,2-1 1 0 0,-5 1-5 0 0,0 0 1 0 0,0 0-1 0 0,0 0 0 0 0,0 0 1 0 0,0 0-1 0 0,-1 0 0 0 0,1 0 0 0 0,0 0 1 0 0,0 0-1 0 0,0 0 0 0 0,0 0 0 0 0,0 0 1 0 0,0 0-1 0 0,0 0 0 0 0,0 0 0 0 0,0 1 1 0 0,0-1-1 0 0,0 0 0 0 0,0 0 0 0 0,0 0 1 0 0,0 0-1 0 0,0 0 0 0 0,0 0 0 0 0,0 0 1 0 0,0 0-1 0 0,0 0 0 0 0,0 0 1 0 0,0 0-1 0 0,0 0 0 0 0,0 0 0 0 0,0 0 1 0 0,0 0-1 0 0,1 0 0 0 0,-1 1 0 0 0,-17 8-231 0 0,0 2 0 0 0,1 0 0 0 0,0 1 0 0 0,1 0 0 0 0,1 1 0 0 0,0 1 0 0 0,1 0 0 0 0,0 1 0 0 0,-10 17 0 0 0,18-14-2348 0 0,1-11 1097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09.9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450 120 436 0 0,'0'-6'496'0'0,"0"-3"165"0"0,0-1 0 0 0,0 0 0 0 0,-1 1 0 0 0,0-1 0 0 0,-6-17 0 0 0,7 25-597 0 0,-1-1 1 0 0,0 1-1 0 0,-1 0 1 0 0,1 0 0 0 0,0 0-1 0 0,-1 0 1 0 0,1 0-1 0 0,-1 0 1 0 0,1 0 0 0 0,-1 0-1 0 0,0 0 1 0 0,0 1-1 0 0,0-1 1 0 0,0 1 0 0 0,0 0-1 0 0,0-1 1 0 0,0 1 0 0 0,-1 0-1 0 0,1 0 1 0 0,0 0-1 0 0,-1 1 1 0 0,1-1 0 0 0,0 0-1 0 0,-1 1 1 0 0,1 0-1 0 0,-1-1 1 0 0,1 1 0 0 0,-5 1-1 0 0,-7-1 46 0 0,0 2-1 0 0,0 0 1 0 0,0 1-1 0 0,1 0 1 0 0,-1 1-1 0 0,1 0 1 0 0,-13 7-1 0 0,-6 4 64 0 0,-49 30 0 0 0,63-33-129 0 0,1-1 0 0 0,0 2 0 0 0,1 0 1 0 0,-29 30-1 0 0,42-39-37 0 0,0 0-1 0 0,-1 0 1 0 0,1 0 0 0 0,1 0-1 0 0,-1 0 1 0 0,1 0 0 0 0,-1 1-1 0 0,1-1 1 0 0,0 1 0 0 0,1 0-1 0 0,-1 0 1 0 0,1-1 0 0 0,0 1-1 0 0,0 0 1 0 0,1 0 0 0 0,-1 0-1 0 0,1 0 1 0 0,0 0 0 0 0,1 0-1 0 0,-1 0 1 0 0,1 0 0 0 0,0 0-1 0 0,0 0 1 0 0,0 0 0 0 0,1 0-1 0 0,2 4 1 0 0,2 2 3 0 0,0-1 0 0 0,1 1 0 0 0,0-1 0 0 0,1-1 0 0 0,0 1 0 0 0,15 12 0 0 0,64 46 20 0 0,-30-25-12 0 0,109 70 24 0 0,11 8-6 0 0,-167-112-30 0 0,1 0-1 0 0,-1 1 1 0 0,0 0 0 0 0,-1 1-1 0 0,14 20 1 0 0,-20-27-7 0 0,-1 1 0 0 0,1-1 0 0 0,-1 0 0 0 0,0 1 0 0 0,-1 0 0 0 0,1-1 0 0 0,-1 1 0 0 0,0 0 0 0 0,0 0 0 0 0,0 0 0 0 0,-1 0 0 0 0,0 0 0 0 0,0 0 0 0 0,0 0 0 0 0,-1 0 0 0 0,1 0 0 0 0,-1 0-1 0 0,0-1 1 0 0,-3 9 0 0 0,-2-1 10 0 0,0 1-1 0 0,-1-1 1 0 0,0-1-1 0 0,-1 1 0 0 0,-1-1 1 0 0,1-1-1 0 0,-2 1 0 0 0,1-1 1 0 0,-1-1-1 0 0,-1 0 1 0 0,0-1-1 0 0,0 0 0 0 0,-18 10 1 0 0,3-4 30 0 0,-1-1-1 0 0,-1-1 1 0 0,0-2 0 0 0,0 0 0 0 0,-36 6 0 0 0,53-14-30 0 0,0 0 0 0 0,0-1 0 0 0,0 0 0 0 0,0 0 0 0 0,0-1 0 0 0,-1-1 0 0 0,1 0 0 0 0,0-1 0 0 0,0 0 0 0 0,-11-3 0 0 0,16 3-40 0 0,0-1-1 0 0,1 1 1 0 0,-1-1-1 0 0,1 0 1 0 0,-1 0-1 0 0,1 0 0 0 0,0-1 1 0 0,0 0-1 0 0,1 0 1 0 0,-1 0-1 0 0,1-1 1 0 0,0 1-1 0 0,0-1 1 0 0,0 0-1 0 0,1 0 0 0 0,-1 0 1 0 0,1-1-1 0 0,1 1 1 0 0,-5-12-1 0 0,3 0-461 0 0,0 0-1 0 0,1 1 1 0 0,1-1 0 0 0,0-1 0 0 0,2 1-1 0 0,0 0 1 0 0,1 0 0 0 0,0 0-1 0 0,7-29 1 0 0,-1 19-1472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10.5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99 37 44 0 0,'0'0'454'0'0,"0"0"-7"0"0,0 0-7 0 0,0 0-26 0 0,1 3-18 0 0,1 10-151 0 0,-1-1 0 0 0,-1 0 0 0 0,0 1 0 0 0,0-1 1 0 0,-2 0-1 0 0,1 1 0 0 0,-5 14 0 0 0,2-1 29 0 0,-22 94 687 0 0,15-76-423 0 0,-8 69 1 0 0,17-96-296 0 0,0 0 1 0 0,-2 0-1 0 0,1 0 0 0 0,-8 18 1 0 0,11-34-127 0 0,0-1-12 0 0,-2-4-11 0 0,-1-10-59 0 0,0 0 1 0 0,2 0 0 0 0,0 0-1 0 0,0 0 1 0 0,1 0 0 0 0,1 0-1 0 0,0 0 1 0 0,4-15 0 0 0,0-18 5 0 0,20-123-15 0 0,-18 124-98 0 0,22-73 0 0 0,-29 117 68 0 0,1 0 0 0 0,-1 1 1 0 0,1-1-1 0 0,-1 0 1 0 0,1 0-1 0 0,0 0 0 0 0,0 1 1 0 0,0-1-1 0 0,0 0 0 0 0,0 1 1 0 0,0-1-1 0 0,0 1 0 0 0,1-1 1 0 0,-1 1-1 0 0,1-1 1 0 0,-1 1-1 0 0,1 0 0 0 0,-1 0 1 0 0,3-1-1 0 0,-2 1 3 0 0,0 1 0 0 0,-1 0 1 0 0,1-1-1 0 0,0 1 0 0 0,-1 0 0 0 0,1 0 0 0 0,0 0 0 0 0,0 0 1 0 0,-1 1-1 0 0,1-1 0 0 0,0 0 0 0 0,-1 1 0 0 0,1-1 0 0 0,-1 1 1 0 0,1 0-1 0 0,0-1 0 0 0,2 3 0 0 0,6 4 8 0 0,0 1-1 0 0,0 0 1 0 0,0 0 0 0 0,14 18-1 0 0,-12-14-5 0 0,58 66 70 0 0,63 93-1 0 0,-25-31 22 0 0,-51-59-19 0 0,-25-33 97 0 0,-12-7-104 0 0,-20-41-93 0 0,0 1 0 0 0,0-1 0 0 0,0 0 0 0 0,0 0 0 0 0,0 0 1 0 0,0 0-1 0 0,0 1 0 0 0,0-1 0 0 0,0 0 0 0 0,0 0 0 0 0,0 0 0 0 0,-1 1 0 0 0,1-1 1 0 0,0 0-1 0 0,0 0 0 0 0,0 0 0 0 0,0 0 0 0 0,0 1 0 0 0,0-1 0 0 0,0 0 1 0 0,0 0-1 0 0,0 0 0 0 0,-1 0 0 0 0,1 0 0 0 0,0 0 0 0 0,0 1 0 0 0,0-1 0 0 0,0 0 1 0 0,0 0-1 0 0,-1 0 0 0 0,1 0 0 0 0,0 0 0 0 0,0 0 0 0 0,0 0 0 0 0,0 0 0 0 0,-1 0 1 0 0,1 0-1 0 0,0 0 0 0 0,0 0 0 0 0,0 0 0 0 0,-1 0 0 0 0,1 0 0 0 0,0 0 0 0 0,0 0 1 0 0,0 0-1 0 0,0 0 0 0 0,-1 0 0 0 0,1 0 0 0 0,0 0 0 0 0,0 0 0 0 0,0 0 0 0 0,0 0 1 0 0,-1 0-1 0 0,1 0 0 0 0,0-1 0 0 0,-34-27-3851 0 0,19 15 1992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10.8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58 640 0 0,'0'0'576'0'0,"0"0"-60"0"0,0 0-52 0 0,25-10-56 0 0,-18 8-28 0 0,3-2-44 0 0,5-3-16 0 0,7 7-44 0 0,-3-4-16 0 0,2 2-56 0 0,1-4-84 0 0,-3 0-184 0 0,2 1-152 0 0,3 1-492 0 0,-3 0-760 0 0,2 0 340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11.8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446 158 452 0 0,'0'-9'438'0'0,"-1"-1"0"0"0,0 1 0 0 0,0 0 1 0 0,-1 0-1 0 0,0 0 0 0 0,0 0 0 0 0,-1 0 0 0 0,-1 1 0 0 0,1-1 0 0 0,-6-8 0 0 0,7 13-373 0 0,-1 1-1 0 0,1-1 0 0 0,0 1 0 0 0,-1 0 0 0 0,0 0 1 0 0,0 0-1 0 0,0 0 0 0 0,0 0 0 0 0,0 1 0 0 0,-1-1 0 0 0,1 1 1 0 0,-1 0-1 0 0,1 0 0 0 0,-1 0 0 0 0,0 0 0 0 0,0 1 1 0 0,0 0-1 0 0,0 0 0 0 0,0 0 0 0 0,0 0 0 0 0,0 0 0 0 0,0 1 1 0 0,0 0-1 0 0,-9 0 0 0 0,3 2 0 0 0,-1 0 0 0 0,1 1 1 0 0,-1 0-1 0 0,1 1 0 0 0,0 0 0 0 0,0 0 0 0 0,0 1 1 0 0,1 1-1 0 0,0 0 0 0 0,0 0 0 0 0,-16 14 1 0 0,-5 9 109 0 0,-46 54 0 0 0,62-66-120 0 0,5-7-22 0 0,1 1 0 0 0,0 0 0 0 0,0 0 0 0 0,1 1 0 0 0,0-1 0 0 0,1 2 0 0 0,-5 15 0 0 0,9-24-22 0 0,1 0-1 0 0,0 1 1 0 0,0-1-1 0 0,1 0 1 0 0,-1 1 0 0 0,1-1-1 0 0,0 1 1 0 0,0-1 0 0 0,1 0-1 0 0,-1 1 1 0 0,1-1 0 0 0,0 1-1 0 0,0-1 1 0 0,0 0-1 0 0,1 0 1 0 0,-1 0 0 0 0,1 0-1 0 0,0 0 1 0 0,1 0 0 0 0,-1 0-1 0 0,0-1 1 0 0,1 1 0 0 0,0-1-1 0 0,0 1 1 0 0,4 2-1 0 0,18 14 14 0 0,1-1 0 0 0,0-1 0 0 0,2-1 0 0 0,0-2-1 0 0,1-1 1 0 0,36 13 0 0 0,-17-7-1 0 0,47 28 0 0 0,-91-46-20 0 0,28 17 13 0 0,-1 1 0 0 0,41 34 0 0 0,-64-47-14 0 0,0 0 0 0 0,0 1 0 0 0,-1 0 0 0 0,0 1 0 0 0,-1-1 1 0 0,1 2-1 0 0,-2-1 0 0 0,1 0 0 0 0,-2 1 0 0 0,1 0 0 0 0,-1 0 1 0 0,5 20-1 0 0,-9-27-2 0 0,1-1 1 0 0,-1 0 0 0 0,0 1-1 0 0,0-1 1 0 0,0 0-1 0 0,0 1 1 0 0,-1-1 0 0 0,1 0-1 0 0,0 0 1 0 0,-1 1-1 0 0,0-1 1 0 0,1 0 0 0 0,-1 0-1 0 0,0 0 1 0 0,0 1-1 0 0,0-1 1 0 0,-2 2-1 0 0,-1 0 3 0 0,1 0 0 0 0,-1 0 0 0 0,0 0-1 0 0,0 0 1 0 0,0-1 0 0 0,0 0-1 0 0,-7 4 1 0 0,-5 2 1 0 0,0-1 1 0 0,-1-1-1 0 0,-28 8 0 0 0,13-6-223 0 0,0-1-1 0 0,0-1 1 0 0,0-2 0 0 0,-1-2-1 0 0,1 0 1 0 0,-62-5-1 0 0,92 2 51 0 0,0 0 0 0 0,1 0 0 0 0,-1 0 0 0 0,0 0 0 0 0,0 0 0 0 0,1-1 0 0 0,-1 1 0 0 0,0-1 0 0 0,1 1 0 0 0,-1-1 0 0 0,1 0 0 0 0,-1 0 0 0 0,1 1 0 0 0,-1-1 0 0 0,1 0 0 0 0,-1 0 0 0 0,1-1 0 0 0,0 1 0 0 0,-1 0 0 0 0,1 0 0 0 0,0-1 0 0 0,0 1 0 0 0,0 0 0 0 0,0-1 0 0 0,-1-2 0 0 0,1-5-1447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12.5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48 304 0 0,'29'9'2350'0'0,"-26"-6"-2169"0"0,1-1 0 0 0,-1 1-1 0 0,0 0 1 0 0,0 0 0 0 0,-1 0-1 0 0,1 0 1 0 0,-1 1 0 0 0,1-1 0 0 0,-1 1-1 0 0,2 5 1 0 0,17 43 414 0 0,-15-36-355 0 0,23 70 889 0 0,26 126 0 0 0,-51-194-997 0 0,5 43 463 0 0,-9-60-530 0 0,0-1-13 0 0,0 0-34 0 0,0 0-36 0 0,-1-5-18 0 0,-49-161-818 0 0,15 65 450 0 0,-27-62 31 0 0,58 155 364 0 0,0-1 50 0 0,0 1-1 0 0,0-1 0 0 0,1 0 1 0 0,0 0-1 0 0,0 0 1 0 0,-1-11-1 0 0,5 19-31 0 0,-1 0 0 0 0,0 0 0 0 0,1-1 0 0 0,-1 1 1 0 0,0 0-1 0 0,1 0 0 0 0,-1 0 0 0 0,1 0 0 0 0,0 0 0 0 0,-1-1 0 0 0,1 1 0 0 0,0 0 1 0 0,0 1-1 0 0,0-1 0 0 0,0 0 0 0 0,0 0 0 0 0,-1 0 0 0 0,2 0 0 0 0,-1 1 0 0 0,0-1 0 0 0,0 0 1 0 0,0 1-1 0 0,0-1 0 0 0,0 1 0 0 0,0 0 0 0 0,1-1 0 0 0,-1 1 0 0 0,0 0 0 0 0,0-1 1 0 0,1 1-1 0 0,1 0 0 0 0,46-2 57 0 0,-39 2-41 0 0,-1 0-18 0 0,0 1-1 0 0,1-1 1 0 0,-1 2 0 0 0,0-1 0 0 0,1 1 0 0 0,-1 1 0 0 0,0-1-1 0 0,12 7 1 0 0,-15-6-6 0 0,-1 0-1 0 0,-1 0 0 0 0,1 0 0 0 0,0 0 0 0 0,-1 1 1 0 0,1 0-1 0 0,-1 0 0 0 0,0 0 0 0 0,0 1 0 0 0,-1-1 1 0 0,0 1-1 0 0,1 0 0 0 0,-1 0 0 0 0,4 10 0 0 0,-1 29 68 0 0,-1-33-63 0 0,1 0 0 0 0,1 0 0 0 0,-1-1 0 0 0,1 0 0 0 0,1 0 0 0 0,0-1 0 0 0,1 0 0 0 0,-1 0 1 0 0,17 12-1 0 0,-16-13-1 0 0,18 13 9 0 0,-18-14-15 0 0,0 0 1 0 0,0 0 0 0 0,14 17-1 0 0,-21-21 3 0 0,0-1-1 0 0,0 1 0 0 0,-1 0 1 0 0,1 0-1 0 0,-1 0 0 0 0,1 0 1 0 0,-1 0-1 0 0,0 0 0 0 0,0 0 1 0 0,0 0-1 0 0,-1 0 0 0 0,1 1 1 0 0,-1-1-1 0 0,1 0 0 0 0,-1 1 0 0 0,0-1 1 0 0,-1 0-1 0 0,0 5 0 0 0,-1-1 8 0 0,0 0-1 0 0,0 0 1 0 0,-1 0-1 0 0,-1 0 0 0 0,1 0 1 0 0,-1-1-1 0 0,0 0 0 0 0,0 1 1 0 0,-1-2-1 0 0,-7 9 1 0 0,-8 6 38 0 0,-29 23 0 0 0,45-39-44 0 0,-18 13 13 0 0,-1-1-1 0 0,-1-1 0 0 0,-37 17 1 0 0,58-30-16 0 0,0-1-1 0 0,0 0 1 0 0,0 0 0 0 0,0 0 0 0 0,0 0 0 0 0,-1 0 0 0 0,-5 0 0 0 0,9-1-130 0 0,-1 0-1 0 0,0 0 1 0 0,0 0 0 0 0,0 0-1 0 0,0 0 1 0 0,0 0 0 0 0,0-1 0 0 0,1 1-1 0 0,-1 0 1 0 0,0 0 0 0 0,0-1-1 0 0,0 1 1 0 0,0-1 0 0 0,1 1 0 0 0,-1-1-1 0 0,0 1 1 0 0,1-1 0 0 0,-1 1 0 0 0,0-1-1 0 0,1 0 1 0 0,-1 1 0 0 0,0-1-1 0 0,1 0 1 0 0,-1 1 0 0 0,1-1 0 0 0,0 0-1 0 0,-1 0 1 0 0,1 0 0 0 0,0 1-1 0 0,-1-1 1 0 0,1 0 0 0 0,0-1 0 0 0,-2-12-1931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14.6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73 105 180 0 0,'-14'-4'1343'0'0,"9"3"-781"0"0,-1-1 0 0 0,1 1 1 0 0,-1 0-1 0 0,1 0 0 0 0,-1 0 1 0 0,0 1-1 0 0,1 0 1 0 0,-7 1-1 0 0,9-1-483 0 0,3 0 5 0 0,5 1 9 0 0,48 8 79 0 0,0-3 1 0 0,0-2-1 0 0,59-3 1 0 0,165-20-13 0 0,-9-27-6 0 0,5 0-765 0 0,-264 45 406 0 0,-3-1-106 0 0,0 1 1 0 0,0 1-1 0 0,0-1 0 0 0,0 1 1 0 0,0 0-1 0 0,1 1 0 0 0,-1-1 1 0 0,0 1-1 0 0,0 0 1 0 0,0 1-1 0 0,7 2 0 0 0,-7 3-1549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17.0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509 124 188 0 0,'-2'-6'186'0'0,"0"0"-1"0"0,0 1 1 0 0,0-1-1 0 0,-1 0 1 0 0,0 1-1 0 0,0-1 1 0 0,0 1-1 0 0,-1 0 1 0 0,0 0-1 0 0,0 0 1 0 0,0 0-1 0 0,0 1 1 0 0,-1 0-1 0 0,0 0 1 0 0,0 0 0 0 0,0 0-1 0 0,0 1 1 0 0,0 0-1 0 0,-1 0 1 0 0,1 0-1 0 0,-10-2 1 0 0,-6-1 131 0 0,12 2-195 0 0,-1 2 0 0 0,1-1-1 0 0,-1 1 1 0 0,1 0-1 0 0,-1 1 1 0 0,1 0 0 0 0,-1 1-1 0 0,-17 1 1 0 0,17 1-71 0 0,0 1 0 0 0,1 0 0 0 0,-1 0 0 0 0,1 1 0 0 0,0 0 0 0 0,0 0 0 0 0,0 1 0 0 0,0 1 0 0 0,1-1 0 0 0,0 1 0 0 0,0 1 0 0 0,1-1 0 0 0,-1 1 0 0 0,1 1 0 0 0,1-1 0 0 0,0 1 0 0 0,0 1 0 0 0,0-1 0 0 0,1 1 0 0 0,0-1 0 0 0,-4 12 0 0 0,4-8-10 0 0,0 1 1 0 0,0 0-1 0 0,1 0 0 0 0,0 0 1 0 0,1 1-1 0 0,1-1 0 0 0,0 1 0 0 0,1-1 1 0 0,1 1-1 0 0,0 0 0 0 0,0-1 1 0 0,1 1-1 0 0,1 0 0 0 0,1-1 0 0 0,4 16 1 0 0,-2-16-11 0 0,1-1 0 0 0,1 0 1 0 0,-1-1-1 0 0,2 1 1 0 0,0-1-1 0 0,0-1 0 0 0,1 0 1 0 0,0 0-1 0 0,1 0 1 0 0,17 13-1 0 0,14 6 42 0 0,67 37-1 0 0,-58-37-30 0 0,5 3 4 0 0,-12-8 11 0 0,42 31 0 0 0,-75-48-45 0 0,0 1 0 0 0,0 1 0 0 0,-1-1 0 0 0,0 1 0 0 0,-1 1-1 0 0,1 0 1 0 0,-2 0 0 0 0,0 0 0 0 0,7 15 0 0 0,-12-20-2 0 0,0 0 0 0 0,0 0 0 0 0,-1 0 0 0 0,0 0 0 0 0,0 0 1 0 0,0 1-1 0 0,-1-1 0 0 0,0 0 0 0 0,0 0 0 0 0,0 1 0 0 0,0-1 0 0 0,-1 0 0 0 0,0 0 0 0 0,0 0 0 0 0,0 0 0 0 0,-1 0 0 0 0,0 0 0 0 0,0 0 0 0 0,0 0 0 0 0,-1-1 1 0 0,1 1-1 0 0,-1-1 0 0 0,0 1 0 0 0,0-1 0 0 0,-1 0 0 0 0,-5 6 0 0 0,-5 3 46 0 0,-1 0-1 0 0,0 0 1 0 0,0-2 0 0 0,-1 0-1 0 0,-32 16 1 0 0,32-19-12 0 0,0-2 1 0 0,0 0-1 0 0,0-1 0 0 0,-1-1 1 0 0,0 0-1 0 0,-33 2 0 0 0,13-4 33 0 0,0-2-1 0 0,-41-5 1 0 0,63 3-100 0 0,1 0 0 0 0,0-1 1 0 0,0 0-1 0 0,0-2 0 0 0,1 1 1 0 0,-1-2-1 0 0,1 0 0 0 0,-16-9 1 0 0,23 11-35 0 0,0 0 0 0 0,0 0 1 0 0,1 0-1 0 0,-1-1 1 0 0,1 1-1 0 0,0-2 0 0 0,0 1 1 0 0,1 0-1 0 0,0-1 0 0 0,0 0 1 0 0,0 0-1 0 0,0 0 0 0 0,1 0 1 0 0,0-1-1 0 0,0 1 0 0 0,1-1 1 0 0,0 0-1 0 0,-2-10 0 0 0,2 4-332 0 0,1 1 0 0 0,1-1 0 0 0,0 0 0 0 0,1 1 1 0 0,1-1-1 0 0,0 1 0 0 0,0-1 0 0 0,1 1 0 0 0,0 0 0 0 0,1 0 0 0 0,8-15 0 0 0,7-12-1565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17.5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94 18 312 0 0,'25'-18'3025'0'0,"-17"44"-1825"0"0,-56 154 871 0 0,-11 47-594 0 0,52-191-1128 0 0,1 1 0 0 0,0 53 0 0 0,16-127 156 0 0,5-29-497 0 0,-3-9-74 0 0,22-177-962 0 0,-32 233 850 0 0,0 0 0 0 0,0 0-1 0 0,2 0 1 0 0,0 1 0 0 0,14-34 0 0 0,-18 51 172 0 0,0 1 1 0 0,1-1-1 0 0,-1 1 1 0 0,1-1-1 0 0,-1 1 0 0 0,0 0 1 0 0,1-1-1 0 0,-1 1 0 0 0,1 0 1 0 0,-1-1-1 0 0,1 1 1 0 0,-1 0-1 0 0,1-1 0 0 0,-1 1 1 0 0,1 0-1 0 0,0 0 1 0 0,-1 0-1 0 0,1 0 0 0 0,-1-1 1 0 0,1 1-1 0 0,-1 0 1 0 0,1 0-1 0 0,0 0 0 0 0,-1 0 1 0 0,1 0-1 0 0,-1 0 0 0 0,1 0 1 0 0,0 1-1 0 0,-1-1 1 0 0,1 0-1 0 0,-1 0 0 0 0,1 0 1 0 0,-1 1-1 0 0,1-1 1 0 0,-1 0-1 0 0,1 1 0 0 0,-1-1 1 0 0,1 0-1 0 0,-1 1 0 0 0,1-1 1 0 0,-1 0-1 0 0,1 1 1 0 0,0 0-1 0 0,21 22-8 0 0,2 11 97 0 0,-3 0 1 0 0,25 52 0 0 0,11 19 161 0 0,104 136 376 0 0,-144-216-567 0 0,23 47 0 0 0,-50-81-892 0 0,0 0-1 0 0,-1 0 1 0 0,-12-7 0 0 0,-8-7-1028 0 0,-4-6 51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17.8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1 108 224 0 0,'0'1'101'0'0,"0"0"0"0"0,0 0-1 0 0,0 0 1 0 0,0 0 0 0 0,0 0 0 0 0,1 0 0 0 0,-1-1-1 0 0,0 1 1 0 0,1 0 0 0 0,-1 0 0 0 0,0 0-1 0 0,1 0 1 0 0,-1 0 0 0 0,1 0 0 0 0,0-1 0 0 0,-1 1-1 0 0,1 0 1 0 0,-1 0 0 0 0,1-1 0 0 0,0 1-1 0 0,0 0 1 0 0,-1-1 0 0 0,2 1 0 0 0,1 0 23 0 0,-1 1 0 0 0,1-2 1 0 0,-1 1-1 0 0,1 0 0 0 0,-1 0 1 0 0,1-1-1 0 0,0 1 0 0 0,4-1 0 0 0,7 0 144 0 0,0-1 0 0 0,24-4 0 0 0,-28 3-10 0 0,75-16 706 0 0,135-46 0 0 0,-107 28-1654 0 0,-71 29-2293 0 0,-26 5 1249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18.2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304 169 160 0 0,'0'-10'444'0'0,"1"-6"115"0"0,-1 0 1 0 0,-1 0-1 0 0,0 0 0 0 0,-1 0 1 0 0,-1 1-1 0 0,-8-28 0 0 0,10 42-519 0 0,1 0 0 0 0,-1-1 1 0 0,1 1-1 0 0,-1 0 0 0 0,1 0 0 0 0,-1 0 0 0 0,0 0 0 0 0,0 0 0 0 0,0 0 1 0 0,0 0-1 0 0,0 0 0 0 0,0 0 0 0 0,0 0 0 0 0,0 0 0 0 0,0 1 1 0 0,0-1-1 0 0,0 0 0 0 0,0 1 0 0 0,0-1 0 0 0,-1 1 0 0 0,1-1 0 0 0,-3 0 1 0 0,2 1 1 0 0,-1 0 0 0 0,1 0 1 0 0,-1 0-1 0 0,1 1 1 0 0,-1-1-1 0 0,1 1 1 0 0,-1-1-1 0 0,1 1 0 0 0,-1 0 1 0 0,1-1-1 0 0,-3 3 1 0 0,-2 0 10 0 0,0 1 0 0 0,1 0 1 0 0,0 0-1 0 0,0 1 0 0 0,0 0 1 0 0,0 0-1 0 0,-5 6 1 0 0,-4 7 33 0 0,1 2 0 0 0,0-1 0 0 0,2 2 0 0 0,0-1 0 0 0,1 2 0 0 0,-14 40 0 0 0,22-53-64 0 0,1-1-1 0 0,0 1 1 0 0,0 0 0 0 0,1-1 0 0 0,0 1 0 0 0,0 0 0 0 0,1 0 0 0 0,0 0 0 0 0,0 0 0 0 0,1 0 0 0 0,1 0 0 0 0,0-1 0 0 0,0 1 0 0 0,0 0 0 0 0,1-1-1 0 0,0 0 1 0 0,1 0 0 0 0,0 0 0 0 0,0 0 0 0 0,1 0 0 0 0,6 8 0 0 0,13 10 41 0 0,2-1 1 0 0,1-2-1 0 0,1 0 1 0 0,1-2-1 0 0,54 30 1 0 0,-51-32-24 0 0,0 1 1 0 0,-1 2 0 0 0,-1 1-1 0 0,50 50 1 0 0,-75-68-39 0 0,0 0 1 0 0,-1 1 0 0 0,0 0-1 0 0,1 0 1 0 0,-2 0 0 0 0,1 0-1 0 0,-1 1 1 0 0,0-1-1 0 0,0 1 1 0 0,-1 0 0 0 0,0 0-1 0 0,0 0 1 0 0,-1 0 0 0 0,0 0-1 0 0,0 0 1 0 0,0 0 0 0 0,-1 0-1 0 0,0 1 1 0 0,-1-1 0 0 0,1 0-1 0 0,-1 0 1 0 0,-1 0-1 0 0,1 0 1 0 0,-1 0 0 0 0,-1 0-1 0 0,1 0 1 0 0,-1 0 0 0 0,0-1-1 0 0,-1 0 1 0 0,1 1 0 0 0,-1-1-1 0 0,-1 0 1 0 0,1-1 0 0 0,-1 1-1 0 0,0-1 1 0 0,-10 8-1 0 0,0 0 20 0 0,-1-2-1 0 0,-1 0 1 0 0,1 0-1 0 0,-2-2 1 0 0,1 0-1 0 0,-2-1 0 0 0,-33 10 1 0 0,25-11 7 0 0,1 0 0 0 0,-1-2 0 0 0,0-2 0 0 0,0 0 0 0 0,-29-1 0 0 0,45-2-32 0 0,-1-1 1 0 0,0 0 0 0 0,1 0-1 0 0,-1-1 1 0 0,1-1 0 0 0,0 0-1 0 0,-17-7 1 0 0,25 9-94 0 0,1-1 0 0 0,-1 1 0 0 0,0-1 1 0 0,1 0-1 0 0,-1 1 0 0 0,1-1 0 0 0,-1 0 0 0 0,1-1 0 0 0,0 1 1 0 0,0 0-1 0 0,0 0 0 0 0,0-1 0 0 0,0 0 0 0 0,1 1 0 0 0,-1-1 1 0 0,1 0-1 0 0,0 0 0 0 0,0 1 0 0 0,0-1 0 0 0,0 0 0 0 0,0 0 1 0 0,0 0-1 0 0,1 0 0 0 0,0-1 0 0 0,-1 1 0 0 0,1 0 0 0 0,0 0 1 0 0,1 0-1 0 0,-1 0 0 0 0,0 0 0 0 0,1 0 0 0 0,1-4 0 0 0,4-12-1966 0 0,2-4 158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18.8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71 292 0 0,'0'-1'154'0'0,"1"0"0"0"0,0 1 0 0 0,-1-1 0 0 0,1 1 0 0 0,0-1 1 0 0,0 1-1 0 0,0-1 0 0 0,0 1 0 0 0,-1 0 0 0 0,1-1 0 0 0,0 1 0 0 0,0 0 0 0 0,0 0 0 0 0,0 0 0 0 0,0-1 1 0 0,1 1-1 0 0,2 2-5 0 0,-1 1 1 0 0,1-1-1 0 0,-1 1 1 0 0,0-1 0 0 0,0 1-1 0 0,0 0 1 0 0,0 0 0 0 0,-1 0-1 0 0,1 0 1 0 0,-1 1 0 0 0,0-1-1 0 0,4 8 1 0 0,21 56 873 0 0,-12-27-600 0 0,8 12 97 0 0,-6-9-178 0 0,2-1 1 0 0,2-1-1 0 0,2-1 0 0 0,37 50 1 0 0,-59-88-330 0 0,1 0 1 0 0,0 1-1 0 0,0-1 1 0 0,-1-1-1 0 0,1 1 0 0 0,1 0 1 0 0,-1 0-1 0 0,0-1 1 0 0,0 1-1 0 0,1-1 1 0 0,-1 0-1 0 0,0 0 0 0 0,5 2 1 0 0,-11-23-136 0 0,0 3 13 0 0,-2 1 0 0 0,0 0 0 0 0,0 0 0 0 0,-2 1 0 0 0,0-1 0 0 0,-1 2 0 0 0,-11-15 0 0 0,1-2-105 0 0,-133-226-771 0 0,148 252 1000 0 0,1 1 0 0 0,1-1 0 0 0,-1 0 0 0 0,1 0 1 0 0,-1 0-1 0 0,1 0 0 0 0,1 0 0 0 0,-2-6 0 0 0,3 9 0 0 0,0 1-1 0 0,0-1 0 0 0,0 1 1 0 0,0 0-1 0 0,0-1 1 0 0,1 1-1 0 0,-1 0 0 0 0,0-1 1 0 0,1 1-1 0 0,-1 0 1 0 0,1-1-1 0 0,0 1 0 0 0,-1 0 1 0 0,1 0-1 0 0,0 0 1 0 0,0-1-1 0 0,0 1 1 0 0,-1 0-1 0 0,1 0 0 0 0,0 0 1 0 0,1 0-1 0 0,-1 1 1 0 0,0-1-1 0 0,0 0 0 0 0,0 0 1 0 0,0 1-1 0 0,1-1 1 0 0,-1 1-1 0 0,0-1 0 0 0,1 1 1 0 0,-1-1-1 0 0,0 1 1 0 0,1 0-1 0 0,-1-1 0 0 0,0 1 1 0 0,3 0-1 0 0,25-6 128 0 0,1 2 1 0 0,0 0-1 0 0,52 2 0 0 0,-74 2-130 0 0,0 0 1 0 0,-1 1-1 0 0,1 0 1 0 0,0 1 0 0 0,-1-1-1 0 0,1 1 1 0 0,-1 1-1 0 0,0 0 1 0 0,0 0 0 0 0,0 0-1 0 0,0 1 1 0 0,0 0-1 0 0,-1 0 1 0 0,1 0-1 0 0,-1 1 1 0 0,0 0 0 0 0,-1 1-1 0 0,1-1 1 0 0,8 12-1 0 0,-12-14-8 0 0,-1 0 0 0 0,1 0-1 0 0,-1 0 1 0 0,0 0-1 0 0,1 0 1 0 0,-1 0 0 0 0,0 0-1 0 0,-1 0 1 0 0,1 0-1 0 0,-1 1 1 0 0,1-1 0 0 0,-1 0-1 0 0,0 0 1 0 0,0 1-1 0 0,0-1 1 0 0,-1 0 0 0 0,0 4-1 0 0,-1-1 10 0 0,0-1 0 0 0,0 1 0 0 0,0-1 1 0 0,-1 0-1 0 0,1 0 0 0 0,-1 0 0 0 0,-1 0 0 0 0,1-1 0 0 0,-5 6 0 0 0,-3 1 54 0 0,-1 0-1 0 0,0-1 0 0 0,0-1 1 0 0,-1 0-1 0 0,0 0 1 0 0,-19 9-1 0 0,0-4 360 0 0,-55 17 0 0 0,86-30-344 0 0,1-1-17 0 0,0 0-26 0 0,7-2-10 0 0,16-1-64 0 0,0 0 0 0 0,0 2-1 0 0,0 0 1 0 0,0 2 0 0 0,33 4 0 0 0,-43-3-7 0 0,-1 1-1 0 0,1 0 0 0 0,-1 1 1 0 0,0 0-1 0 0,13 7 1 0 0,-19-8 17 0 0,0 0 1 0 0,-1 0-1 0 0,1 1 1 0 0,-1 0-1 0 0,0 0 0 0 0,0 0 1 0 0,-1 1-1 0 0,1 0 1 0 0,-1-1-1 0 0,0 2 1 0 0,4 5-1 0 0,-7-9 15 0 0,0 1-1 0 0,1 0 0 0 0,-1-1 1 0 0,0 1-1 0 0,0 0 0 0 0,0 0 1 0 0,-1 0-1 0 0,1 0 0 0 0,-1 0 1 0 0,0 0-1 0 0,0 0 0 0 0,0 0 1 0 0,0 0-1 0 0,0 0 0 0 0,0 0 1 0 0,-2 6-1 0 0,0-4 12 0 0,0 0-1 0 0,0 0 0 0 0,0-1 1 0 0,-1 1-1 0 0,0 0 0 0 0,0-1 1 0 0,0 1-1 0 0,0-1 1 0 0,-5 4-1 0 0,3-2-64 0 0,-1 0 0 0 0,0-1 0 0 0,-1 0 0 0 0,1 0 0 0 0,-1-1 0 0 0,0 1-1 0 0,0-2 1 0 0,0 1 0 0 0,-1-1 0 0 0,1 0 0 0 0,-1 0 0 0 0,-12 2 0 0 0,17-5-204 0 0,1 0-1 0 0,0 0 1 0 0,0 0 0 0 0,-1 0-1 0 0,1 0 1 0 0,0 0 0 0 0,0-1-1 0 0,-1 1 1 0 0,1-1-1 0 0,0 0 1 0 0,0 1 0 0 0,0-1-1 0 0,0 0 1 0 0,0 0 0 0 0,-3-2-1 0 0,-2-5-1801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21.1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484 323 504 0 0,'27'-90'2895'0'0,"-25"79"-2694"0"0,-2 0 1 0 0,1 0-1 0 0,-1 0 1 0 0,-1 0-1 0 0,0 0 1 0 0,-1 0-1 0 0,0 0 1 0 0,-1 0-1 0 0,0 0 0 0 0,0 1 1 0 0,-1 0-1 0 0,0-1 1 0 0,-12-17-1 0 0,14 24-156 0 0,-1-1-1 0 0,0 1 0 0 0,0 0 1 0 0,-1 0-1 0 0,1 0 1 0 0,-1 0-1 0 0,0 0 0 0 0,0 1 1 0 0,0 0-1 0 0,0 0 0 0 0,-1 0 1 0 0,1 0-1 0 0,-1 1 1 0 0,1-1-1 0 0,-1 1 0 0 0,0 0 1 0 0,0 1-1 0 0,0-1 1 0 0,-1 1-1 0 0,1 0 0 0 0,0 1 1 0 0,0-1-1 0 0,0 1 1 0 0,-1 0-1 0 0,1 0 0 0 0,0 0 1 0 0,0 1-1 0 0,-1 0 1 0 0,1 0-1 0 0,-9 3 0 0 0,-5 4 26 0 0,0 0 1 0 0,1 1-1 0 0,0 1 0 0 0,0 1 0 0 0,1 0 0 0 0,0 1 0 0 0,2 1 0 0 0,-1 0 0 0 0,1 2 0 0 0,-19 22 0 0 0,18-16-10 0 0,1 0 0 0 0,1 0-1 0 0,1 2 1 0 0,0 0-1 0 0,2 0 1 0 0,1 1-1 0 0,-14 46 1 0 0,22-62-50 0 0,1 0 0 0 0,0 0-1 0 0,0-1 1 0 0,1 1 0 0 0,0 0 0 0 0,0 0 0 0 0,1 0 0 0 0,0 0-1 0 0,1 0 1 0 0,-1 0 0 0 0,2-1 0 0 0,-1 1 0 0 0,1-1 0 0 0,0 0 0 0 0,0 1-1 0 0,1-1 1 0 0,0 0 0 0 0,0-1 0 0 0,1 1 0 0 0,0-1 0 0 0,0 0-1 0 0,0 0 1 0 0,11 8 0 0 0,3 2-5 0 0,0-1 0 0 0,1 0 0 0 0,1-2 0 0 0,0-1 0 0 0,1 0 0 0 0,30 11 0 0 0,8 1-24 0 0,165 74-246 0 0,-219-95 244 0 0,0 0 1 0 0,0 0-1 0 0,0 1 0 0 0,-1 0 1 0 0,0 0-1 0 0,1 0 0 0 0,-1 1 1 0 0,-1 0-1 0 0,1 0 0 0 0,-1 0 1 0 0,7 11-1 0 0,-9-13 16 0 0,-1 1 0 0 0,1-1 0 0 0,-1 1 0 0 0,-1 0 0 0 0,1-1 0 0 0,0 1 0 0 0,-1 0 0 0 0,0-1 0 0 0,1 1 0 0 0,-2 0 0 0 0,1-1 0 0 0,0 1 0 0 0,-1 0 0 0 0,0-1 0 0 0,1 1 0 0 0,-1 0 0 0 0,-1-1 0 0 0,1 1 0 0 0,0-1 0 0 0,-1 0 0 0 0,0 1 0 0 0,0-1 0 0 0,-3 4 0 0 0,-2 3 20 0 0,-1-1 0 0 0,-1 1 0 0 0,0-1 0 0 0,0-1 0 0 0,0 1 0 0 0,-1-2 0 0 0,-18 12 0 0 0,2-4 54 0 0,-1-1 0 0 0,-31 12 0 0 0,42-20-8 0 0,-1 0 0 0 0,1-2 0 0 0,-1 0 1 0 0,0-1-1 0 0,-1-1 0 0 0,-23 1 0 0 0,34-3-160 0 0,1 0-1 0 0,0-1 1 0 0,0 0 0 0 0,0 0-1 0 0,0 0 1 0 0,0-1-1 0 0,0 0 1 0 0,0 0 0 0 0,-9-5-1 0 0,12 5-139 0 0,0 0 0 0 0,0 0 0 0 0,0 0 0 0 0,1-1 0 0 0,-1 1 0 0 0,1-1 1 0 0,0 0-1 0 0,-1 1 0 0 0,1-1 0 0 0,1 0 0 0 0,-1 0 0 0 0,0 0 0 0 0,1-1 0 0 0,-1 1 0 0 0,1 0 0 0 0,0-1 0 0 0,0 1 0 0 0,-1-5 0 0 0,0-10-1832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21.5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15 669 144 0 0,'0'0'77'0'0,"0"0"-1"0"0,0 0 1 0 0,0 0-1 0 0,0 0 1 0 0,-1 0 0 0 0,1 0-1 0 0,0 0 1 0 0,0 0-1 0 0,0 1 1 0 0,0-1 0 0 0,0 0-1 0 0,-1 0 1 0 0,1 0 0 0 0,0 0-1 0 0,0 0 1 0 0,0 0-1 0 0,0 0 1 0 0,-1 0 0 0 0,1 0-1 0 0,0 0 1 0 0,0 0-1 0 0,0 0 1 0 0,-1 0 0 0 0,1 0-1 0 0,0 0 1 0 0,0 0-1 0 0,0 0 1 0 0,0-1 0 0 0,-1 1-1 0 0,1 0 1 0 0,0 0-1 0 0,0 0 1 0 0,0 0 0 0 0,0 0-1 0 0,0 0 1 0 0,-1 0-1 0 0,1 0 1 0 0,0-1 0 0 0,0 1-1 0 0,0 0 1 0 0,0 0-1 0 0,0 0 1 0 0,0 0 0 0 0,0 0-1 0 0,0-1 1 0 0,-5-12 774 0 0,1-15-400 0 0,8-28 174 0 0,1 0 1 0 0,20-81-1 0 0,-21 118-537 0 0,12-54 125 0 0,4 0 0 0 0,30-76 0 0 0,-50 149-213 0 0,20-40 99 0 0,-19 38-92 0 0,-1 1 0 0 0,1-1 0 0 0,1 1 0 0 0,-1-1 0 0 0,0 1 0 0 0,0 0 0 0 0,0-1 0 0 0,1 1 0 0 0,-1 0 0 0 0,1 0 0 0 0,-1 0 0 0 0,1 0 0 0 0,-1 0 0 0 0,1 0 0 0 0,-1 0 0 0 0,1 1 0 0 0,0-1 0 0 0,-1 1 0 0 0,1-1 0 0 0,3 0 0 0 0,-4 2-4 0 0,1 0-1 0 0,-1 0 1 0 0,0 0 0 0 0,0 0 0 0 0,0 0 0 0 0,1 0-1 0 0,-1 0 1 0 0,0 0 0 0 0,0 1 0 0 0,-1-1 0 0 0,1 0-1 0 0,0 1 1 0 0,0-1 0 0 0,0 3 0 0 0,1-2 3 0 0,10 21 33 0 0,-1 0 1 0 0,-1 0 0 0 0,-1 1-1 0 0,9 38 1 0 0,-5-16 8 0 0,5 14 47 0 0,3-1-1 0 0,2-1 1 0 0,39 68-1 0 0,-44-93-61 0 0,-6-11 8 0 0,1 0 0 0 0,0-2 0 0 0,31 36 0 0 0,-42-53-230 0 0,-2-3-211 0 0,-77-72-2393 0 0,45 47 783 0 0,2 5 154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21.8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0 137 180 0 0,'0'0'764'0'0,"26"-6"-64"0"0,-11-1-104 0 0,4 1-40 0 0,9-8-80 0 0,2 1-44 0 0,0 2-28 0 0,10-7-64 0 0,1 5-84 0 0,-1-4-148 0 0,-10 5-136 0 0,2 4-180 0 0,-2 3-556 0 0,-9 1-828 0 0,1 2 368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22.1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1 344 0 0,'0'0'272'0'0,"0"0"-28"0"0,0 0-72 0 0,0 0-68 0 0,0 0-60 0 0,0 0-124 0 0,0 0-108 0 0,0 0-192 0 0,0 0 84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22.4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322 87 396 0 0,'1'-2'156'0'0,"0"-1"-1"0"0,-1 1 1 0 0,1-1-1 0 0,-1 0 1 0 0,0 1 0 0 0,0-1-1 0 0,0 1 1 0 0,0-1-1 0 0,0 0 1 0 0,-1 1 0 0 0,1-1-1 0 0,-1 1 1 0 0,1-1-1 0 0,-1 1 1 0 0,0-1 0 0 0,0 1-1 0 0,0 0 1 0 0,0-1-1 0 0,-1 1 1 0 0,1 0-1 0 0,0 0 1 0 0,-1 0 0 0 0,0 0-1 0 0,1 0 1 0 0,-1 0-1 0 0,0 0 1 0 0,0 1 0 0 0,0-1-1 0 0,0 1 1 0 0,-1-1-1 0 0,1 1 1 0 0,-3-1 0 0 0,0-1-70 0 0,0 1 1 0 0,-1 0 0 0 0,1 0-1 0 0,-1 1 1 0 0,1 0 0 0 0,-1 0-1 0 0,0 0 1 0 0,0 0 0 0 0,1 1-1 0 0,-1 0 1 0 0,0 0 0 0 0,0 1-1 0 0,-7 1 1 0 0,1 1-31 0 0,0 1-1 0 0,1 0 1 0 0,0 0 0 0 0,-1 1 0 0 0,2 1-1 0 0,-1 0 1 0 0,1 0 0 0 0,0 1 0 0 0,0 0-1 0 0,0 1 1 0 0,1 0 0 0 0,0 1 0 0 0,1 0-1 0 0,0 0 1 0 0,1 0 0 0 0,0 1 0 0 0,0 1-1 0 0,1-1 1 0 0,0 1 0 0 0,-6 15 0 0 0,11-22-47 0 0,0 0 0 0 0,0 0 0 0 0,1 0 0 0 0,-1 0 1 0 0,1 0-1 0 0,0 1 0 0 0,0-1 0 0 0,0 0 0 0 0,0 0 0 0 0,1 0 1 0 0,0 1-1 0 0,0-1 0 0 0,0 0 0 0 0,0 0 0 0 0,1 0 1 0 0,-1-1-1 0 0,1 1 0 0 0,0 0 0 0 0,0 0 0 0 0,1-1 0 0 0,-1 0 1 0 0,1 1-1 0 0,-1-1 0 0 0,1 0 0 0 0,3 3 0 0 0,10 7 11 0 0,-1 0 1 0 0,2-1-1 0 0,33 20 0 0 0,-34-23-7 0 0,107 55 9 0 0,-80-44-2 0 0,59 37-1 0 0,-77-41-9 0 0,-4-3-18 0 0,-1 0-1 0 0,-1 2 1 0 0,30 27-1 0 0,-46-38 8 0 0,1-1-1 0 0,-1 1 1 0 0,1 0-1 0 0,-1 0 0 0 0,0 0 1 0 0,-1 1-1 0 0,1-1 1 0 0,-1 1-1 0 0,0-1 0 0 0,0 1 1 0 0,0 0-1 0 0,-1 0 1 0 0,1 0-1 0 0,-1 0 0 0 0,-1 0 1 0 0,1 0-1 0 0,-1 0 1 0 0,1 0-1 0 0,-1 1 0 0 0,-1-1 1 0 0,1 0-1 0 0,-1 0 1 0 0,-1 5-1 0 0,-1-3 8 0 0,-1 1 0 0 0,1-2 0 0 0,-1 1 0 0 0,0 0 0 0 0,-1-1 1 0 0,0 0-1 0 0,0 0 0 0 0,0 0 0 0 0,-1-1 0 0 0,1 1 0 0 0,-1-1 0 0 0,-1-1 0 0 0,1 1 0 0 0,-8 3 0 0 0,-7 4 49 0 0,-1-1 0 0 0,0 0-1 0 0,-28 8 1 0 0,28-12-11 0 0,-1-1-1 0 0,0-1 0 0 0,0-1 1 0 0,0-1-1 0 0,-1-1 1 0 0,-40-1-1 0 0,58-2-54 0 0,-1 1 0 0 0,1-1 1 0 0,-1-1-1 0 0,1 1 0 0 0,-1-1 0 0 0,1 0 0 0 0,0-1 0 0 0,0 1 1 0 0,0-1-1 0 0,0 0 0 0 0,0-1 0 0 0,-8-6 0 0 0,11 7-56 0 0,0 0 0 0 0,0-1-1 0 0,1 1 1 0 0,-1 0 0 0 0,1-1-1 0 0,0 1 1 0 0,0-1-1 0 0,0 0 1 0 0,0 0 0 0 0,1 0-1 0 0,0 0 1 0 0,-1 0 0 0 0,1 0-1 0 0,1 0 1 0 0,-1 0-1 0 0,1 0 1 0 0,0-1 0 0 0,-1 1-1 0 0,2 0 1 0 0,0-7 0 0 0,0 1-248 0 0,-1 3-342 0 0,1-1-1 0 0,1 1 1 0 0,-1-1-1 0 0,5-10 1 0 0,9-15-1426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22.9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 67 636 0 0,'3'0'168'0'0,"0"0"-1"0"0,-1 1 1 0 0,1-1-1 0 0,0 1 1 0 0,-1 0-1 0 0,1-1 1 0 0,-1 1-1 0 0,1 0 1 0 0,-1 0-1 0 0,1 1 1 0 0,-1-1-1 0 0,0 0 1 0 0,0 1-1 0 0,1 0 1 0 0,-1-1-1 0 0,0 1 1 0 0,0 0 0 0 0,-1 0-1 0 0,1 0 1 0 0,0 0-1 0 0,1 3 1 0 0,6 7 292 0 0,-1 0-1 0 0,11 20 1 0 0,31 55 727 0 0,26 53 78 0 0,-67-110-1232 0 0,-8-29-127 0 0,-1-1-50 0 0,0 0-47 0 0,0 0-27 0 0,0 0-31 0 0,-4-3-35 0 0,-5-4 94 0 0,1-1 0 0 0,0 1-1 0 0,0-1 1 0 0,1-1 0 0 0,0 1 0 0 0,0-1 0 0 0,-8-15 0 0 0,-74-114-682 0 0,80 120 1024 0 0,-2 0 0 0 0,0 0 1 0 0,-1 1-1 0 0,-15-16 0 0 0,27 33-134 0 0,-1-1 0 0 0,1 1 1 0 0,-1 0-1 0 0,1-1 0 0 0,-1 0 0 0 0,1 1 1 0 0,-1-1-1 0 0,1 1 0 0 0,0-1 0 0 0,-1 1 1 0 0,1-1-1 0 0,0 0 0 0 0,0 1 0 0 0,0-1 1 0 0,-1 0-1 0 0,1 1 0 0 0,0-1 0 0 0,0 0 1 0 0,0 1-1 0 0,0-1 0 0 0,0 0 0 0 0,0 1 1 0 0,0-1-1 0 0,0 0 0 0 0,0 1 0 0 0,1-1 1 0 0,-1 0-1 0 0,0 1 0 0 0,0-1 0 0 0,1 0 1 0 0,-1 1-1 0 0,0-1 0 0 0,1 1 0 0 0,-1-1 1 0 0,0 1-1 0 0,1-1 0 0 0,-1 0 0 0 0,1 1 1 0 0,-1 0-1 0 0,1-1 0 0 0,-1 1 0 0 0,1-1 1 0 0,-1 1-1 0 0,1 0 0 0 0,0-1 0 0 0,-1 1 1 0 0,1 0-1 0 0,-1-1 0 0 0,2 1 0 0 0,39-13 473 0 0,-29 10-445 0 0,15-7 42 0 0,0 2 0 0 0,1 0 0 0 0,0 2-1 0 0,1 2 1 0 0,38-2 0 0 0,-63 5-87 0 0,0 1 0 0 0,0 1 0 0 0,-1-1 0 0 0,1 0-1 0 0,0 1 1 0 0,-1 0 0 0 0,1 0 0 0 0,0 0 0 0 0,-1 0 0 0 0,1 1 0 0 0,-1-1 0 0 0,0 1 0 0 0,1 0-1 0 0,-1 0 1 0 0,0 0 0 0 0,3 3 0 0 0,-4-3-4 0 0,-1 0-1 0 0,0 0 1 0 0,1 0-1 0 0,-1 0 1 0 0,0 0-1 0 0,0 0 1 0 0,-1 0-1 0 0,1 0 1 0 0,0 0-1 0 0,-1 1 1 0 0,1-1-1 0 0,-1 0 1 0 0,0 0 0 0 0,0 1-1 0 0,0-1 1 0 0,0 0-1 0 0,0 1 1 0 0,0-1-1 0 0,0 0 1 0 0,-1 0-1 0 0,1 1 1 0 0,-1-1-1 0 0,0 0 1 0 0,0 0-1 0 0,0 0 1 0 0,0 0-1 0 0,-1 3 1 0 0,-6 8 20 0 0,0 1 0 0 0,-1-2 0 0 0,0 1-1 0 0,-1-1 1 0 0,0-1 0 0 0,-1 1 0 0 0,0-2 0 0 0,-1 0 0 0 0,0 0 0 0 0,-13 8 0 0 0,-9 3 348 0 0,-1-2 1 0 0,-62 26 0 0 0,84-36-93 0 0,24-6-48 0 0,27-6-135 0 0,-14 1-144 0 0,1 0 0 0 0,-1 2 0 0 0,0 0-1 0 0,1 2 1 0 0,-1 1 0 0 0,0 0 0 0 0,43 14 0 0 0,-62-16 31 0 0,0 1-1 0 0,0 0 1 0 0,0 1 0 0 0,0-1-1 0 0,0 1 1 0 0,-1 0 0 0 0,0 0-1 0 0,1 0 1 0 0,-1 1 0 0 0,0-1-1 0 0,0 1 1 0 0,4 6 0 0 0,-6-8 22 0 0,-1 0-1 0 0,0 0 1 0 0,0 0 0 0 0,0 0 0 0 0,0 0 0 0 0,-1 0 0 0 0,1 0 0 0 0,-1 0 0 0 0,1 1 0 0 0,-1-1 0 0 0,1 0-1 0 0,-1 0 1 0 0,0 0 0 0 0,0 1 0 0 0,0-1 0 0 0,0 0 0 0 0,-1 0 0 0 0,1 0 0 0 0,-1 0 0 0 0,1 1 0 0 0,-1-1-1 0 0,0 0 1 0 0,0 0 0 0 0,1 0 0 0 0,-1 0 0 0 0,-1 0 0 0 0,1-1 0 0 0,0 1 0 0 0,0 0 0 0 0,-1 0 0 0 0,-1 1-1 0 0,-6 6 37 0 0,0-2-1 0 0,0 1 1 0 0,0-1-1 0 0,-1-1 1 0 0,0 0-1 0 0,0 0 0 0 0,-1-1 1 0 0,0 0-1 0 0,0 0 1 0 0,0-2-1 0 0,-21 6 1 0 0,23-7-75 0 0,0-1 0 0 0,-1 1 1 0 0,1-1-1 0 0,0-1 1 0 0,-1 0-1 0 0,1 0 1 0 0,0-1-1 0 0,-1 0 1 0 0,1 0-1 0 0,0-1 1 0 0,0-1-1 0 0,0 1 1 0 0,0-1-1 0 0,1-1 1 0 0,-13-6-1 0 0,18 8-352 0 0,0 0 1 0 0,0 0-1 0 0,0-1 0 0 0,0 1 0 0 0,0-1 1 0 0,1 0-1 0 0,-1 0 0 0 0,1 0 0 0 0,0 0 1 0 0,-4-6-1 0 0,0-5-1771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23.7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 3 192 0 0,'-4'0'151'0'0,"-45"-2"3432"0"0,49 2-3559 0 0,0 0 0 0 0,0 0 0 0 0,0 0 0 0 0,-1 0 0 0 0,1 0 0 0 0,0 0 0 0 0,0 1 0 0 0,0-1 0 0 0,0 0 0 0 0,0 0 0 0 0,0 0 0 0 0,0 0 0 0 0,0 0 0 0 0,0 0 0 0 0,-1 0 0 0 0,1 1 0 0 0,0-1 0 0 0,0 0 0 0 0,0 0 0 0 0,0 0 0 0 0,0 0 0 0 0,0 0 0 0 0,0 1 0 0 0,0-1 0 0 0,0 0 0 0 0,0 0 0 0 0,0 0 0 0 0,0 0 0 0 0,0 0 0 0 0,0 1 0 0 0,0-1 0 0 0,0 0 0 0 0,0 0 0 0 0,0 0 0 0 0,1 0 0 0 0,-1 0 0 0 0,0 0 0 0 0,0 1 0 0 0,0-1 0 0 0,0 0 0 0 0,0 0 0 0 0,0 0 0 0 0,0 0 0 0 0,0 0-1 0 0,0 0 1 0 0,0 0 0 0 0,1 0 0 0 0,-1 0 0 0 0,0 1 0 0 0,0-1 0 0 0,0 0 0 0 0,0 0 0 0 0,0 0 0 0 0,0 0 0 0 0,1 0 0 0 0,-1 0 0 0 0,0 0 0 0 0,0 0 0 0 0,0 0 0 0 0,0 0 0 0 0,0 0 0 0 0,1 0 0 0 0,-1 0 0 0 0,0 0 0 0 0,0 0 0 0 0,0 0 0 0 0,0 0 0 0 0,0 0 0 0 0,1 0 0 0 0,8 5 53 0 0,36 5 250 0 0,1-2-1 0 0,0-2 1 0 0,0-2 0 0 0,54-2 0 0 0,-63-1-222 0 0,457-10-118 0 0,-396 3-536 0 0,82-2-2849 0 0,-115 12 1449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32.7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406 2 16 0 0,'-14'-1'268'0'0,"-1"1"1"0"0,1 0-1 0 0,0 1 1 0 0,-1 1-1 0 0,1 0 0 0 0,0 1 1 0 0,0 0-1 0 0,0 1 0 0 0,1 1 1 0 0,-14 6-1 0 0,-9 7 191 0 0,1 1 0 0 0,-43 31-1 0 0,72-46-389 0 0,0 1 0 0 0,0-1 0 0 0,0 1 0 0 0,1 0 0 0 0,0 0 0 0 0,0 1 0 0 0,1-1 0 0 0,0 1 0 0 0,-1 0 0 0 0,2 1 0 0 0,-6 9 0 0 0,8-11-36 0 0,-1-1 0 0 0,1 1 0 0 0,0-1 0 0 0,0 1 0 0 0,1 0 0 0 0,-1 0 0 0 0,1-1 0 0 0,0 1 0 0 0,0 0 0 0 0,1 0 0 0 0,-1-1 0 0 0,1 1 0 0 0,0 0 0 0 0,0-1 0 0 0,1 1 0 0 0,0-1 0 0 0,-1 0 0 0 0,6 9 0 0 0,14 19 63 0 0,2 0 0 0 0,2-2 0 0 0,0 0 0 0 0,37 31 0 0 0,33 31 66 0 0,113 117-335 0 0,-197-197 165 0 0,0 1 1 0 0,-1 0-1 0 0,-1 1 1 0 0,0 0-1 0 0,9 20 1 0 0,-15-29 20 0 0,-1 1 0 0 0,0-1 0 0 0,0 0 0 0 0,-1 1-1 0 0,1 0 1 0 0,-1-1 0 0 0,-1 1 0 0 0,1 0 0 0 0,-1 0 0 0 0,0-1 0 0 0,0 1 0 0 0,0 0 0 0 0,-1 0 0 0 0,0 0 0 0 0,0-1 0 0 0,-1 1 0 0 0,1-1 0 0 0,-5 10 0 0 0,-1-3 28 0 0,0-1 1 0 0,-1 0 0 0 0,0 0 0 0 0,-1-1 0 0 0,0 0 0 0 0,-1 0 0 0 0,0-1 0 0 0,-1 0-1 0 0,1-1 1 0 0,-2 0 0 0 0,-17 9 0 0 0,12-8-3 0 0,-1-1 0 0 0,0-1 0 0 0,0 0 1 0 0,0-1-1 0 0,-1-1 0 0 0,1-1 0 0 0,-31 3 0 0 0,35-7-58 0 0,1 0 0 0 0,-1-1 0 0 0,0-1 0 0 0,0 0 0 0 0,1 0 0 0 0,0-2 0 0 0,-1 1 0 0 0,1-2 0 0 0,0 0 0 0 0,-18-10 0 0 0,25 11-72 0 0,0 0 0 0 0,0-1-1 0 0,0 0 1 0 0,1 0 0 0 0,0 0 0 0 0,0-1-1 0 0,1 1 1 0 0,-1-1 0 0 0,1 0-1 0 0,0-1 1 0 0,-5-12 0 0 0,4 7-424 0 0,0-1 1 0 0,1 0 0 0 0,1 0-1 0 0,0 0 1 0 0,-2-20 0 0 0,4-14-1116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33.3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75 632 0 0,'0'0'571'0'0,"0"0"-29"0"0,0 0-36 0 0,5-3-17 0 0,3-2-263 0 0,1 0-1 0 0,1 1 1 0 0,-1 0-1 0 0,1 0 1 0 0,-1 1-1 0 0,1 1 0 0 0,15-3 1 0 0,82-7 899 0 0,-64 8-813 0 0,629-16 1814 0 0,-473 20-2689 0 0,-66-3-3615 0 0,-104 3 2280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34.8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1 133 236 0 0,'0'0'371'0'0,"0"0"-38"0"0,0 0-28 0 0,0 0-15 0 0,13 1 1196 0 0,29-21 728 0 0,-40 20-2142 0 0,-2 0 12 0 0,0 0 13 0 0,0 0-4 0 0,45 0 682 0 0,-27-2-612 0 0,0-1 1 0 0,-1-1 0 0 0,1 0-1 0 0,-1-1 1 0 0,21-9-1 0 0,59-19 257 0 0,-94 32-398 0 0,-1 1-1 0 0,1 0 0 0 0,0 0 0 0 0,-1 0 0 0 0,1 0 0 0 0,0 0 0 0 0,0 0 1 0 0,-1 1-1 0 0,1-1 0 0 0,3 2 0 0 0,22 1 60 0 0,103-26 258 0 0,-86 13-237 0 0,2 2-1 0 0,-1 2 1 0 0,67 0-1 0 0,-63 7-83 0 0,-8 0 28 0 0,71 10 1 0 0,38 10 30 0 0,-117-20-64 0 0,0-2 5 0 0,-30 1-47 0 0,1-1-1 0 0,0 0 0 0 0,-1-1 0 0 0,1 1 0 0 0,-1-1 0 0 0,0 0 0 0 0,1 0 0 0 0,5-3 0 0 0,-9-1-230 0 0,-6 6-5097 0 0,-18 5 3584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35.9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9 662 184 0 0,'0'0'371'0'0,"-8"-15"1430"0"0,33-81 235 0 0,-11 46-1654 0 0,8-52 0 0 0,3-141 150 0 0,-13 110-320 0 0,-12 132-198 0 0,-1 0 0 0 0,1 0-1 0 0,0 0 1 0 0,1-1 0 0 0,-1 1 0 0 0,0 0 0 0 0,0 0 0 0 0,0 0 0 0 0,1 0-1 0 0,-1-1 1 0 0,0 1 0 0 0,1 0 0 0 0,-1 0 0 0 0,1 0 0 0 0,0 0 0 0 0,-1 0-1 0 0,1 0 1 0 0,1-2 0 0 0,-1 4-7 0 0,0-1 0 0 0,-1 0 0 0 0,1 1 0 0 0,0-1 0 0 0,-1 0 0 0 0,1 1-1 0 0,-1-1 1 0 0,1 0 0 0 0,-1 1 0 0 0,1-1 0 0 0,0 1 0 0 0,-1 0 0 0 0,0-1 0 0 0,1 1 0 0 0,-1-1-1 0 0,1 1 1 0 0,-1-1 0 0 0,0 1 0 0 0,1 0 0 0 0,-1-1 0 0 0,0 1 0 0 0,1 1 0 0 0,21 58 181 0 0,-19-49-125 0 0,19 57 101 0 0,18 49 124 0 0,-20-68-157 0 0,36 91 261 0 0,-55-139-480 0 0,-1 0 0 0 0,0 0 0 0 0,1 0-1 0 0,-1-1 1 0 0,0 1 0 0 0,1 0 0 0 0,-1 0 0 0 0,0 0 0 0 0,0-1-1 0 0,0 1 1 0 0,0 0 0 0 0,0 0 0 0 0,0 0 0 0 0,0 0 0 0 0,0 0 0 0 0,0 0-1 0 0,0-1 1 0 0,0 1 0 0 0,0 0 0 0 0,-1 0 0 0 0,1 0 0 0 0,0-1-1 0 0,-1 1 1 0 0,1 0 0 0 0,-1 0 0 0 0,1 0 0 0 0,0-1 0 0 0,-1 1 0 0 0,0 0-1 0 0,1-1 1 0 0,-1 1 0 0 0,1-1 0 0 0,-1 1 0 0 0,0-1 0 0 0,1 1-1 0 0,-1-1 1 0 0,0 1 0 0 0,0-1 0 0 0,0 1 0 0 0,1-1 0 0 0,-1 0 0 0 0,0 1-1 0 0,0-1 1 0 0,0 0 0 0 0,1 0 0 0 0,-1 0 0 0 0,0 0 0 0 0,0 0-1 0 0,-1 0 1 0 0,-1 1-1680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36.2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37 348 0 0,'0'0'57'0'0,"0"0"1"0"0,-1 0-1 0 0,1 0 0 0 0,0 1 0 0 0,-1-1 1 0 0,1 0-1 0 0,0 0 0 0 0,-1 0 0 0 0,1 1 1 0 0,0-1-1 0 0,0 0 0 0 0,-1 0 0 0 0,1 1 1 0 0,0-1-1 0 0,0 0 0 0 0,0 1 0 0 0,-1-1 1 0 0,1 0-1 0 0,0 1 0 0 0,0-1 0 0 0,0 0 1 0 0,0 1-1 0 0,0-1 0 0 0,-1 1 0 0 0,1-1 1 0 0,0 0-1 0 0,0 1 0 0 0,0-1 0 0 0,0 0 1 0 0,0 1-1 0 0,0-1 0 0 0,0 1 0 0 0,1-1 1 0 0,-1 0-1 0 0,0 1 0 0 0,0-1 0 0 0,0 0 1 0 0,0 1-1 0 0,0-1 0 0 0,0 0 0 0 0,1 1 1 0 0,-1-1-1 0 0,0 0 0 0 0,0 1 0 0 0,1-1 1 0 0,-1 0-1 0 0,0 1 0 0 0,0-1 0 0 0,1 0 1 0 0,-1 0-1 0 0,0 0 0 0 0,1 1 0 0 0,-1-1 1 0 0,1 0-1 0 0,1 2 16 0 0,0-1 1 0 0,0 0-1 0 0,0 0 1 0 0,0-1-1 0 0,0 1 1 0 0,1 0-1 0 0,-1-1 1 0 0,0 1-1 0 0,0-1 0 0 0,1 0 1 0 0,1 1-1 0 0,10-3-116 0 0,0 0 0 0 0,-1-1-1 0 0,1 0 1 0 0,-1-1 0 0 0,0-1-1 0 0,21-10 1 0 0,20-6-1960 0 0,-29 14 835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37.2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437 78 272 0 0,'1'-3'116'0'0,"-1"1"0"0"0,0-1 0 0 0,0 1 0 0 0,0-1 0 0 0,0 1-1 0 0,0-1 1 0 0,-1 1 0 0 0,1-1 0 0 0,-1 1 0 0 0,0-1 0 0 0,0 1 0 0 0,0 0 0 0 0,0-1 0 0 0,0 1-1 0 0,0 0 1 0 0,0 0 0 0 0,-1 0 0 0 0,1 0 0 0 0,-1 0 0 0 0,0 0 0 0 0,1 0 0 0 0,-1 0 0 0 0,0 1 0 0 0,0-1-1 0 0,0 1 1 0 0,0-1 0 0 0,0 1 0 0 0,-1 0 0 0 0,1 0 0 0 0,0 0 0 0 0,-4-1 0 0 0,-2-1 13 0 0,1 1 0 0 0,0 0 0 0 0,-1 0 0 0 0,1 0 0 0 0,-1 1 0 0 0,0 1 0 0 0,1-1 0 0 0,-1 1 0 0 0,-11 1 0 0 0,1 2-60 0 0,0 1-1 0 0,0 0 1 0 0,1 2-1 0 0,0 0 1 0 0,0 0-1 0 0,0 2 0 0 0,1 0 1 0 0,0 1-1 0 0,0 1 1 0 0,1 0-1 0 0,0 1 1 0 0,1 0-1 0 0,1 1 1 0 0,0 1-1 0 0,0 0 1 0 0,-16 24-1 0 0,25-32-56 0 0,1 0-1 0 0,0 0 0 0 0,0 1 0 0 0,0-1 1 0 0,1 1-1 0 0,0 0 0 0 0,0 0 0 0 0,1 0 1 0 0,-1 0-1 0 0,1 0 0 0 0,1 0 1 0 0,-1 0-1 0 0,1 0 0 0 0,0 1 0 0 0,0-1 1 0 0,1 0-1 0 0,0 0 0 0 0,0 0 0 0 0,0 0 1 0 0,1 0-1 0 0,0 0 0 0 0,0 0 0 0 0,1-1 1 0 0,-1 1-1 0 0,1-1 0 0 0,6 9 1 0 0,1 1 4 0 0,1-1 1 0 0,1-1-1 0 0,0 0 0 0 0,1 0 1 0 0,1-1-1 0 0,0-1 1 0 0,29 19-1 0 0,-42-30-16 0 0,79 49 48 0 0,139 113 0 0 0,-208-153-50 0 0,-1 1 0 0 0,0 1 1 0 0,-1-1-1 0 0,0 2 0 0 0,-1-1 0 0 0,0 1 0 0 0,-1 0 0 0 0,0 1 0 0 0,-1-1 0 0 0,0 2 0 0 0,6 22 0 0 0,-11-29 3 0 0,1 0 0 0 0,-1 1-1 0 0,-1-1 1 0 0,1 1-1 0 0,-1-1 1 0 0,-1 0 0 0 0,1 1-1 0 0,-1-1 1 0 0,0 1 0 0 0,-1-1-1 0 0,0 0 1 0 0,0 0-1 0 0,-1 0 1 0 0,1 0 0 0 0,-2 0-1 0 0,1-1 1 0 0,-1 1 0 0 0,0-1-1 0 0,0 0 1 0 0,0 0-1 0 0,-1 0 1 0 0,0-1 0 0 0,-10 9-1 0 0,3-3 16 0 0,-1-1 0 0 0,-1-1 0 0 0,0 0-1 0 0,0-1 1 0 0,0 0 0 0 0,-1-1 0 0 0,-30 9 0 0 0,33-12-1 0 0,1-1 0 0 0,-1-1 1 0 0,1 0-1 0 0,-1-1 0 0 0,0 0 1 0 0,0 0-1 0 0,0-2 1 0 0,1 1-1 0 0,-1-1 0 0 0,0-1 1 0 0,-21-6-1 0 0,29 7-35 0 0,-1-1 0 0 0,1 0 0 0 0,-1 0 0 0 0,1 0 0 0 0,0-1 1 0 0,0 1-1 0 0,0-1 0 0 0,0 0 0 0 0,0 0 0 0 0,1-1 0 0 0,-1 1 0 0 0,1-1 0 0 0,0 0 0 0 0,0 0 1 0 0,0 0-1 0 0,1 0 0 0 0,-1 0 0 0 0,1 0 0 0 0,0-1 0 0 0,0 1 0 0 0,0-1 0 0 0,1 0 0 0 0,-1-5 0 0 0,0 1-269 0 0,1 0 0 0 0,1 0 0 0 0,0 1 0 0 0,0-1-1 0 0,1 0 1 0 0,0 0 0 0 0,0 0 0 0 0,1 1 0 0 0,0-1 0 0 0,1 1-1 0 0,0-1 1 0 0,4-8 0 0 0,16-21-1420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38.1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43 123 176 0 0,'39'-13'2834'0'0,"-38"13"-2557"0"0,-1 0-18 0 0,0 0-16 0 0,8 16 390 0 0,-18 27-272 0 0,3 2 1 0 0,1-1 0 0 0,2 1-1 0 0,2 46 1 0 0,4-62-181 0 0,2-1 0 0 0,0 0 0 0 0,2 0 0 0 0,14 41 0 0 0,-14-51-119 0 0,-1 4 35 0 0,7 14 58 0 0,-11-35-199 0 0,0-4 12 0 0,0 0-1 0 0,0 0 1 0 0,0 1 0 0 0,0-1-1 0 0,-1 0 1 0 0,1 0-1 0 0,-1 0 1 0 0,0-5-1 0 0,1-20-237 0 0,-1 0 0 0 0,-2 1 0 0 0,-1-1-1 0 0,-9-41 1 0 0,-38-106-601 0 0,29 108 678 0 0,6 23 205 0 0,10 30 24 0 0,0-1-1 0 0,1 1 1 0 0,0-1-1 0 0,1 1 1 0 0,-2-27-1 0 0,5 39-12 0 0,0 0 0 0 0,0 1 1 0 0,1-1-1 0 0,-1 0 0 0 0,0 0 0 0 0,1 0 0 0 0,-1 1 0 0 0,1-1 1 0 0,0 0-1 0 0,-1 1 0 0 0,1-1 0 0 0,0 0 0 0 0,0 1 0 0 0,0-1 0 0 0,0 1 1 0 0,1 0-1 0 0,-1-1 0 0 0,0 1 0 0 0,0 0 0 0 0,1 0 0 0 0,-1-1 1 0 0,1 1-1 0 0,-1 0 0 0 0,1 1 0 0 0,0-1 0 0 0,-1 0 0 0 0,1 0 0 0 0,0 1 1 0 0,-1-1-1 0 0,1 1 0 0 0,0-1 0 0 0,0 1 0 0 0,0 0 0 0 0,-1 0 1 0 0,1 0-1 0 0,0 0 0 0 0,2 0 0 0 0,9 0 76 0 0,-1 1 1 0 0,1 0 0 0 0,-1 1-1 0 0,14 3 1 0 0,-18-3-68 0 0,5 0 39 0 0,0 1-1 0 0,1-1 0 0 0,0 2 1 0 0,18 7-1 0 0,-31-11-62 0 0,1 1-1 0 0,-1-1 1 0 0,1 1-1 0 0,-1-1 1 0 0,1 1 0 0 0,-1 0-1 0 0,1 0 1 0 0,-1 0 0 0 0,1 0-1 0 0,-1 0 1 0 0,0 0 0 0 0,0 0-1 0 0,0 0 1 0 0,1 0 0 0 0,-1 1-1 0 0,0-1 1 0 0,0 0-1 0 0,-1 1 1 0 0,1-1 0 0 0,0 1-1 0 0,0-1 1 0 0,-1 1 0 0 0,1-1-1 0 0,-1 1 1 0 0,1-1 0 0 0,-1 1-1 0 0,0 0 1 0 0,1-1 0 0 0,-1 1-1 0 0,0 0 1 0 0,0-1-1 0 0,0 1 1 0 0,0 0 0 0 0,-1-1-1 0 0,1 1 1 0 0,0-1 0 0 0,-1 3-1 0 0,-5 5 7 0 0,0 0 0 0 0,0 0 0 0 0,-1-1-1 0 0,0 0 1 0 0,-1 0 0 0 0,0 0 0 0 0,0-1 0 0 0,0 0-1 0 0,-14 7 1 0 0,-3 5 72 0 0,1-1 6 0 0,18-14-57 0 0,-1 0-1 0 0,1 0 0 0 0,0 1 0 0 0,0 0 0 0 0,1 0 0 0 0,-1 1 0 0 0,1-1 1 0 0,-6 10-1 0 0,11-14-30 0 0,-1 0 0 0 0,1 0 0 0 0,0 0 0 0 0,-1 1 0 0 0,1-1 0 0 0,0 0 0 0 0,0 0 0 0 0,0 0 0 0 0,0 0 0 0 0,0 1-1 0 0,0-1 1 0 0,0 0 0 0 0,1 0 0 0 0,-1 0 0 0 0,0 0 0 0 0,0 1 0 0 0,1-1 0 0 0,-1 0 0 0 0,1 0 0 0 0,-1 0 0 0 0,1 0 0 0 0,0 0 0 0 0,-1 0 0 0 0,1 0 0 0 0,0 0 0 0 0,0-1 0 0 0,0 1 0 0 0,-1 0 0 0 0,1 0 0 0 0,0-1 0 0 0,0 1 0 0 0,0 0 0 0 0,0-1 0 0 0,0 1 0 0 0,0-1 0 0 0,1 1 0 0 0,1 0 0 0 0,46 14 24 0 0,-47-14-25 0 0,71 12 26 0 0,33 8 13 0 0,-95-18-32 0 0,1 0-1 0 0,-1 1 1 0 0,0 1 0 0 0,-1 0 0 0 0,1 0 0 0 0,16 12 0 0 0,-24-15-6 0 0,0 0 0 0 0,0 0 0 0 0,-1 0 0 0 0,0 1 0 0 0,1-1 0 0 0,-1 1 0 0 0,0-1 0 0 0,0 1 0 0 0,0 0 0 0 0,0 0 0 0 0,-1-1 0 0 0,1 2 1 0 0,-1-1-1 0 0,0 0 0 0 0,1 0 0 0 0,-2 0 0 0 0,1 0 0 0 0,0 1 0 0 0,-1-1 0 0 0,1 5 0 0 0,-1-3 7 0 0,-1-1 0 0 0,0 0 0 0 0,0 1 0 0 0,0-1-1 0 0,-1 1 1 0 0,1-1 0 0 0,-1 0 0 0 0,0 0 0 0 0,0 0 0 0 0,-1 0 0 0 0,1 0 0 0 0,-1 0-1 0 0,-4 4 1 0 0,-2 1 14 0 0,0 1-1 0 0,0-2 0 0 0,-1 0 1 0 0,-1 0-1 0 0,1 0 0 0 0,-1-2 1 0 0,-1 1-1 0 0,1-1 0 0 0,-24 8 0 0 0,28-12-41 0 0,0 0-1 0 0,-1-1 0 0 0,1 0 1 0 0,-1 0-1 0 0,1 0 0 0 0,-16-2 1 0 0,22 1-110 0 0,-1 0 0 0 0,0 0 0 0 0,1 0 0 0 0,-1 0 0 0 0,1-1 0 0 0,-1 1 0 0 0,1-1 0 0 0,-1 1 0 0 0,1-1 0 0 0,-1 0 0 0 0,1 1 0 0 0,-1-1 0 0 0,1 0 0 0 0,0 0 0 0 0,-1 0 0 0 0,1 0 0 0 0,0 0 0 0 0,0 0 0 0 0,0 0 0 0 0,0 0 0 0 0,0-1 0 0 0,0 1 0 0 0,0 0 0 0 0,0-1 0 0 0,0 1 0 0 0,1-1 0 0 0,-1 1 0 0 0,1-1 0 0 0,-1 1 0 0 0,1-1 0 0 0,-1 1 0 0 0,1-1 0 0 0,0 0 0 0 0,0 1 0 0 0,0-1 0 0 0,0 1 0 0 0,0-4 0 0 0,2-7-1813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39.2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14 392 0 0,'0'0'412'0'0,"0"0"-18"0"0,0 0-16 0 0,0 0-24 0 0,0 0-32 0 0,0 0-9 0 0,0 0-2 0 0,0 0-22 0 0,0 0-23 0 0,0 0-27 0 0,0 0-13 0 0,0 0-6 0 0,0 0-2 0 0,0 0-14 0 0,0 0-16 0 0,0 0-10 0 0,0 0-4 0 0,0-1-150 0 0,0 1 0 0 0,0 0 0 0 0,0 0 0 0 0,-1 0 0 0 0,1-1 0 0 0,0 1 0 0 0,0 0 0 0 0,0 0 0 0 0,0 0-1 0 0,0-1 1 0 0,0 1 0 0 0,0 0 0 0 0,0 0 0 0 0,0-1 0 0 0,0 1 0 0 0,0 0 0 0 0,0 0 0 0 0,0 0 0 0 0,0-1-1 0 0,0 1 1 0 0,1 0 0 0 0,-1 0 0 0 0,0 0 0 0 0,0-1 0 0 0,0 1 0 0 0,0 0 0 0 0,0 0 0 0 0,0 0 0 0 0,0 0-1 0 0,1-1 1 0 0,-1 1 0 0 0,0 0 0 0 0,0 0 0 0 0,0 0 0 0 0,0 0 0 0 0,1 0 0 0 0,-1-1 0 0 0,0 1 0 0 0,17 1 314 0 0,-1 0 0 0 0,1-2 0 0 0,22-2 0 0 0,-3-1 124 0 0,-18 5-441 0 0,1 0 0 0 0,-1 1-1 0 0,0 1 1 0 0,1 0 0 0 0,-1 1-1 0 0,33 13 1 0 0,-25-8 30 0 0,52 11-1 0 0,-35-16 136 0 0,47-1 0 0 0,-48-2-17 0 0,48 6 1 0 0,-52-1-110 0 0,0-2 1 0 0,1-1-1 0 0,-1-2 0 0 0,67-7 0 0 0,-99 5-17 0 0,-3 0 2 0 0,-1 0 0 0 0,1 1 1 0 0,0 0-1 0 0,-1-1 0 0 0,1 1 1 0 0,0 0-1 0 0,-1 0 0 0 0,1 0 1 0 0,0 1-1 0 0,-1-1 0 0 0,1 1 1 0 0,2 0-1 0 0,-3 0 5 0 0,-2-1-1 0 0,0 0 0 0 0,0 0-77 0 0,0 0 1 0 0,0-1-1 0 0,0 1 0 0 0,1 0 1 0 0,-1 0-1 0 0,0 0 0 0 0,0 0 1 0 0,0 0-1 0 0,0 0 1 0 0,1 0-1 0 0,-1 0 0 0 0,0 0 1 0 0,0 0-1 0 0,0 0 0 0 0,0 0 1 0 0,1 0-1 0 0,-1 0 0 0 0,0 0 1 0 0,0 0-1 0 0,0 0 1 0 0,0 0-1 0 0,1 0 0 0 0,-1 1 1 0 0,0-1-1 0 0,0 0 0 0 0,0 0 1 0 0,0 0-1 0 0,1 0 0 0 0,-1 0 1 0 0,0 0-1 0 0,0 0 1 0 0,0 0-1 0 0,0 1 0 0 0,0-1 1 0 0,0 0-1 0 0,0 0 0 0 0,0 0 1 0 0,1 0-1 0 0,-1 0 0 0 0,0 1 1 0 0,0-1-1 0 0,0 0 1 0 0,0 0-1 0 0,0 0 0 0 0,0 0 1 0 0,0 1-1 0 0,0-1 0 0 0,0 0 1 0 0,0 0-1 0 0,0 1 0 0 0,-30 16-4566 0 0,22-13 2419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0:59.3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290 56 164 0 0,'0'0'541'0'0,"-12"-22"3084"0"0,3 17-3488 0 0,0 1 0 0 0,1-1 0 0 0,-1 2 0 0 0,-1-1 0 0 0,1 1 0 0 0,0 1 0 0 0,-1-1 0 0 0,0 2 0 0 0,1-1 0 0 0,-1 1 0 0 0,0 1 0 0 0,0 0 0 0 0,0 0 0 0 0,1 1 0 0 0,-1 0 0 0 0,0 1 0 0 0,1 0 0 0 0,-17 6 0 0 0,20-5-112 0 0,1 1 1 0 0,0-1-1 0 0,1 1 0 0 0,-1 0 1 0 0,1 1-1 0 0,-1-1 1 0 0,1 1-1 0 0,1 0 1 0 0,-1 0-1 0 0,1 0 1 0 0,-1 0-1 0 0,2 1 1 0 0,-1-1-1 0 0,0 1 0 0 0,1 0 1 0 0,0 0-1 0 0,-1 6 1 0 0,-1 5 45 0 0,0-1 1 0 0,1 1-1 0 0,1 0 1 0 0,1 0-1 0 0,0 18 0 0 0,2-23-27 0 0,0-1 0 0 0,0 0-1 0 0,1 0 1 0 0,1 0-1 0 0,0 0 1 0 0,0 0-1 0 0,1 0 1 0 0,0-1-1 0 0,1 0 1 0 0,1 0 0 0 0,-1 0-1 0 0,1 0 1 0 0,1-1-1 0 0,8 10 1 0 0,-11-15-39 0 0,-1-1 0 0 0,0 0 0 0 0,1 1 0 0 0,-1-1 0 0 0,1-1 0 0 0,0 1 0 0 0,0-1 0 0 0,0 1-1 0 0,0-1 1 0 0,1 0 0 0 0,-1 0 0 0 0,1-1 0 0 0,-1 1 0 0 0,1-1 0 0 0,-1 0 0 0 0,1-1 0 0 0,0 1 0 0 0,-1-1 0 0 0,1 0 0 0 0,0 0 0 0 0,0 0 0 0 0,-1 0 0 0 0,1-1 0 0 0,0 0 0 0 0,-1 0 0 0 0,1 0 0 0 0,-1-1 0 0 0,1 1 0 0 0,-1-1 0 0 0,0 0 0 0 0,0-1 0 0 0,0 1 0 0 0,0-1 0 0 0,0 1 0 0 0,0-1 0 0 0,0 0 0 0 0,-1-1 0 0 0,0 1-1 0 0,5-6 1 0 0,-4 2-44 0 0,-1 1-1 0 0,0-1 0 0 0,0 1 1 0 0,-1-1-1 0 0,1 0 0 0 0,-1 0 1 0 0,-1 0-1 0 0,0 0 1 0 0,0 0-1 0 0,0 0 0 0 0,-1-1 1 0 0,0 1-1 0 0,0 0 0 0 0,0 0 1 0 0,-1-1-1 0 0,-1 1 0 0 0,1 0 1 0 0,-4-11-1 0 0,-1 4-89 0 0,1-1 0 0 0,-2 1 0 0 0,0 0 0 0 0,0 0 0 0 0,-1 1 0 0 0,-1 0 1 0 0,-17-19-1 0 0,19 24 25 0 0,-7-11-322 0 0,14 18 279 0 0,19-9-877 0 0,25 9-1815 0 0,-26 1 1516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00.0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 1 12 0 0,'0'0'510'0'0,"-2"10"4189"0"0,-6 37-4266 0 0,3-16-105 0 0,1 0 1 0 0,2 0-1 0 0,1 34 0 0 0,1-56-259 0 0,1 0 0 0 0,0-1 0 0 0,0 1 0 0 0,1 0 0 0 0,0-1 0 0 0,1 0 0 0 0,0 1 0 0 0,0-1 0 0 0,0 0 0 0 0,1 0 0 0 0,0-1 0 0 0,1 1 0 0 0,0-1 0 0 0,0 0 0 0 0,12 12 0 0 0,-16-18-62 0 0,1 0 0 0 0,-1 0 0 0 0,1 0 0 0 0,-1 0 0 0 0,1-1 0 0 0,-1 1 0 0 0,1 0 0 0 0,0-1 0 0 0,-1 0 0 0 0,1 1 0 0 0,0-1 0 0 0,-1 0 0 0 0,1 1 0 0 0,0-1 0 0 0,0 0 0 0 0,-1-1 0 0 0,1 1 0 0 0,0 0 0 0 0,0 0 0 0 0,-1-1 0 0 0,1 1 0 0 0,0-1 0 0 0,-1 1 0 0 0,1-1 0 0 0,-1 0 0 0 0,1 1 0 0 0,2-3 0 0 0,5-2-64 0 0,-1-1 0 0 0,0 0 0 0 0,12-11 0 0 0,-17 14 21 0 0,11-11-155 0 0,-1-1-1 0 0,-1-1 0 0 0,0 0 0 0 0,-1 0 0 0 0,0-1 0 0 0,-2 0 0 0 0,0-1 1 0 0,-1 0-1 0 0,-1 0 0 0 0,0-1 0 0 0,4-22 0 0 0,-5 19 57 0 0,-4 14 83 0 0,1 1 0 0 0,-2 0 1 0 0,1-1-1 0 0,0-11 0 0 0,-2 18 60 0 0,0 1 17 0 0,0 0 25 0 0,0 5 27 0 0,-7 66 323 0 0,-3 59 277 0 0,10-125-646 0 0,4 61 290 0 0,-4-63-307 0 0,1 0-1 0 0,0 0 1 0 0,-1 1 0 0 0,1-1-1 0 0,0 0 1 0 0,1 0-1 0 0,-1 0 1 0 0,0 0-1 0 0,1 0 1 0 0,0 0-1 0 0,0-1 1 0 0,0 1-1 0 0,0 0 1 0 0,0-1 0 0 0,0 0-1 0 0,5 4 1 0 0,-6-5-44 0 0,1 0 1 0 0,-1-1-1 0 0,1 1 1 0 0,-1-1-1 0 0,1 1 1 0 0,0-1-1 0 0,-1 1 1 0 0,1-1-1 0 0,0 0 1 0 0,-1 0-1 0 0,1 0 1 0 0,0 0-1 0 0,0 0 1 0 0,-1 0-1 0 0,1 0 1 0 0,0-1-1 0 0,-1 1 1 0 0,1-1-1 0 0,0 1 1 0 0,-1-1-1 0 0,1 0 1 0 0,-1 1-1 0 0,1-1 1 0 0,-1 0-1 0 0,1 0 1 0 0,1-1-1 0 0,1-1-391 0 0,0-1 1 0 0,0 1-1 0 0,-1-1 0 0 0,1 1 0 0 0,-1-1 0 0 0,0 0 0 0 0,4-7 0 0 0,1-6-1246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00.3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8 148 0 0,'0'0'42'0'0,"0"0"1"0"0,0-1-1 0 0,-1 1 1 0 0,1 0-1 0 0,0 0 0 0 0,0 0 1 0 0,0 0-1 0 0,0 0 1 0 0,0-1-1 0 0,0 1 0 0 0,0 0 1 0 0,0 0-1 0 0,0 0 1 0 0,0 0-1 0 0,0-1 1 0 0,0 1-1 0 0,0 0 0 0 0,0 0 1 0 0,0 0-1 0 0,0-1 1 0 0,0 1-1 0 0,0 0 0 0 0,0 0 1 0 0,0 0-1 0 0,0 0 1 0 0,0 0-1 0 0,0-1 0 0 0,0 1 1 0 0,1 0-1 0 0,-1 0 1 0 0,0 0-1 0 0,0 0 0 0 0,0 0 1 0 0,0-1-1 0 0,0 1 1 0 0,0 0-1 0 0,1 0 0 0 0,-1 0 1 0 0,0 0-1 0 0,0 0 1 0 0,0 0-1 0 0,0 0 1 0 0,0 0-1 0 0,1 0 0 0 0,-1 0 1 0 0,0-1-1 0 0,14 0 1044 0 0,18 6-124 0 0,-27-4-725 0 0,178 18 1317 0 0,-149-11-2199 0 0,-24-1-2426 0 0,-9-1 1795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00.6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1 260 0 0,'2'22'1777'0'0,"-2"3"-1108"0"0,0 0-1 0 0,-2 0 1 0 0,-7 39 0 0 0,-1 13 206 0 0,8-44-751 0 0,-1-11-373 0 0,1 0 0 0 0,2 0-1 0 0,0 0 1 0 0,5 32 0 0 0,-3-47-1442 0 0,2-3 129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03.1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 16 80 0 0,'-39'-15'4233'0'0,"37"14"-3866"0"0,2 1-27 0 0,0 0-23 0 0,0 0-21 0 0,0 0-16 0 0,0 0-4 0 0,0 0 1 0 0,5 0 0 0 0,14 2 98 0 0,0 0 1 0 0,28 8 0 0 0,1 0-36 0 0,3-2-164 0 0,2-1 1 0 0,-1-3-1 0 0,61-4 0 0 0,-58 3-1291 0 0,-54-3 830 0 0,-1 0-13 0 0,0 0-4 0 0,-2 3-2 0 0,-22 17-587 0 0,4-10-2453 0 0,13-6 2004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03.4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 0 360 0 0,'-3'8'267'0'0,"-1"0"0"0"0,1 1 0 0 0,0-1 1 0 0,1 1-1 0 0,0-1 0 0 0,1 1 0 0 0,-1 0 0 0 0,2 0 0 0 0,-1 11 0 0 0,2 12 337 0 0,6 37-1 0 0,-4-52-394 0 0,28 138 1349 0 0,1-1-586 0 0,-31-147-1056 0 0,-1 0 0 0 0,1 0 0 0 0,-1 0 0 0 0,-1 0 0 0 0,-1 9-1 0 0,2-13-309 0 0,-1 0 0 0 0,0 0 1 0 0,0 0-1 0 0,0 0 0 0 0,0-1 0 0 0,-1 1 0 0 0,1 0 0 0 0,-4 4 0 0 0,0-1-1253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21.3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569 192 240 0 0,'4'-3'178'0'0,"-1"0"-1"0"0,0 0 1 0 0,0 0 0 0 0,-1-1-1 0 0,1 1 1 0 0,-1-1-1 0 0,0 0 1 0 0,0 0 0 0 0,0 0-1 0 0,0 0 1 0 0,0 0 0 0 0,-1 0-1 0 0,0 0 1 0 0,0 0-1 0 0,0-1 1 0 0,-1 1 0 0 0,1 0-1 0 0,-1-1 1 0 0,0 1 0 0 0,0-1-1 0 0,-1 1 1 0 0,1 0 0 0 0,-1-1-1 0 0,0 1 1 0 0,0 0-1 0 0,0 0 1 0 0,-3-6 0 0 0,2 5-98 0 0,-1 0 0 0 0,1 1 1 0 0,-1-1-1 0 0,0 1 1 0 0,0-1-1 0 0,0 1 0 0 0,-1 0 1 0 0,0 1-1 0 0,0-1 1 0 0,0 0-1 0 0,0 1 0 0 0,0 0 1 0 0,0 0-1 0 0,-1 0 1 0 0,0 1-1 0 0,1 0 0 0 0,-1-1 1 0 0,0 2-1 0 0,0-1 0 0 0,0 0 1 0 0,-1 1-1 0 0,-7-1 1 0 0,0 2-25 0 0,0 0 0 0 0,0 0 0 0 0,1 2 0 0 0,-1-1-1 0 0,0 2 1 0 0,1 0 0 0 0,0 0 0 0 0,-1 1 0 0 0,1 1 0 0 0,1 0 0 0 0,-1 0 0 0 0,1 1 0 0 0,-11 8 0 0 0,-16 12 36 0 0,1 2 0 0 0,-41 41-1 0 0,49-42-24 0 0,17-17-41 0 0,0 1 0 0 0,1 1 0 0 0,1 0 0 0 0,0 0 0 0 0,1 1 0 0 0,0 0 0 0 0,1 1 0 0 0,-11 23 0 0 0,16-29-13 0 0,1-1 1 0 0,0 0 0 0 0,0 1-1 0 0,0 0 1 0 0,1-1 0 0 0,1 1-1 0 0,-1 0 1 0 0,1 0 0 0 0,0-1-1 0 0,1 1 1 0 0,0 0-1 0 0,0 0 1 0 0,1-1 0 0 0,0 1-1 0 0,0-1 1 0 0,1 0 0 0 0,0 1-1 0 0,0-1 1 0 0,7 11 0 0 0,-1-4 11 0 0,1-1 0 0 0,0 0 1 0 0,1 0-1 0 0,1-1 0 0 0,0 0 1 0 0,16 12-1 0 0,91 57 108 0 0,-28-20-41 0 0,-65-42-68 0 0,-1 1 1 0 0,-1 0-1 0 0,-1 2 1 0 0,0 1-1 0 0,36 49 1 0 0,-53-63-22 0 0,0 1 0 0 0,-1-1 0 0 0,0 1 0 0 0,0 0 0 0 0,-1 0 0 0 0,-1 0 0 0 0,1 0 0 0 0,-2 1 0 0 0,0-1 0 0 0,0 1 0 0 0,0 0 0 0 0,-2 0 0 0 0,1-1 0 0 0,-1 1 0 0 0,-1 0 0 0 0,0 0 0 0 0,-1-1 0 0 0,0 1 0 0 0,0 0 0 0 0,-1-1 0 0 0,-6 15 0 0 0,3-12-2 0 0,-1-1 1 0 0,-1 0-1 0 0,0-1 0 0 0,0 0 0 0 0,-1 0 0 0 0,-1 0 1 0 0,1-1-1 0 0,-2-1 0 0 0,1 0 0 0 0,-2 0 0 0 0,1-1 1 0 0,-1 0-1 0 0,0-1 0 0 0,0-1 0 0 0,-1 0 0 0 0,0 0 1 0 0,-25 6-1 0 0,24-7-14 0 0,-1-1-1 0 0,0-1 1 0 0,0 0 0 0 0,-1-1 0 0 0,1-1 0 0 0,0 0-1 0 0,-1-1 1 0 0,1-1 0 0 0,0 0 0 0 0,0-1 0 0 0,-1-1 0 0 0,1 0-1 0 0,1-1 1 0 0,-1 0 0 0 0,0-2 0 0 0,-17-8 0 0 0,27 11-59 0 0,0 0 0 0 0,0 0 0 0 0,0-1 1 0 0,1 0-1 0 0,-1 0 0 0 0,1 0 1 0 0,0 0-1 0 0,0-1 0 0 0,0 1 0 0 0,1-1 1 0 0,-1 0-1 0 0,1 0 0 0 0,0-1 1 0 0,1 1-1 0 0,-4-11 0 0 0,4 7-327 0 0,0 0 0 0 0,1 0 0 0 0,0 0 0 0 0,0 0 0 0 0,1 0 0 0 0,0 0 0 0 0,1 1 1 0 0,0-1-1 0 0,1 0 0 0 0,2-10 0 0 0,9-21-1613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21.9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148 44 140 0 0,'31'-30'3778'0'0,"-30"30"-3437"0"0,-1-1-280 0 0,1 1 0 0 0,-1 0-1 0 0,0-1 1 0 0,1 1 0 0 0,-1 0 0 0 0,0-1 0 0 0,1 1-1 0 0,-1 0 1 0 0,1 0 0 0 0,-1 0 0 0 0,1-1-1 0 0,-1 1 1 0 0,0 0 0 0 0,1 0 0 0 0,-1 0 0 0 0,1 0-1 0 0,-1 0 1 0 0,1 0 0 0 0,-1 0 0 0 0,1 0 0 0 0,-1 0-1 0 0,1 0 1 0 0,0 0 0 0 0,-2 9 90 0 0,0-1 0 0 0,0 1 1 0 0,-1 0-1 0 0,0-1 0 0 0,0 0 1 0 0,-1 1-1 0 0,-5 8 0 0 0,-33 62 241 0 0,14-29-158 0 0,-67 154 975 0 0,86-177-871 0 0,16-35-80 0 0,24-44-26 0 0,-25 39-255 0 0,34-55-133 0 0,-3-3 1 0 0,29-75-1 0 0,-62 133 100 0 0,0 0 0 0 0,2 0-1 0 0,0 1 1 0 0,11-16 0 0 0,-18 27 53 0 0,1 1-1 0 0,-1-1 1 0 0,1 0 0 0 0,0 1-1 0 0,-1-1 1 0 0,1 0 0 0 0,-1 1-1 0 0,1-1 1 0 0,0 1-1 0 0,0-1 1 0 0,-1 1 0 0 0,1 0-1 0 0,0-1 1 0 0,0 1 0 0 0,-1 0-1 0 0,1-1 1 0 0,0 1-1 0 0,0 0 1 0 0,0 0 0 0 0,0 0-1 0 0,0 0 1 0 0,-1 0 0 0 0,1 0-1 0 0,0 0 1 0 0,0 0-1 0 0,0 0 1 0 0,0 0 0 0 0,-1 0-1 0 0,1 0 1 0 0,0 1 0 0 0,0-1-1 0 0,0 0 1 0 0,0 1 0 0 0,-1-1-1 0 0,1 1 1 0 0,0-1-1 0 0,-1 1 1 0 0,1-1 0 0 0,0 1-1 0 0,-1-1 1 0 0,1 1 0 0 0,0-1-1 0 0,-1 1 1 0 0,1 0-1 0 0,-1-1 1 0 0,1 1 0 0 0,-1 0-1 0 0,0 0 1 0 0,1 0 0 0 0,-1-1-1 0 0,0 1 1 0 0,1 0-1 0 0,-1 1 1 0 0,5 7-5 0 0,-1 1-1 0 0,0 0 1 0 0,3 15 0 0 0,-6-19 0 0 0,33 94 13 0 0,69 141 0 0 0,-102-240-47 0 0,10 31 83 0 0,-11-32-140 0 0,1 1 0 0 0,-1 0 0 0 0,0 0-1 0 0,0 0 1 0 0,0 0 0 0 0,0 0 0 0 0,1 0 0 0 0,-1 0 0 0 0,-1 0 0 0 0,1 0 0 0 0,0 0-1 0 0,0 0 1 0 0,0 0 0 0 0,0 0 0 0 0,-1 0 0 0 0,1 0 0 0 0,0 0 0 0 0,-1-1 0 0 0,1 1 0 0 0,-1 0-1 0 0,1 0 1 0 0,-1 0 0 0 0,1-1 0 0 0,-1 1 0 0 0,0 0 0 0 0,1 0 0 0 0,-1-1 0 0 0,0 1-1 0 0,1-1 1 0 0,-3 2 0 0 0,3-2-1997 0 0,0 0 163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22.2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66 64 0 0,'0'0'676'0'0,"-7"-2"-72"0"0,7 2-48 0 0,0 0-52 0 0,0 0-60 0 0,17-15-44 0 0,-6 11-28 0 0,6-2-68 0 0,0 0-72 0 0,2 1-108 0 0,9-3-148 0 0,-11 2-132 0 0,13 0-160 0 0,-9 3-316 0 0,1 1-684 0 0,3 0 300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22.8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541 126 44 0 0,'6'-10'420'0'0,"20"-42"1229"0"0,-26 50-1539 0 0,1 0 0 0 0,0-1-1 0 0,0 1 1 0 0,-1 0 0 0 0,1-1-1 0 0,-1 1 1 0 0,0-1 0 0 0,0 1-1 0 0,0 0 1 0 0,0-1 0 0 0,0 1 0 0 0,0-1-1 0 0,-1 1 1 0 0,1 0 0 0 0,-1-1-1 0 0,0 1 1 0 0,1 0 0 0 0,-1-1-1 0 0,-2-2 1 0 0,1 3-45 0 0,0 1 0 0 0,1 0-1 0 0,-1-1 1 0 0,0 1 0 0 0,0 0 0 0 0,0 0-1 0 0,0 0 1 0 0,-1 0 0 0 0,1 1-1 0 0,0-1 1 0 0,0 0 0 0 0,0 1 0 0 0,-1 0-1 0 0,1-1 1 0 0,0 1 0 0 0,-1 0 0 0 0,1 0-1 0 0,0 0 1 0 0,0 1 0 0 0,-1-1 0 0 0,1 0-1 0 0,-4 2 1 0 0,-52 16 424 0 0,22 0-318 0 0,1 1 0 0 0,1 2 0 0 0,0 1 0 0 0,2 2 0 0 0,-49 47 0 0 0,56-48-97 0 0,1 1 0 0 0,2 1 0 0 0,1 1-1 0 0,0 1 1 0 0,-17 31 0 0 0,30-43-33 0 0,0 1 1 0 0,0 0-1 0 0,2 0 0 0 0,0 1 0 0 0,1-1 1 0 0,0 1-1 0 0,2 0 0 0 0,0 1 1 0 0,1-1-1 0 0,0 1 0 0 0,2 26 0 0 0,1-36-16 0 0,1 1 0 0 0,0-1 0 0 0,1 0-1 0 0,-1 0 1 0 0,1-1 0 0 0,1 1 0 0 0,0-1-1 0 0,0 1 1 0 0,0-1 0 0 0,1 0 0 0 0,0-1 0 0 0,0 1-1 0 0,1-1 1 0 0,10 10 0 0 0,1-2 14 0 0,0 0 0 0 0,1 0 0 0 0,0-2 0 0 0,26 13 0 0 0,61 26 69 0 0,-65-34-64 0 0,0 2 0 0 0,-1 2-1 0 0,-2 2 1 0 0,62 47 0 0 0,-90-62-46 0 0,-1 0 0 0 0,0 1 0 0 0,0 0 0 0 0,-1 0 0 0 0,-1 0 1 0 0,1 1-1 0 0,-1 0 0 0 0,-1 0 0 0 0,7 17 0 0 0,-10-19-6 0 0,0-1 0 0 0,0 1 0 0 0,0 0-1 0 0,-1 0 1 0 0,0 0 0 0 0,-1-1 0 0 0,0 1 0 0 0,0 0 0 0 0,-1 0-1 0 0,0 0 1 0 0,0 0 0 0 0,0 0 0 0 0,-1-1 0 0 0,-6 16-1 0 0,2-11 2 0 0,-1 1 0 0 0,0-1 0 0 0,0 0 0 0 0,-2-1 0 0 0,1 0 0 0 0,-1 0 0 0 0,-1-1 0 0 0,0 0-1 0 0,0-1 1 0 0,-1 0 0 0 0,0 0 0 0 0,-1-1 0 0 0,-16 8 0 0 0,10-6 0 0 0,0-2 1 0 0,-1 0-1 0 0,0-1 0 0 0,0-1 1 0 0,0 0-1 0 0,-1-2 0 0 0,0 0 1 0 0,-36 1-1 0 0,47-5-66 0 0,0 0 1 0 0,0-1-1 0 0,0 0 0 0 0,1 0 1 0 0,-1-1-1 0 0,0 0 0 0 0,1 0 1 0 0,-1-1-1 0 0,1 0 0 0 0,0-1 1 0 0,0 0-1 0 0,0 0 0 0 0,0-1 1 0 0,1 0-1 0 0,-1 0 0 0 0,1-1 1 0 0,1 0-1 0 0,-1 0 0 0 0,1 0 1 0 0,0-1-1 0 0,0 0 0 0 0,1 0 1 0 0,0 0-1 0 0,0-1 0 0 0,1 0 1 0 0,0 0-1 0 0,-3-9 0 0 0,-12-45-3290 0 0,10 31 1423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23.7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88 244 0 0,'29'18'2692'0'0,"-23"-11"-2432"0"0,-1 0 1 0 0,0 0-1 0 0,0 1 0 0 0,-1-1 1 0 0,0 1-1 0 0,0 0 1 0 0,-1 0-1 0 0,3 9 1 0 0,14 72 674 0 0,-13-54-529 0 0,0 11 183 0 0,-3 0 0 0 0,-2 89 0 0 0,-2-81-62 0 0,0-53-488 0 0,0-1-38 0 0,0 0-57 0 0,1-1 31 0 0,1 0 0 0 0,-1-1-1 0 0,0 0 1 0 0,1 1 0 0 0,-1-1-1 0 0,0 0 1 0 0,0 0 0 0 0,0 0-1 0 0,1-2 1 0 0,-2 3 0 0 0,6-14-204 0 0,0-1-1 0 0,-1 0 0 0 0,-1 0 0 0 0,3-24 0 0 0,1-1-185 0 0,3-19-273 0 0,-4-1 0 0 0,-2 1 0 0 0,-3-72 1 0 0,-1 124 659 0 0,-2 0 1 0 0,1-1 0 0 0,-1 1-1 0 0,0 0 1 0 0,-1 0 0 0 0,0 0-1 0 0,-6-15 1 0 0,7 21 64 0 0,0 0 1 0 0,0 0-1 0 0,0 0 1 0 0,0 0-1 0 0,-1 0 0 0 0,1 1 1 0 0,-1-1-1 0 0,1 0 0 0 0,-1 1 1 0 0,0-1-1 0 0,1 1 1 0 0,-1-1-1 0 0,0 1 0 0 0,0 0 1 0 0,0 0-1 0 0,0 0 1 0 0,0 0-1 0 0,0 0 0 0 0,-1 1 1 0 0,1-1-1 0 0,0 0 0 0 0,0 1 1 0 0,-1 0-1 0 0,1-1 1 0 0,0 1-1 0 0,0 0 0 0 0,-1 0 1 0 0,1 1-1 0 0,0-1 0 0 0,0 0 1 0 0,-3 1-1 0 0,-1 0 17 0 0,-18 6 935 0 0,23-3-517 0 0,11 2-381 0 0,-5-5-55 0 0,1 1 1 0 0,0-1 0 0 0,-1-1-1 0 0,1 1 1 0 0,-1-1 0 0 0,1 0-1 0 0,0 0 1 0 0,10-2-1 0 0,8 0 49 0 0,29-1 14 0 0,-34 0-95 0 0,0 2 0 0 0,20 1-1 0 0,-33 1-8 0 0,-1-1-1 0 0,1 1 0 0 0,-1 0 1 0 0,0 1-1 0 0,1-1 1 0 0,-1 1-1 0 0,0 0 0 0 0,0 0 1 0 0,0 1-1 0 0,0-1 1 0 0,7 6-1 0 0,-10-6 6 0 0,0 0-1 0 0,-1 0 1 0 0,1 0-1 0 0,-1 0 1 0 0,0 0 0 0 0,1 0-1 0 0,-1 1 1 0 0,0-1 0 0 0,0 0-1 0 0,0 1 1 0 0,-1-1-1 0 0,1 0 1 0 0,0 1 0 0 0,-1-1-1 0 0,0 1 1 0 0,0-1-1 0 0,1 1 1 0 0,-1-1 0 0 0,-1 1-1 0 0,1-1 1 0 0,0 1 0 0 0,-1-1-1 0 0,1 1 1 0 0,-1-1-1 0 0,0 1 1 0 0,-1 2 0 0 0,-2 5 3 0 0,0 0 0 0 0,0 0 0 0 0,-1-1 0 0 0,0 0 0 0 0,-7 9 0 0 0,-10 10 121 0 0,-48 45 0 0 0,33-36 88 0 0,36-36-206 0 0,-1 0 0 0 0,1 0 1 0 0,0 1-1 0 0,-1-1 0 0 0,1 0 0 0 0,0 1 0 0 0,0-1 1 0 0,0 0-1 0 0,0 1 0 0 0,0-1 0 0 0,0 1 0 0 0,1 0 0 0 0,-1-1 1 0 0,0 1-1 0 0,1 0 0 0 0,-1-1 0 0 0,1 1 0 0 0,0 0 1 0 0,0-1-1 0 0,-1 1 0 0 0,1 0 0 0 0,0 0 0 0 0,0-1 0 0 0,1 1 1 0 0,-1 0-1 0 0,0 0 0 0 0,1-1 0 0 0,-1 1 0 0 0,1 0 1 0 0,-1-1-1 0 0,1 1 0 0 0,0 0 0 0 0,-1-1 0 0 0,1 1 0 0 0,0-1 1 0 0,0 1-1 0 0,0-1 0 0 0,0 0 0 0 0,1 1 0 0 0,-1-1 1 0 0,0 0-1 0 0,1 0 0 0 0,-1 0 0 0 0,0 0 0 0 0,1 0 0 0 0,-1 0 1 0 0,3 1-1 0 0,9 5-23 0 0,0 0 1 0 0,1-1-1 0 0,0-1 1 0 0,22 6-1 0 0,-22-7-24 0 0,-4 0 14 0 0,1-2 10 0 0,-1 1-1 0 0,1 1 0 0 0,-1 0 1 0 0,0 0-1 0 0,-1 1 0 0 0,1 0 1 0 0,-1 1-1 0 0,11 8 0 0 0,-19-13 24 0 0,0 1-1 0 0,0 0 1 0 0,0-1-1 0 0,0 1 0 0 0,0 0 1 0 0,0 0-1 0 0,-1-1 1 0 0,1 1-1 0 0,-1 0 1 0 0,1 0-1 0 0,-1 0 0 0 0,0 0 1 0 0,0 0-1 0 0,1 0 1 0 0,-1 0-1 0 0,-1 0 0 0 0,1 0 1 0 0,0 0-1 0 0,0 0 1 0 0,-1 0-1 0 0,1-1 1 0 0,-1 1-1 0 0,0 0 0 0 0,1 0 1 0 0,-1 0-1 0 0,0-1 1 0 0,0 1-1 0 0,0 0 0 0 0,-2 2 1 0 0,-2 4 34 0 0,-1-1 1 0 0,0 0 0 0 0,0 0-1 0 0,-13 12 1 0 0,-122 84 720 0 0,126-93-698 0 0,4 0-88 0 0,10-9-5077 0 0,21-14 2930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24.7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573 204 360 0 0,'2'-10'347'0'0,"0"1"0"0"0,-1-1 0 0 0,0 1-1 0 0,-1-1 1 0 0,0 1 0 0 0,0-1 0 0 0,-1 1 0 0 0,0-1 0 0 0,-1 1-1 0 0,0 0 1 0 0,-1 0 0 0 0,-5-16 0 0 0,6 21-290 0 0,0 0 0 0 0,1 0-1 0 0,-1 0 1 0 0,0 1 0 0 0,-1-1 0 0 0,1 1 0 0 0,-1-1 0 0 0,1 1-1 0 0,-1 0 1 0 0,0 0 0 0 0,0 0 0 0 0,0 1 0 0 0,-1-1 0 0 0,1 1 0 0 0,-1-1-1 0 0,1 1 1 0 0,-1 0 0 0 0,0 1 0 0 0,0-1 0 0 0,0 1 0 0 0,0-1-1 0 0,0 1 1 0 0,0 0 0 0 0,0 1 0 0 0,0-1 0 0 0,0 1 0 0 0,-1 0 0 0 0,1 0-1 0 0,0 0 1 0 0,0 0 0 0 0,-6 2 0 0 0,-4 1 10 0 0,0 2-1 0 0,0 0 1 0 0,1 0-1 0 0,0 1 1 0 0,-23 14-1 0 0,-61 46 135 0 0,81-54-173 0 0,-18 13 48 0 0,1 2-1 0 0,-50 50 1 0 0,74-68-58 0 0,1 0 0 0 0,0 1 0 0 0,1 0 0 0 0,0 0 0 0 0,1 1 1 0 0,0-1-1 0 0,0 1 0 0 0,1 1 0 0 0,1-1 0 0 0,0 1 0 0 0,1 0 0 0 0,0 0 0 0 0,0 0 0 0 0,0 13 0 0 0,3-18-6 0 0,1 0-1 0 0,0 0 1 0 0,0-1 0 0 0,0 1-1 0 0,1 0 1 0 0,0 0 0 0 0,0-1-1 0 0,1 1 1 0 0,0-1 0 0 0,0 0-1 0 0,0 0 1 0 0,1 0 0 0 0,0 0-1 0 0,0 0 1 0 0,1-1-1 0 0,-1 0 1 0 0,1 0 0 0 0,0 0-1 0 0,1-1 1 0 0,-1 1 0 0 0,7 3-1 0 0,15 9 25 0 0,1 0 1 0 0,1-3-1 0 0,39 16 0 0 0,-36-16-4 0 0,24 11 41 0 0,67 42-1 0 0,-97-50-51 0 0,0 1 0 0 0,-2 0 0 0 0,0 2 0 0 0,32 35 0 0 0,-47-43-19 0 0,0-1 0 0 0,0 1-1 0 0,-1 1 1 0 0,-1-1 0 0 0,0 1 0 0 0,-1 1 0 0 0,0-1 0 0 0,-1 1 0 0 0,-1 0 0 0 0,0 0 0 0 0,-1 0 0 0 0,0 1-1 0 0,-1-1 1 0 0,0 30 0 0 0,-3-32-5 0 0,1-1-1 0 0,-2 1 1 0 0,0 0-1 0 0,0-1 1 0 0,-1 0-1 0 0,0 1 1 0 0,-1-1-1 0 0,0 0 1 0 0,-1-1-1 0 0,0 1 1 0 0,-1-1-1 0 0,0 0 1 0 0,0 0-1 0 0,-1-1 1 0 0,-1 0-1 0 0,1 0 1 0 0,-2 0-1 0 0,1-1 1 0 0,-11 8-1 0 0,7-8-11 0 0,0 0-1 0 0,-1-1 0 0 0,0-1 1 0 0,0 0-1 0 0,0 0 0 0 0,-1-1 1 0 0,0-1-1 0 0,0 0 0 0 0,0-1 1 0 0,0-1-1 0 0,0 0 0 0 0,0-1 1 0 0,-1 0-1 0 0,1-2 0 0 0,-1 1 1 0 0,1-2-1 0 0,0 1 0 0 0,-1-2 1 0 0,1 0-1 0 0,0-1 0 0 0,1 0 1 0 0,-1-1-1 0 0,1-1 0 0 0,0 0 1 0 0,-18-12-1 0 0,27 15-198 0 0,0-1 1 0 0,0 0-1 0 0,0 0 0 0 0,1-1 0 0 0,0 1 1 0 0,0-1-1 0 0,0 0 0 0 0,0 1 0 0 0,1-1 1 0 0,-1 0-1 0 0,1-1 0 0 0,1 1 0 0 0,-1 0 1 0 0,1 0-1 0 0,0-1 0 0 0,0 1 0 0 0,0-1 1 0 0,1 1-1 0 0,0-1 0 0 0,0 1 0 0 0,1-10 1 0 0,6-11-1673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25.5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219 71 236 0 0,'0'-2'219'0'0,"7"-41"2914"0"0,-7 42-3091 0 0,1 0-1 0 0,-1 1 1 0 0,0-1 0 0 0,0 0-1 0 0,0 0 1 0 0,0 0-1 0 0,0 0 1 0 0,0 0 0 0 0,-1 0-1 0 0,1 0 1 0 0,0 1 0 0 0,0-1-1 0 0,-1 0 1 0 0,1 0-1 0 0,0 0 1 0 0,-1 0 0 0 0,1 1-1 0 0,-1-1 1 0 0,1 0 0 0 0,-1 0-1 0 0,1 1 1 0 0,-1-1-1 0 0,1 0 1 0 0,-1 1 0 0 0,0-1-1 0 0,0 1 1 0 0,1-1 0 0 0,-1 1-1 0 0,0-1 1 0 0,0 1-1 0 0,1 0 1 0 0,-1-1 0 0 0,0 1-1 0 0,0 0 1 0 0,0-1-1 0 0,0 1 1 0 0,0 0 0 0 0,1 0-1 0 0,-1 0 1 0 0,0 0 0 0 0,0 0-1 0 0,0 0 1 0 0,0 0-1 0 0,0 0 1 0 0,0 0 0 0 0,1 0-1 0 0,-1 1 1 0 0,0-1 0 0 0,-1 1-1 0 0,-9 2 118 0 0,1 1-1 0 0,0 1 0 0 0,0 0 1 0 0,0 1-1 0 0,1 0 1 0 0,-1 0-1 0 0,1 1 0 0 0,1 0 1 0 0,-1 1-1 0 0,1-1 1 0 0,1 2-1 0 0,-1-1 0 0 0,1 1 1 0 0,1 0-1 0 0,0 1 1 0 0,-5 9-1 0 0,3-5 27 0 0,1 1 0 0 0,1 0-1 0 0,0 0 1 0 0,1 0 0 0 0,0 0 0 0 0,2 1-1 0 0,0 0 1 0 0,0-1 0 0 0,2 1 0 0 0,0 30-1 0 0,1-41-119 0 0,0 0-1 0 0,1 0 0 0 0,0 0 0 0 0,0 0 1 0 0,0 0-1 0 0,1-1 0 0 0,-1 1 0 0 0,5 7 1 0 0,-6-11-54 0 0,1 1 0 0 0,0-1 0 0 0,1 0 0 0 0,-1 1 0 0 0,0-1 0 0 0,0 0 0 0 0,0 0 0 0 0,1 0 0 0 0,-1 0 0 0 0,0 0 0 0 0,1 0 0 0 0,-1 0 0 0 0,1-1 0 0 0,0 1 1 0 0,-1-1-1 0 0,1 1 0 0 0,-1-1 0 0 0,1 1 0 0 0,0-1 0 0 0,-1 0 0 0 0,1 0 0 0 0,0 1 0 0 0,-1-1 0 0 0,1-1 0 0 0,0 1 0 0 0,-1 0 0 0 0,1 0 0 0 0,0-1 0 0 0,1 0 0 0 0,8-2-39 0 0,0-1 0 0 0,0 0 0 0 0,0-1 0 0 0,-1 0 0 0 0,0-1-1 0 0,0 0 1 0 0,0 0 0 0 0,-1-1 0 0 0,0-1 0 0 0,0 1 0 0 0,-1-2-1 0 0,15-16 1 0 0,-15 15-55 0 0,0-1-1 0 0,-1 0 1 0 0,0 0-1 0 0,0-1 1 0 0,-1 0-1 0 0,-1 0 1 0 0,0 0-1 0 0,-1-1 1 0 0,0 0-1 0 0,-1 0 1 0 0,2-14-1 0 0,-5 22 31 0 0,1-1 0 0 0,-1 0 0 0 0,0 1 0 0 0,-1-1 0 0 0,0 0-1 0 0,0 1 1 0 0,0-1 0 0 0,0 1 0 0 0,-1 0 0 0 0,-3-9 0 0 0,4 12 16 0 0,-1-1 0 0 0,1 0 0 0 0,-1 1 0 0 0,0-1 0 0 0,0 1 0 0 0,0 0 0 0 0,0 0 1 0 0,0-1-1 0 0,0 2 0 0 0,-1-1 0 0 0,1 0 0 0 0,-1 0 0 0 0,1 1 0 0 0,-1-1 0 0 0,0 1 0 0 0,1 0 0 0 0,-1 0 1 0 0,0 0-1 0 0,0 0 0 0 0,-3-1 0 0 0,4 2-143 0 0,1 0 75 0 0,-1 1 0 0 0,1-1-1 0 0,0 1 1 0 0,0-1 0 0 0,0 1-1 0 0,-1-1 1 0 0,1 1-1 0 0,0 0 1 0 0,0 0 0 0 0,0-1-1 0 0,0 1 1 0 0,0 0-1 0 0,0 0 1 0 0,0 1 0 0 0,22 8-3592 0 0,-19-10 1937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25.9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3 132 0 0,'-1'-1'113'0'0,"1"1"0"0"0,-1 0-1 0 0,0-1 1 0 0,0 1 0 0 0,1 0 0 0 0,-1 0 0 0 0,0-1-1 0 0,0 1 1 0 0,1 0 0 0 0,-1 0 0 0 0,0 0 0 0 0,0 0-1 0 0,1 0 1 0 0,-1 0 0 0 0,0 0 0 0 0,0 0 0 0 0,1 1-1 0 0,-1-1 1 0 0,0 0 0 0 0,0 0 0 0 0,1 1 0 0 0,-1-1-1 0 0,0 0 1 0 0,1 1 0 0 0,-1-1 0 0 0,0 0 0 0 0,1 1-1 0 0,-1-1 1 0 0,0 1 0 0 0,1 0 0 0 0,-1-1 0 0 0,1 1 0 0 0,-1-1-1 0 0,1 1 1 0 0,0 0 0 0 0,-1-1 0 0 0,1 1 0 0 0,0 0-1 0 0,-1-1 1 0 0,1 1 0 0 0,0 1 0 0 0,-1 2 121 0 0,1 1 0 0 0,1 0 1 0 0,-1 0-1 0 0,1-1 0 0 0,-1 1 1 0 0,3 5-1 0 0,2 19 584 0 0,-8 49 718 0 0,1-44-977 0 0,1 0 1 0 0,6 47-1 0 0,-5-79-546 0 0,12 45 344 0 0,-12-46-357 0 0,0 0 0 0 0,1 0 0 0 0,-1 1 0 0 0,0-1 0 0 0,1 0 1 0 0,0 0-1 0 0,-1 0 0 0 0,1 0 0 0 0,0 0 0 0 0,-1 0 0 0 0,1 0 1 0 0,0 0-1 0 0,0 0 0 0 0,0 0 0 0 0,0 0 0 0 0,0 0 0 0 0,0 0 1 0 0,0-1-1 0 0,0 1 0 0 0,0 0 0 0 0,0-1 0 0 0,1 1 0 0 0,-1-1 1 0 0,0 0-1 0 0,0 1 0 0 0,1-1 0 0 0,-1 0 0 0 0,0 1 0 0 0,0-1 1 0 0,1 0-1 0 0,-1 0 0 0 0,0 0 0 0 0,1 0 0 0 0,-1-1 0 0 0,0 1 1 0 0,2 0-1 0 0,5-4-49 0 0,-1 1 0 0 0,0-1-1 0 0,0 0 1 0 0,0 0 0 0 0,0-1 0 0 0,0 0 0 0 0,-1 0 0 0 0,0 0 0 0 0,0-1 0 0 0,-1 0 0 0 0,10-13 0 0 0,1-5-102 0 0,-2-1 0 0 0,14-29 0 0 0,-19 32 48 0 0,2 1-1 0 0,1 0 1 0 0,24-32-1 0 0,-26 41 43 0 0,13-13-91 0 0,-22 25 121 0 0,-1 0 5 0 0,2 1 11 0 0,0 1 12 0 0,-1 1 1 0 0,0-1-1 0 0,0 0 1 0 0,0 0-1 0 0,-1 0 1 0 0,1 1-1 0 0,-1-1 1 0 0,1 0-1 0 0,-1 1 1 0 0,0-1-1 0 0,1 1 1 0 0,-1-1-1 0 0,-1 0 1 0 0,1 1-1 0 0,0-1 1 0 0,-1 4-1 0 0,-10 53-21 0 0,6-34 5 0 0,3-14 22 0 0,1-1 0 0 0,0 1 0 0 0,1 0 1 0 0,1 0-1 0 0,-1-1 0 0 0,1 1 0 0 0,1 0 0 0 0,4 15 1 0 0,-5-23-73 0 0,0-1 1 0 0,0 1 0 0 0,0-1 0 0 0,0 1-1 0 0,0-1 1 0 0,0 0 0 0 0,0 1 0 0 0,1-1-1 0 0,0 0 1 0 0,-1 0 0 0 0,1 0 0 0 0,0 0-1 0 0,0 0 1 0 0,0 0 0 0 0,0-1 0 0 0,0 1-1 0 0,0-1 1 0 0,0 1 0 0 0,1-1 0 0 0,-1 0-1 0 0,1 0 1 0 0,-1 0 0 0 0,1 0 0 0 0,-1 0 0 0 0,1-1-1 0 0,-1 1 1 0 0,1-1 0 0 0,0 1 0 0 0,-1-1-1 0 0,1 0 1 0 0,0 0 0 0 0,-1 0 0 0 0,1-1-1 0 0,-1 1 1 0 0,1-1 0 0 0,0 1 0 0 0,-1-1-1 0 0,1 0 1 0 0,3-2 0 0 0,18-7-3092 0 0,-12 3 1342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26.3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44 95 188 0 0,'-35'-30'3210'0'0,"34"30"-3165"0"0,1 0 0 0 0,-1 0 0 0 0,1 0-1 0 0,-1-1 1 0 0,1 1 0 0 0,0 0 0 0 0,-1 0-1 0 0,1-1 1 0 0,-1 1 0 0 0,1 0 0 0 0,0-1 0 0 0,-1 1-1 0 0,1 0 1 0 0,0-1 0 0 0,0 1 0 0 0,-1 0-1 0 0,1-1 1 0 0,0 1 0 0 0,0-1 0 0 0,-1 1-1 0 0,1-1 1 0 0,0 1 0 0 0,0 0 0 0 0,0-1-1 0 0,0 1 1 0 0,0-1 0 0 0,0 1 0 0 0,0-1 0 0 0,0 1-1 0 0,0-1 1 0 0,0 1 0 0 0,0-1 0 0 0,12-10 787 0 0,21-1-215 0 0,21 3-223 0 0,0 3-1 0 0,94 0 1 0 0,-73 10-888 0 0,-73-4 286 0 0,2 0-2019 0 0,-15-3 1087 0 0,-26-5 748 0 0,34 7 405 0 0,0 1 0 0 0,-1 0 1 0 0,1 0-1 0 0,-1 0 0 0 0,1 0 0 0 0,0 1 1 0 0,-1 0-1 0 0,1-1 0 0 0,0 1 0 0 0,0 0 1 0 0,-1 0-1 0 0,1 1 0 0 0,0-1 0 0 0,0 1 1 0 0,0 0-1 0 0,1-1 0 0 0,-1 1 0 0 0,0 0 1 0 0,-3 4-1 0 0,2-1 110 0 0,1-1 1 0 0,-1 1-1 0 0,1 0 0 0 0,0 0 1 0 0,1 0-1 0 0,-1 1 1 0 0,1-1-1 0 0,0 0 0 0 0,1 1 1 0 0,-3 9-1 0 0,-54 201 3295 0 0,18-67-2130 0 0,19-87-4676 0 0,21-61 1123 0 0,0-1 173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27.2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 0 172 0 0,'-1'1'84'0'0,"0"-1"0"0"0,0 1 0 0 0,0 0-1 0 0,1-1 1 0 0,-1 1 0 0 0,0 0 0 0 0,0 0 0 0 0,0 0 0 0 0,1-1-1 0 0,-1 1 1 0 0,0 0 0 0 0,1 0 0 0 0,-1 0 0 0 0,1 0 0 0 0,-1 0 0 0 0,1 0-1 0 0,-1 1 1 0 0,1-1 0 0 0,0 0 0 0 0,0 0 0 0 0,-1 0 0 0 0,1 0-1 0 0,0 0 1 0 0,0 0 0 0 0,0 1 0 0 0,0-1 0 0 0,0 0 0 0 0,1 0-1 0 0,-1 0 1 0 0,0 0 0 0 0,0 0 0 0 0,1 0 0 0 0,-1 0 0 0 0,1 0 0 0 0,-1 0-1 0 0,1 0 1 0 0,-1 0 0 0 0,1 0 0 0 0,0 0 0 0 0,-1 0 0 0 0,1 0-1 0 0,0 0 1 0 0,0 0 0 0 0,-1-1 0 0 0,1 1 0 0 0,0 0 0 0 0,0-1-1 0 0,0 1 1 0 0,0 0 0 0 0,0-1 0 0 0,0 1 0 0 0,0-1 0 0 0,2 1 0 0 0,6 3 97 0 0,1 0 0 0 0,-1-1 1 0 0,1 0-1 0 0,15 3 1 0 0,17 0 271 0 0,66 1 0 0 0,-7 0-185 0 0,327 15 492 0 0,-165-12-340 0 0,363 38-872 0 0,-498-29-3563 0 0,-111-15 2049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44.4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2828 172 0 0,'-18'18'1890'0'0,"21"-17"-657"0"0,8-5-937 0 0,-7 3-167 0 0,-4 1-5 0 0,0 0-14 0 0,0 0 1 0 0,0 0 2 0 0,0 0-2 0 0,0 0 11 0 0,30 33 1074 0 0,-22-30-1042 0 0,-1 1 0 0 0,1-1 0 0 0,-1 2 0 0 0,10 6 0 0 0,27 15 406 0 0,-25-19-373 0 0,-1 0 0 0 0,1-1 0 0 0,0-1 1 0 0,1-1-1 0 0,20 2 0 0 0,48 2 436 0 0,25-14-55 0 0,-69 1-252 0 0,65 3 0 0 0,50 16 4 0 0,-147-12-275 0 0,-1 0 0 0 0,1 0 0 0 0,-1 2 0 0 0,0-1 0 0 0,0 2 0 0 0,0-1 0 0 0,-1 1 0 0 0,0 1-1 0 0,1 0 1 0 0,-2 1 0 0 0,14 10 0 0 0,-9-6 54 0 0,-1-1-38 0 0,1 0 0 0 0,0 0 0 0 0,0-1 0 0 0,24 10 0 0 0,-16-11 37 0 0,-1 2-1 0 0,0 0 1 0 0,19 13-1 0 0,-33-19-64 0 0,0-1 0 0 0,1 0 0 0 0,-1 0-1 0 0,1-1 1 0 0,0 0 0 0 0,10 1-1 0 0,-1 0 0 0 0,-6-1-18 0 0,0 0 0 0 0,1-1 0 0 0,-1 0-1 0 0,0-1 1 0 0,1-1 0 0 0,-1 0 0 0 0,20-4 0 0 0,4-4 26 0 0,37-14 0 0 0,-17 5-14 0 0,94-30 0 0 0,-122 38-18 0 0,-1-1 1 0 0,0-2-1 0 0,0 0 1 0 0,-1-2 0 0 0,33-25-1 0 0,-12 4-8 0 0,-29 22 1 0 0,0 0 0 0 0,0 2 0 0 0,1 0 0 0 0,36-17 0 0 0,-2 5 14 0 0,23-9-1 0 0,-65 28-13 0 0,0 0 0 0 0,0-1 1 0 0,-1 0-1 0 0,1 0 0 0 0,13-13 0 0 0,5-3-3 0 0,36-20 31 0 0,30-23-22 0 0,-71 44-8 0 0,-1-2 0 0 0,-1 0 0 0 0,-1-2 0 0 0,18-26-1 0 0,-2 0 41 0 0,15-19 2 0 0,49-95 0 0 0,-47 66 4 0 0,46-78 28 0 0,28-58 11 0 0,-123 227-81 0 0,59-127 66 0 0,27-53 6 0 0,-69 152-7 0 0,27-35 1 0 0,-16 26 23 0 0,-13 20-51 0 0,1 1 1 0 0,24-23-1 0 0,9-10 12 0 0,-24 26-10 0 0,58-46-1 0 0,-29 27 81 0 0,-29 26-32 0 0,47-29-1 0 0,-46 33-53 0 0,-20 14-20 0 0,2-2 9 0 0,0 0 0 0 0,0-1 0 0 0,-1 0 0 0 0,0-1 0 0 0,14-16 0 0 0,-10 11 10 0 0,-12 13-30 0 0,-1 0 1 0 0,0 0-1 0 0,0 0 1 0 0,0 0-1 0 0,0-1 1 0 0,0 1-1 0 0,0 0 1 0 0,1-4-1 0 0,0 3-3 0 0,0 0 0 0 0,0 1-1 0 0,0-1 1 0 0,0 1 0 0 0,0-1 0 0 0,1 1-1 0 0,-1 0 1 0 0,5-2 0 0 0,2-2 4 0 0,34-22 21 0 0,85-42 0 0 0,-114 63-22 0 0,1 1-1 0 0,23-6 1 0 0,-30 9-3 0 0,0-1 1 0 0,0 1-1 0 0,0-2 1 0 0,9-5-1 0 0,3-2-3 0 0,55-27-2 0 0,-46 21 11 0 0,1 2 0 0 0,1 1 0 0 0,0 1 0 0 0,1 1 0 0 0,0 3-1 0 0,36-8 1 0 0,-16 3 268 0 0,-52 15-252 0 0,26-14 77 0 0,63-47-59 0 0,-89 61-39 0 0,28-18 11 0 0,4 13-15 0 0,61-4 0 0 0,-65 8-18 0 0,-13-2 32 0 0,-1 0 0 0 0,0-1 0 0 0,0 0-1 0 0,-1-1 1 0 0,1-1 0 0 0,-1 0 0 0 0,0-1-1 0 0,-1 0 1 0 0,1-1 0 0 0,-2-1 0 0 0,1 0-1 0 0,13-13 1 0 0,-24 20 61 0 0,0 0 0 0 0,0 0 0 0 0,0 0-1 0 0,0-1 1 0 0,0 1 0 0 0,-1 0 0 0 0,1-1 0 0 0,-1 1 0 0 0,2-5 0 0 0,-2 6-73 0 0,-1 1 2 0 0,0 0 3 0 0,0 0 10 0 0,0 0-1 0 0,0 0-3 0 0,0 0-12 0 0,0 0 3 0 0,0 0-2 0 0,0 0 10 0 0,-12-14-11 0 0,5 9 6 0 0,-58-52-203 0 0,62 55 187 0 0,0 0 0 0 0,0-1 0 0 0,0 1 0 0 0,0 0 0 0 0,-1 1 0 0 0,1-1 0 0 0,0 1 1 0 0,-1-1-1 0 0,-3 0 0 0 0,-7-3-5 0 0,11 4 12 0 0,0 0 0 0 0,0 1 0 0 0,-1-1 1 0 0,1 1-1 0 0,0-1 0 0 0,-1 1 0 0 0,1 0 0 0 0,0 0 0 0 0,-1 1 0 0 0,-6 0 0 0 0,-5 1-2 0 0,-54-6-20 0 0,67 4 29 0 0,2 0 0 0 0,0 0-5 0 0,0 0 2 0 0,14 5 54 0 0,1 0 0 0 0,-1-2 0 0 0,18 3 0 0 0,16 5 55 0 0,150 29 49 0 0,-117-29-137 0 0,-79-11-11 0 0,-2 0 11 0 0,0 0 1 0 0,-8 19 28 0 0,-14 6 69 0 0,1 0 1 0 0,-29 49-1 0 0,5-7 76 0 0,-99 165-195 0 0,144-232-705 0 0,-2 3 1762 0 0,1-3-3745 0 0,0-3-4395 0 0,-6-26 3243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1.8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391 72 748 0 0,'-2'-4'142'0'0,"1"0"1"0"0,-1 0-1 0 0,0 0 0 0 0,0 0 1 0 0,-1 0-1 0 0,1 0 0 0 0,-1 1 1 0 0,0-1-1 0 0,0 1 0 0 0,0-1 1 0 0,0 1-1 0 0,-1 0 0 0 0,1 1 0 0 0,-1-1 1 0 0,0 0-1 0 0,1 1 0 0 0,-1 0 1 0 0,0 0-1 0 0,-1 0 0 0 0,1 1 1 0 0,0-1-1 0 0,0 1 0 0 0,-1 0 1 0 0,1 0-1 0 0,-1 0 0 0 0,1 1 1 0 0,-1 0-1 0 0,1-1 0 0 0,-1 2 1 0 0,1-1-1 0 0,0 0 0 0 0,-1 1 0 0 0,1 0 1 0 0,-1 0-1 0 0,1 0 0 0 0,0 1 1 0 0,0-1-1 0 0,-1 1 0 0 0,1 0 1 0 0,0 1-1 0 0,-5 3 0 0 0,0 1-64 0 0,0 0-1 0 0,0 1 0 0 0,1 0 1 0 0,0 1-1 0 0,1 0 0 0 0,0 0 1 0 0,0 0-1 0 0,1 1 0 0 0,0 0 1 0 0,1 1-1 0 0,0-1 1 0 0,1 1-1 0 0,0 0 0 0 0,0 0 1 0 0,1 0-1 0 0,-2 17 0 0 0,2-10-25 0 0,1 0-1 0 0,1 1 0 0 0,0-1 0 0 0,2 0 1 0 0,0 0-1 0 0,1 0 0 0 0,0 0 0 0 0,2 0 1 0 0,9 30-1 0 0,-6-30-14 0 0,1-1 1 0 0,0 0 0 0 0,2 0 0 0 0,0-1-1 0 0,0 0 1 0 0,2 0 0 0 0,17 18-1 0 0,-7-13 13 0 0,0-1-1 0 0,1-1 0 0 0,48 30 0 0 0,-60-42-43 0 0,0 0 0 0 0,0 0-1 0 0,-1 1 1 0 0,0 0 0 0 0,15 17-1 0 0,-22-22-7 0 0,-1 1 0 0 0,0-1 0 0 0,0 1 0 0 0,0-1 0 0 0,0 1 0 0 0,-1 0 0 0 0,1 0 0 0 0,-1-1 0 0 0,0 1 0 0 0,0 0 0 0 0,0 0 0 0 0,-1 0 0 0 0,0 0 0 0 0,1 0 0 0 0,-1 0 0 0 0,-1 1 0 0 0,1-1 0 0 0,-1 0 0 0 0,1 0 0 0 0,-1 0 0 0 0,0-1 0 0 0,-3 7 0 0 0,-2 7 0 0 0,-2-1 0 0 0,0 0 0 0 0,-1-1 0 0 0,0 0 0 0 0,-1 0 0 0 0,-1-1 0 0 0,0 0-1 0 0,-1-1 1 0 0,-17 16 0 0 0,17-19-6 0 0,0 0-1 0 0,0-1 1 0 0,-1 0 0 0 0,0-1-1 0 0,-1 0 1 0 0,1-1-1 0 0,-2-1 1 0 0,1 0-1 0 0,-1-1 1 0 0,1 0-1 0 0,-17 2 1 0 0,25-6-40 0 0,1 0 1 0 0,-1-1-1 0 0,0 0 1 0 0,1 0-1 0 0,-1-1 1 0 0,1 1-1 0 0,-1-1 1 0 0,0 0-1 0 0,1-1 1 0 0,-1 1-1 0 0,1-1 1 0 0,0 0-1 0 0,0 0 1 0 0,0-1-1 0 0,0 0 1 0 0,0 0-1 0 0,0 0 1 0 0,1 0-1 0 0,-1-1 1 0 0,1 0-1 0 0,-6-6 1 0 0,4 2-342 0 0,0 1 1 0 0,1-1-1 0 0,0 0 1 0 0,0-1-1 0 0,1 0 1 0 0,0 1-1 0 0,0-1 1 0 0,1 0 0 0 0,0-1-1 0 0,1 1 1 0 0,-3-19-1 0 0,4 0-1417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2.5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 49 272 0 0,'-1'-1'145'0'0,"0"1"1"0"0,0-1-1 0 0,-1 0 0 0 0,1 1 1 0 0,0-1-1 0 0,0 0 0 0 0,0 0 0 0 0,0 1 1 0 0,0-1-1 0 0,0 0 0 0 0,0 0 1 0 0,0 0-1 0 0,0 0 0 0 0,1-1 0 0 0,-1 1 1 0 0,0 0-1 0 0,1 0 0 0 0,-1 0 1 0 0,0-1-1 0 0,1 1 0 0 0,0 0 1 0 0,-1 0-1 0 0,1-1 0 0 0,0 1 0 0 0,0 0 1 0 0,-1-1-1 0 0,1 1 0 0 0,0 0 1 0 0,0-1-1 0 0,1 1 0 0 0,-1-1 1 0 0,0 1-1 0 0,0 0 0 0 0,1 0 0 0 0,-1-1 1 0 0,0 1-1 0 0,1 0 0 0 0,0-1 1 0 0,-1 1-1 0 0,2-2 0 0 0,-2 3 41 0 0,0 0-6 0 0,0 0-8 0 0,2 2-5 0 0,2 8-52 0 0,0 0-1 0 0,-1 1 1 0 0,0-1 0 0 0,0 1-1 0 0,-1 0 1 0 0,-1 0 0 0 0,1 16 0 0 0,-1-11 42 0 0,1 0 1 0 0,0 0-1 0 0,6 18 1 0 0,1-6 67 0 0,-6-16-91 0 0,0 1 0 0 0,1-1 0 0 0,1-1 0 0 0,0 1 0 0 0,1-1 0 0 0,0 0 0 0 0,14 20 1 0 0,-14-24-57 0 0,0 0 0 0 0,1 0 1 0 0,-1-1-1 0 0,1 0 1 0 0,1 0-1 0 0,11 7 1 0 0,-17-12-73 0 0,-1 0 1 0 0,1 0 0 0 0,0 0 0 0 0,0-1 0 0 0,0 1 0 0 0,0-1-1 0 0,0 1 1 0 0,0-1 0 0 0,0 0 0 0 0,0 0 0 0 0,0 1 0 0 0,-1-1-1 0 0,1-1 1 0 0,0 1 0 0 0,0 0 0 0 0,0 0 0 0 0,0-1 0 0 0,0 1-1 0 0,0-1 1 0 0,0 0 0 0 0,0 1 0 0 0,-1-1 0 0 0,1 0 0 0 0,0 0-1 0 0,0 0 1 0 0,-1 0 0 0 0,1-1 0 0 0,-1 1 0 0 0,1 0 0 0 0,-1-1-1 0 0,0 1 1 0 0,1-1 0 0 0,-1 1 0 0 0,0-1 0 0 0,0 1 0 0 0,0-1-1 0 0,1-3 1 0 0,5-8-68 0 0,0-1 0 0 0,-1 0 0 0 0,-1 0 0 0 0,0 0 0 0 0,-1 0-1 0 0,-1-1 1 0 0,4-26 0 0 0,-5 3-442 0 0,-3-70 0 0 0,-7 51-93 0 0,8 56 524 0 0,0 1 16 0 0,0 0 31 0 0,2 4 8 0 0,53 94 76 0 0,-38-65 42 0 0,2 0 0 0 0,1 0 0 0 0,39 47 0 0 0,-57-77-128 0 0,1 0-1 0 0,-1-1 0 0 0,0 1 1 0 0,1-1-1 0 0,0 0 1 0 0,0 0-1 0 0,0 0 1 0 0,0 0-1 0 0,0 0 1 0 0,6 2-1 0 0,8-4-2529 0 0,-14-2 311 0 0,-3-6 174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3.2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0 336 0 0,'0'0'578'0'0,"0"0"-26"0"0,0 0-18 0 0,0 0-30 0 0,0 0-38 0 0,0 0-15 0 0,0 0-46 0 0,0 3-19 0 0,18 78 1375 0 0,-12-56-1252 0 0,6 40 0 0 0,-8-40-193 0 0,1-1 0 0 0,1 1 0 0 0,11 28 0 0 0,-6-17 42 0 0,-8-28-242 0 0,-1 1 0 0 0,1-1 0 0 0,0 0 0 0 0,1 0 1 0 0,0 0-1 0 0,0 0 0 0 0,1-1 0 0 0,7 10 0 0 0,-11-16-63 0 0,-1-1-14 0 0,10-35-86 0 0,-9 21-45 0 0,-1 1-1 0 0,0 0 1 0 0,-1 0 0 0 0,0 0 0 0 0,-5-17-1 0 0,0-9-142 0 0,3 21 127 0 0,-2-1-1 0 0,0 1 0 0 0,-8-18 1 0 0,7 18-2 0 0,0 0 0 0 0,1 0 0 0 0,-3-18 0 0 0,21 48 289 0 0,17 27-24 0 0,17 21 76 0 0,-28-39-95 0 0,1-1 0 0 0,32 26 0 0 0,-43-39-90 0 0,1 0 1 0 0,0 0-1 0 0,0-1 0 0 0,1-1 0 0 0,0 1 1 0 0,0-2-1 0 0,0 1 0 0 0,16 3 1 0 0,-25-8-44 0 0,0 0 1 0 0,0 1 0 0 0,1-1 0 0 0,-1 0 0 0 0,0 0 0 0 0,0 0 0 0 0,0 0 0 0 0,0 0 0 0 0,1 0 0 0 0,-1-1 0 0 0,0 1 0 0 0,0-1 0 0 0,0 0 0 0 0,0 1 0 0 0,0-1 0 0 0,0 0 0 0 0,0 0 0 0 0,0 0 0 0 0,0-1-1 0 0,-1 1 1 0 0,1 0 0 0 0,1-2 0 0 0,0 0-15 0 0,-1-1 0 0 0,1 1-1 0 0,-1 0 1 0 0,0-1 0 0 0,0 0-1 0 0,-1 1 1 0 0,1-1 0 0 0,-1 0-1 0 0,0 0 1 0 0,2-8 0 0 0,-1-5-72 0 0,-1-1 0 0 0,0 1 0 0 0,-1-1 0 0 0,-4-22 0 0 0,3 14-32 0 0,0 15 34 0 0,0-1 0 0 0,0 1 1 0 0,-6-20-1 0 0,9 29 57 0 0,3 1 32 0 0,0 4 12 0 0,23 24 32 0 0,53 59 322 0 0,16 35 266 0 0,-82-104-673 0 0,0 0 0 0 0,1-1-1 0 0,34 26 1 0 0,-30-32-632 0 0,-6-5-4188 0 0,-14-5 2623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3.9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159 65 536 0 0,'-13'-24'3604'0'0,"12"21"-3417"0"0,0 0 1 0 0,-1 0 0 0 0,1 0 0 0 0,-1 1-1 0 0,0-1 1 0 0,1 1 0 0 0,-1-1 0 0 0,0 1-1 0 0,-1 0 1 0 0,1-1 0 0 0,0 1 0 0 0,-1 0-1 0 0,1 0 1 0 0,-5-2 0 0 0,5 3-153 0 0,0 1 1 0 0,0 0-1 0 0,0-1 1 0 0,1 1 0 0 0,-1 0-1 0 0,0 0 1 0 0,0 0-1 0 0,0 0 1 0 0,0 1-1 0 0,0-1 1 0 0,1 0-1 0 0,-1 1 1 0 0,0-1 0 0 0,0 1-1 0 0,1 0 1 0 0,-1 0-1 0 0,0-1 1 0 0,1 1-1 0 0,-1 0 1 0 0,0 0-1 0 0,1 1 1 0 0,0-1 0 0 0,-1 0-1 0 0,1 0 1 0 0,0 1-1 0 0,-1-1 1 0 0,-1 3-1 0 0,-3 3 58 0 0,0 0-1 0 0,0 0 0 0 0,0 1 0 0 0,1 0 0 0 0,0-1 0 0 0,0 2 0 0 0,1-1 1 0 0,0 1-1 0 0,-5 15 0 0 0,7-13 22 0 0,0 0 0 0 0,0 1 0 0 0,1-1 0 0 0,1 0-1 0 0,-1 1 1 0 0,2-1 0 0 0,0 0 0 0 0,0 1 0 0 0,1-1 0 0 0,1 0 0 0 0,6 18 0 0 0,-7-23-71 0 0,0-1-1 0 0,1 1 1 0 0,0-1-1 0 0,0 0 1 0 0,0 0-1 0 0,1-1 1 0 0,0 1 0 0 0,0-1-1 0 0,0 1 1 0 0,0-1-1 0 0,1-1 1 0 0,-1 1-1 0 0,1-1 1 0 0,0 1 0 0 0,0-1-1 0 0,0-1 1 0 0,1 1-1 0 0,-1-1 1 0 0,1 0-1 0 0,-1 0 1 0 0,1 0 0 0 0,0-1-1 0 0,0 0 1 0 0,6 1-1 0 0,-4-2-26 0 0,0 0 0 0 0,0-1 0 0 0,0 0 0 0 0,0 0 0 0 0,-1-1 0 0 0,1 0 0 0 0,-1 0 0 0 0,1-1 0 0 0,-1 0 0 0 0,0 0 0 0 0,0-1 0 0 0,0 1 0 0 0,0-2 0 0 0,-1 1 0 0 0,0-1 0 0 0,8-6-1 0 0,-7 4-62 0 0,0 1 0 0 0,0-1-1 0 0,-1-1 1 0 0,1 1 0 0 0,-2-1-1 0 0,1 0 1 0 0,-1 0 0 0 0,0-1-1 0 0,-1 0 1 0 0,0 1-1 0 0,-1-2 1 0 0,6-17 0 0 0,-9 23 0 0 0,1 0 0 0 0,-1 0 0 0 0,1 1 1 0 0,-1-1-1 0 0,0 0 0 0 0,-1 0 1 0 0,1 0-1 0 0,-1 0 0 0 0,1 1 0 0 0,-1-1 1 0 0,0 0-1 0 0,-1 0 0 0 0,1 1 0 0 0,-1-1 1 0 0,1 1-1 0 0,-1-1 0 0 0,0 1 0 0 0,0 0 1 0 0,-1 0-1 0 0,1 0 0 0 0,0 0 1 0 0,-1 0-1 0 0,0 0 0 0 0,0 1 0 0 0,0-1 1 0 0,0 1-1 0 0,0 0 0 0 0,-1 0 0 0 0,1 0 1 0 0,0 0-1 0 0,-1 1 0 0 0,0-1 0 0 0,1 1 1 0 0,-1 0-1 0 0,0 0 0 0 0,1 0 1 0 0,-1 1-1 0 0,0-1 0 0 0,0 1 0 0 0,0 0 1 0 0,0 0-1 0 0,0 0 0 0 0,1 1 0 0 0,-1-1 1 0 0,0 1-1 0 0,0 0 0 0 0,1 0 0 0 0,-1 0 1 0 0,0 1-1 0 0,1-1 0 0 0,-1 1 1 0 0,-3 2-1 0 0,-25 22-929 0 0,19-6-3153 0 0,12-19 2227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4.3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1 240 0 0,'0'0'613'0'0,"0"0"-31"0"0,0 0-31 0 0,0 0-19 0 0,0 0-26 0 0,1 3-6 0 0,8 14 344 0 0,5 11-46 0 0,-1 1 1 0 0,10 30-1 0 0,3 29 117 0 0,36 127 923 0 0,-61-211-1793 0 0,0 0 0 0 0,1 0 1 0 0,-1 0-1 0 0,1 0 0 0 0,0-1 1 0 0,0 1-1 0 0,5 5 0 0 0,-7-8-141 0 0,1-9-64 0 0,-1 0 0 0 0,-1 0 0 0 0,1 1 0 0 0,-1-1 0 0 0,-1 0 0 0 0,1 1 0 0 0,-4-9 0 0 0,0-8-334 0 0,2 8 125 0 0,-2-15-1633 0 0,-10-32-1 0 0,3 33-43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4.6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58 404 0 0,'8'2'837'0'0,"-1"-1"0"0"0,1-1 1 0 0,-1 0-1 0 0,1 0 0 0 0,-1 0 0 0 0,0-1 0 0 0,8-1 1 0 0,74-11 282 0 0,-25-5-673 0 0,16-3-1070 0 0,-25 16-3691 0 0,-43 5 2214 0 0</inkml:trace>
  <inkml:trace contextRef="#ctx0" brushRef="#br0" timeOffset="0.99">120 339 768 0 0,'10'-4'812'0'0,"10"0"-52"0"0,-3 0-72 0 0,2-4-56 0 0,2 3-76 0 0,5-1-104 0 0,-5 0-116 0 0,7-2-168 0 0,6 3-172 0 0,-2-3-244 0 0,0-2-572 0 0,0 3-892 0 0,-4 1 396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5.9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40 140 424 0 0,'-1'-2'148'0'0,"0"1"0"0"0,0-1 0 0 0,0 1 0 0 0,0 0 0 0 0,0 0-1 0 0,0 0 1 0 0,0-1 0 0 0,-1 1 0 0 0,1 0 0 0 0,0 0 0 0 0,-1 1 0 0 0,1-1 0 0 0,-2-1 0 0 0,-11-5 1045 0 0,11 6-901 0 0,1 1 24 0 0,2 0-232 0 0,0 0 0 0 0,0 0 0 0 0,0 0-1 0 0,-1 1 1 0 0,1-1 0 0 0,0 0 0 0 0,0 1-1 0 0,0-1 1 0 0,-1 0 0 0 0,1 0-1 0 0,0 1 1 0 0,0-1 0 0 0,0 0 0 0 0,0 1-1 0 0,0-1 1 0 0,0 0 0 0 0,0 1 0 0 0,-1-1-1 0 0,1 0 1 0 0,0 1 0 0 0,0-1 0 0 0,0 0-1 0 0,0 1 1 0 0,1-1 0 0 0,-1 0-1 0 0,0 1 1 0 0,0-1 0 0 0,0 0 0 0 0,0 1-1 0 0,0-1 1 0 0,0 0 0 0 0,0 0 0 0 0,1 1-1 0 0,-1-1 1 0 0,0 0 0 0 0,1 1 0 0 0,6 28-28 0 0,-1-3 140 0 0,94 409 1203 0 0,-85-388-1201 0 0,20 45-1 0 0,3 4 288 0 0,-33-86-209 0 0,-6-23-227 0 0,-10-32-74 0 0,-68-200-422 0 0,37 106 186 0 0,30 101 169 0 0,3 0 0 0 0,1-1 0 0 0,-5-68 0 0 0,13 101 94 0 0,0-1-1 0 0,1 1 1 0 0,-1 0-1 0 0,1 0 1 0 0,1-1-1 0 0,-1 1 1 0 0,1 0-1 0 0,0 0 1 0 0,1 0 0 0 0,-1 1-1 0 0,1-1 1 0 0,0 0-1 0 0,1 1 1 0 0,-1 0-1 0 0,1 0 1 0 0,0 0-1 0 0,0 0 1 0 0,1 0-1 0 0,-1 1 1 0 0,1 0-1 0 0,0 0 1 0 0,0 0-1 0 0,9-4 1 0 0,3-2 14 0 0,0 1 0 0 0,0 1 1 0 0,1 0-1 0 0,0 2 0 0 0,1 0 0 0 0,27-6 0 0 0,-35 11-12 0 0,-1-1-1 0 0,1 1 1 0 0,0 1-1 0 0,-1 0 0 0 0,1 0 1 0 0,0 1-1 0 0,-1 0 1 0 0,1 1-1 0 0,15 5 1 0 0,-23-6-4 0 0,0 0 1 0 0,0 0-1 0 0,0 0 1 0 0,0 1 0 0 0,0-1-1 0 0,0 1 1 0 0,-1-1-1 0 0,1 1 1 0 0,-1 0-1 0 0,1 0 1 0 0,-1 0 0 0 0,0 0-1 0 0,0 1 1 0 0,0-1-1 0 0,0 1 1 0 0,0-1 0 0 0,0 1-1 0 0,-1 0 1 0 0,0-1-1 0 0,1 1 1 0 0,-1 0-1 0 0,0 0 1 0 0,0 0 0 0 0,0 0-1 0 0,-1 0 1 0 0,1 0-1 0 0,-1 0 1 0 0,0 1-1 0 0,1-1 1 0 0,-1 0 0 0 0,-1 0-1 0 0,1 0 1 0 0,0 0-1 0 0,-1 0 1 0 0,-1 6 0 0 0,-2 4-1 0 0,-1 1 1 0 0,-1-1 0 0 0,0 0 0 0 0,-1 0-1 0 0,0-1 1 0 0,0 0 0 0 0,-2 0 0 0 0,1-1 0 0 0,-2 0-1 0 0,-19 19 1 0 0,8-12-42 0 0,0 0-1 0 0,-1-2 0 0 0,-1 0 1 0 0,-42 20-1 0 0,12-18-1158 0 0,51-18 547 0 0,2 0-693 0 0,0 0-908 0 0,0 0 171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6.6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0 126 144 0 0,'0'0'619'0'0,"0"0"-39"0"0,0 0-35 0 0,0 0-33 0 0,0 0-42 0 0,0 0-34 0 0,2 5-9 0 0,66 182 2939 0 0,-45-131-2594 0 0,-13-35-364 0 0,-2 0 0 0 0,0 1-1 0 0,7 34 1 0 0,-26-77-296 0 0,1-1 1 0 0,-13-40-1 0 0,15 17-268 0 0,-3-74 1 0 0,11 102 116 0 0,0 0 0 0 0,2 0 0 0 0,-1 0 0 0 0,2 0 0 0 0,0 0 0 0 0,1 0 0 0 0,11-26 0 0 0,-14 39 33 0 0,1 0 0 0 0,0 0 0 0 0,1 0 0 0 0,-1 1 0 0 0,1-1 0 0 0,-1 1 1 0 0,1-1-1 0 0,0 1 0 0 0,0 0 0 0 0,1 0 0 0 0,-1 1 0 0 0,0-1 1 0 0,1 0-1 0 0,0 1 0 0 0,0 0 0 0 0,-1 0 0 0 0,1 0 0 0 0,0 1 1 0 0,1-1-1 0 0,-1 1 0 0 0,0 0 0 0 0,0 0 0 0 0,1 0 0 0 0,-1 1 0 0 0,0-1 1 0 0,5 1-1 0 0,-1 1 3 0 0,-1-1 0 0 0,1 1 0 0 0,-1 0 0 0 0,0 1 0 0 0,1 0 0 0 0,-1 0 0 0 0,0 1 0 0 0,0 0 0 0 0,0 0 0 0 0,-1 0 0 0 0,1 1 0 0 0,-1 0 0 0 0,0 0 0 0 0,7 6 0 0 0,-11-8 2 0 0,-1-1-1 0 0,1 1 1 0 0,-1-1-1 0 0,0 1 1 0 0,0 0-1 0 0,0-1 1 0 0,0 1-1 0 0,0 0 1 0 0,0 0-1 0 0,0 0 1 0 0,0-1-1 0 0,-1 1 1 0 0,1 0-1 0 0,-1 0 1 0 0,1 0-1 0 0,-1 0 1 0 0,0 0-1 0 0,0 0 1 0 0,0 0-1 0 0,0 0 1 0 0,0 0-1 0 0,0 0 1 0 0,-1 0-1 0 0,1 0 1 0 0,-1 0-1 0 0,1 0 0 0 0,-1 0 1 0 0,0 0-1 0 0,0 0 1 0 0,0 0-1 0 0,0-1 1 0 0,0 1-1 0 0,0 0 1 0 0,0-1-1 0 0,-2 3 1 0 0,-3 3-7 0 0,0-1 1 0 0,0 1-1 0 0,0-2 1 0 0,0 1-1 0 0,-1 0 1 0 0,-13 7-1 0 0,-96 56-101 0 0,115-69 108 0 0,0 1 0 0 0,1-1 0 0 0,-1 1 1 0 0,1-1-1 0 0,-1 0 0 0 0,0 1 0 0 0,1-1 0 0 0,-1 1 1 0 0,1 0-1 0 0,-1-1 0 0 0,1 1 0 0 0,0-1 0 0 0,-1 1 1 0 0,1 0-1 0 0,0-1 0 0 0,-1 1 0 0 0,1 0 0 0 0,0-1 1 0 0,0 1-1 0 0,-1 0 0 0 0,1 0 0 0 0,0-1 1 0 0,0 1-1 0 0,0 0 0 0 0,0 0 0 0 0,0-1 0 0 0,0 1 1 0 0,0 0-1 0 0,0-1 0 0 0,0 1 0 0 0,1 0 0 0 0,-1 0 1 0 0,0-1-1 0 0,0 1 0 0 0,1 0 0 0 0,-1-1 0 0 0,0 1 1 0 0,1 0-1 0 0,-1-1 0 0 0,1 1 0 0 0,-1-1 0 0 0,1 1 1 0 0,-1 0-1 0 0,1-1 0 0 0,-1 1 0 0 0,1-1 0 0 0,-1 0 1 0 0,1 1-1 0 0,0-1 0 0 0,0 1 0 0 0,38 24-23 0 0,-34-22 25 0 0,358 172 242 0 0,-303-148-538 0 0,-47-18 85 0 0,-5-4 52 0 0,-4-2-402 0 0,0-1-585 0 0,-2-2-38 0 0,-2 0-871 0 0,0 0 159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6.9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150 1 564 0 0,'0'0'634'0'0,"-13"-1"1425"0"0,5 6-1818 0 0,0 0 1 0 0,0 0-1 0 0,1 1 0 0 0,0-1 0 0 0,0 2 1 0 0,0-1-1 0 0,1 1 0 0 0,0 0 1 0 0,0 0-1 0 0,1 1 0 0 0,-6 10 0 0 0,3-4 65 0 0,0 1 1 0 0,1 0-1 0 0,0 1 0 0 0,2-1 0 0 0,-7 28 0 0 0,10-33-155 0 0,1 0 1 0 0,0 1 0 0 0,1-1-1 0 0,1 1 1 0 0,-1-1-1 0 0,1 0 1 0 0,1 1 0 0 0,0-1-1 0 0,1 0 1 0 0,0 0-1 0 0,0 0 1 0 0,1 0-1 0 0,6 10 1 0 0,-8-15-105 0 0,0-1 0 0 0,0 0 0 0 0,1 0 0 0 0,-1-1-1 0 0,1 1 1 0 0,0-1 0 0 0,0 1 0 0 0,1-1 0 0 0,-1 0 0 0 0,1 0-1 0 0,-1 0 1 0 0,1 0 0 0 0,0-1 0 0 0,0 0 0 0 0,0 1 0 0 0,0-2 0 0 0,1 1-1 0 0,-1 0 1 0 0,1-1 0 0 0,-1 0 0 0 0,1 0 0 0 0,-1 0 0 0 0,1 0 0 0 0,-1-1-1 0 0,1 0 1 0 0,0 0 0 0 0,-1 0 0 0 0,1-1 0 0 0,-1 1 0 0 0,1-1 0 0 0,7-2-1 0 0,-5 0-43 0 0,1 0-1 0 0,-1-1 1 0 0,0 0-1 0 0,0 0 0 0 0,-1-1 1 0 0,1 0-1 0 0,-1 0 1 0 0,0 0-1 0 0,0-1 0 0 0,-1 0 1 0 0,1 0-1 0 0,-1 0 0 0 0,-1-1 1 0 0,1 0-1 0 0,-1 0 1 0 0,0 0-1 0 0,-1 0 0 0 0,0-1 1 0 0,3-8-1 0 0,-4 11-57 0 0,0 0-1 0 0,-1 0 1 0 0,1-1-1 0 0,-1 1 0 0 0,0-1 1 0 0,0 0-1 0 0,-1 1 1 0 0,0-1-1 0 0,0 0 1 0 0,0 1-1 0 0,-1-1 1 0 0,0 1-1 0 0,0-1 1 0 0,0 1-1 0 0,-1-1 0 0 0,1 1 1 0 0,-1-1-1 0 0,-1 1 1 0 0,1 0-1 0 0,-1 0 1 0 0,0 0-1 0 0,0 1 1 0 0,0-1-1 0 0,-1 1 1 0 0,1-1-1 0 0,-1 1 0 0 0,-7-6 1 0 0,5 6-65 0 0,1 1-1 0 0,-1 0 1 0 0,0 0 0 0 0,0 0-1 0 0,0 0 1 0 0,0 1 0 0 0,-1 0-1 0 0,1 0 1 0 0,0 1-1 0 0,-1 0 1 0 0,1 0 0 0 0,-1 1-1 0 0,0-1 1 0 0,1 1 0 0 0,-1 1-1 0 0,1-1 1 0 0,-1 1 0 0 0,1 0-1 0 0,-1 1 1 0 0,1-1 0 0 0,-7 4-1 0 0,12-5 39 0 0,1 0 0 0 0,0 1-1 0 0,-1-1 1 0 0,1 0 0 0 0,0 0-1 0 0,0 1 1 0 0,0-1 0 0 0,-1 0-1 0 0,1 1 1 0 0,0-1 0 0 0,0 0-1 0 0,0 1 1 0 0,0-1 0 0 0,-1 0-1 0 0,1 1 1 0 0,0-1 0 0 0,0 0-1 0 0,0 1 1 0 0,0-1 0 0 0,0 0-1 0 0,0 1 1 0 0,0-1 0 0 0,0 0-1 0 0,0 1 1 0 0,0-1 0 0 0,0 0-1 0 0,0 1 1 0 0,0-1 0 0 0,1 0-1 0 0,-1 1 1 0 0,0-1 0 0 0,0 0-1 0 0,0 1 1 0 0,0-1 0 0 0,0 0-1 0 0,1 1 1 0 0,-1-1 0 0 0,0 0-1 0 0,0 1 1 0 0,1-1 0 0 0,-1 0-1 0 0,0 0 1 0 0,0 0 0 0 0,1 1-1 0 0,-1-1 1 0 0,0 0 0 0 0,1 0-1 0 0,-1 0 1 0 0,0 0 0 0 0,1 1-1 0 0,-1-1 1 0 0,0 0 0 0 0,1 0-1 0 0,0 0 87 0 0,4 3-1701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7.4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28 560 0 0,'0'0'590'0'0,"0"0"-40"0"0,0 0-14 0 0,0 0-17 0 0,0 0-14 0 0,3 3-22 0 0,3 9-73 0 0,0-1 1 0 0,-1 1-1 0 0,0 0 1 0 0,-1 0-1 0 0,0 0 1 0 0,3 22-1 0 0,9 25 389 0 0,4 3 200 0 0,21 116 1 0 0,-42-172-1616 0 0,-7-13 409 0 0,-6-15-132 0 0,-3-22-313 0 0,2-2 0 0 0,2 1 0 0 0,2-2-1 0 0,-8-80 1 0 0,14 98 575 0 0,4-27 331 0 0,1 55-205 0 0,0 0-1 0 0,0 1 1 0 0,0-1-1 0 0,0 0 1 0 0,0 1-1 0 0,0-1 0 0 0,0 1 1 0 0,0-1-1 0 0,1 0 1 0 0,-1 1-1 0 0,0-1 0 0 0,0 0 1 0 0,0 1-1 0 0,1-1 1 0 0,-1 1-1 0 0,0-1 1 0 0,1 1-1 0 0,-1-1 0 0 0,0 1 1 0 0,1-1-1 0 0,-1 1 1 0 0,1-1-1 0 0,-1 1 0 0 0,1 0 1 0 0,-1-1-1 0 0,1 1 1 0 0,-1-1-1 0 0,1 1 1 0 0,0 0-1 0 0,1-1 0 0 0,-1 1-1 0 0,1 0 1 0 0,-1 0-1 0 0,1 0 1 0 0,-1 0 0 0 0,1 0-1 0 0,-1 0 1 0 0,1 1-1 0 0,-1-1 1 0 0,1 0 0 0 0,-1 1-1 0 0,2 0 1 0 0,43 23 322 0 0,-40-20-202 0 0,-4-3-148 0 0,32 19 208 0 0,0 2 0 0 0,39 33-1 0 0,-66-48-227 0 0,1-1-1 0 0,-1 1 0 0 0,-1 0 0 0 0,1 0 0 0 0,-1 1 0 0 0,-1 0 0 0 0,1 0 0 0 0,-1 1 0 0 0,0-1 0 0 0,-1 1 0 0 0,0 0 0 0 0,-1 0 0 0 0,0 1 0 0 0,0-1 0 0 0,1 11 0 0 0,-4-13 1 0 0,0 0 0 0 0,-1 0 0 0 0,1 0-1 0 0,-2 0 1 0 0,1-1 0 0 0,-1 1 0 0 0,0-1 0 0 0,0 1 0 0 0,-1-1-1 0 0,0 1 1 0 0,0-1 0 0 0,0 0 0 0 0,-1 0 0 0 0,0-1-1 0 0,0 1 1 0 0,0-1 0 0 0,-8 7 0 0 0,-1 1 3 0 0,-1 0 0 0 0,-1-1 0 0 0,0-1 0 0 0,-32 19 0 0 0,42-27-7 0 0,-1 0 0 0 0,1 0 0 0 0,-1-1 0 0 0,0 0 1 0 0,1 0-1 0 0,-1-1 0 0 0,-8 2 0 0 0,13-3-48 0 0,0 0 0 0 0,0 0 0 0 0,0 0 1 0 0,0 0-1 0 0,0 0 0 0 0,0 0 0 0 0,0-1 0 0 0,0 1 0 0 0,0 0 1 0 0,0 0-1 0 0,0-1 0 0 0,0 1 0 0 0,1 0 0 0 0,-1-1 1 0 0,0 1-1 0 0,0-1 0 0 0,0 1 0 0 0,1-1 0 0 0,-1 0 1 0 0,-1-1-1 0 0,1 1-146 0 0,1 0 0 0 0,-1-1 0 0 0,1 1 0 0 0,-1-1-1 0 0,1 1 1 0 0,0-1 0 0 0,-1 1 0 0 0,1-1 0 0 0,0 1 0 0 0,0-1 0 0 0,0 1 0 0 0,0-1 0 0 0,0 1 0 0 0,1-1 0 0 0,-1 1 0 0 0,0-1 0 0 0,1 1 0 0 0,0-2 0 0 0,5-14-1826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7.9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16 276 0 0,'1'-1'358'0'0,"-1"-1"0"0"0,1 1 0 0 0,0 0 1 0 0,0 0-1 0 0,0 0 0 0 0,-1 0 0 0 0,1 0 0 0 0,0 0 0 0 0,0 0 0 0 0,0 0 0 0 0,1 0 1 0 0,-1 0-1 0 0,1 0 0 0 0,6 15 43 0 0,0 1 1 0 0,-1-1-1 0 0,-1 2 1 0 0,-1-1-1 0 0,0 1 1 0 0,-1 0-1 0 0,4 32 1 0 0,3 9 309 0 0,-2-10-174 0 0,5 24 261 0 0,-12-65-715 0 0,0 0 1 0 0,0-1-1 0 0,0 1 0 0 0,0-1 1 0 0,1 0-1 0 0,0 0 0 0 0,0 0 0 0 0,0 0 1 0 0,6 5-1 0 0,-7-8-69 0 0,-1 0-1 0 0,1 0 1 0 0,0-1 0 0 0,-1 1 0 0 0,1-1-1 0 0,0 0 1 0 0,0 0 0 0 0,0 1-1 0 0,0-1 1 0 0,0 0 0 0 0,1-1 0 0 0,-1 1-1 0 0,0 0 1 0 0,0-1 0 0 0,0 1-1 0 0,1-1 1 0 0,-1 1 0 0 0,0-1 0 0 0,1 0-1 0 0,-1 0 1 0 0,4-1 0 0 0,-2 0-47 0 0,-1 0 1 0 0,1 0-1 0 0,-1-1 1 0 0,0 1-1 0 0,0-1 1 0 0,0 0 0 0 0,0 0-1 0 0,0 0 1 0 0,0-1-1 0 0,0 1 1 0 0,-1-1-1 0 0,5-4 1 0 0,1-4-157 0 0,0 0 0 0 0,-1-1 0 0 0,0 0 0 0 0,0 0 0 0 0,-2-1 0 0 0,7-18 0 0 0,-7 15 76 0 0,-1-2 0 0 0,0 1 1 0 0,-1 0-1 0 0,-1-1 1 0 0,-1 1-1 0 0,-1-1 1 0 0,0 1-1 0 0,-1-1 0 0 0,-1 0 1 0 0,0 1-1 0 0,-6-19 1 0 0,11 74 639 0 0,10 35-396 0 0,-6-51-74 0 0,0-1-1 0 0,13 26 1 0 0,-15-38-149 0 0,-1 0 0 0 0,2-1 0 0 0,-1 0 0 0 0,1 0 0 0 0,0 0-1 0 0,1-1 1 0 0,12 11 0 0 0,-17-16-191 0 0,1-1 0 0 0,-1 0-1 0 0,1-1 1 0 0,-1 1 0 0 0,1 0 0 0 0,-1-1 0 0 0,1 1-1 0 0,0-1 1 0 0,0 0 0 0 0,-1 0 0 0 0,1 0 0 0 0,0 0-1 0 0,-1 0 1 0 0,1-1 0 0 0,0 1 0 0 0,-1-1 0 0 0,6-1-1 0 0,6-7-1732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8.2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166 3 616 0 0,'-2'-1'216'0'0,"0"1"0"0"0,-1-1 0 0 0,1 1 0 0 0,-1 0 0 0 0,1 0 0 0 0,-1 0 0 0 0,1 0 0 0 0,0 0 0 0 0,-1 1 0 0 0,1-1-1 0 0,0 0 1 0 0,-1 1 0 0 0,1 0 0 0 0,0 0 0 0 0,-1 0 0 0 0,-1 1 0 0 0,-2 1-10 0 0,1 0 0 0 0,1 1-1 0 0,-1 0 1 0 0,1-1 0 0 0,-1 2 0 0 0,-5 5-1 0 0,-1 5 130 0 0,1-1 1 0 0,0 2-1 0 0,-11 23 0 0 0,15-28-96 0 0,1 1 1 0 0,1-1-1 0 0,0 1 1 0 0,0 0-1 0 0,1 0 0 0 0,1 0 1 0 0,0 0-1 0 0,1 1 1 0 0,0 22-1 0 0,1-30-175 0 0,0 0 1 0 0,1-1 0 0 0,0 1-1 0 0,0 0 1 0 0,0-1-1 0 0,1 1 1 0 0,-1-1-1 0 0,1 1 1 0 0,0-1-1 0 0,1 0 1 0 0,-1 0-1 0 0,1 0 1 0 0,-1 0-1 0 0,1 0 1 0 0,1 0-1 0 0,-1-1 1 0 0,0 1-1 0 0,1-1 1 0 0,0 0-1 0 0,-1 0 1 0 0,1 0-1 0 0,0-1 1 0 0,1 0-1 0 0,-1 1 1 0 0,0-1-1 0 0,1-1 1 0 0,-1 1 0 0 0,6 1-1 0 0,1-1-139 0 0,1 1 0 0 0,0-2 0 0 0,0 1 0 0 0,-1-2-1 0 0,1 1 1 0 0,0-2 0 0 0,0 1 0 0 0,0-2 0 0 0,0 0 0 0 0,0 0 0 0 0,17-6 0 0 0,-18 4-776 0 0,1-1 0 0 0,-1 0 0 0 0,0-1 0 0 0,0 0 0 0 0,-1 0 1 0 0,18-15-1 0 0,-7 1-1669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8.5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16 136 0 0,'0'0'888'0'0,"0"0"-846"0"0,-1 0 0 0 0,1 0 1 0 0,0 0-1 0 0,0 0 0 0 0,0 0 0 0 0,0 0 0 0 0,-1 0 1 0 0,1 0-1 0 0,0 0 0 0 0,0 0 0 0 0,0 0 0 0 0,0 0 0 0 0,0 0 1 0 0,-1 0-1 0 0,1 0 0 0 0,0 1 0 0 0,0-1 0 0 0,0 0 0 0 0,0 0 1 0 0,0 0-1 0 0,0 0 0 0 0,-1 0 0 0 0,1 0 0 0 0,0 0 1 0 0,0 0-1 0 0,0 0 0 0 0,0 1 0 0 0,0-1 0 0 0,0 0 0 0 0,0 0 1 0 0,0 0-1 0 0,0 0 0 0 0,0 0 0 0 0,0 0 0 0 0,-1 1 0 0 0,1-1 1 0 0,0 0-1 0 0,0 0 0 0 0,0 0 0 0 0,0 0 0 0 0,0 1 1 0 0,0-1-1 0 0,0 0 0 0 0,0 0 0 0 0,0 0 0 0 0,0 0 0 0 0,0 0 1 0 0,0 1-1 0 0,1-1 0 0 0,-1 0 0 0 0,0 0 0 0 0,0 0 1 0 0,0 0-1 0 0,0 0 0 0 0,0 0 0 0 0,0 1 0 0 0,0-1 0 0 0,0 0 1 0 0,0 0-1 0 0,0 0 0 0 0,0 0 0 0 0,1 0 0 0 0,-1 0 0 0 0,0 0 1 0 0,0 0-1 0 0,0 1 0 0 0,0-1 0 0 0,1 0 0 0 0,91 9 2476 0 0,-58-7-2221 0 0,-1-2 0 0 0,46-6 0 0 0,-67 4-562 0 0,39-7-471 0 0,-20-3-2728 0 0,-26 8 1846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5:58.8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42 90 100 0 0,'-2'1'116'0'0,"0"-1"0"0"0,0 1 0 0 0,0-1 0 0 0,0 1 0 0 0,0 0 0 0 0,0 0 0 0 0,1 0-1 0 0,-1 0 1 0 0,0 0 0 0 0,0 1 0 0 0,1-1 0 0 0,-1 0 0 0 0,1 1 0 0 0,-1-1 0 0 0,1 1 0 0 0,-1 0 0 0 0,1-1 0 0 0,0 1 0 0 0,0 0 0 0 0,0 0 0 0 0,0 0-1 0 0,0 0 1 0 0,0 0 0 0 0,1 0 0 0 0,-1 0 0 0 0,1 0 0 0 0,-1 0 0 0 0,1 0 0 0 0,0 4 0 0 0,-2 8 429 0 0,2 1 1 0 0,0-1-1 0 0,2 21 1 0 0,0-15-217 0 0,1 28 574 0 0,4 106 1190 0 0,-2-39-938 0 0,-3-104-1064 0 0,1 7 77 0 0,1-1-119 0 0,-4-17-84 0 0,0 1 0 0 0,0-1 0 0 0,0 0 1 0 0,0 1-1 0 0,0-1 0 0 0,0 0 1 0 0,0 1-1 0 0,0-1 0 0 0,0 0 0 0 0,0 1 1 0 0,0-1-1 0 0,0 0 0 0 0,0 1 0 0 0,0-1 1 0 0,0 0-1 0 0,0 1 0 0 0,0-1 0 0 0,1 0 1 0 0,-1 1-1 0 0,0-1 0 0 0,0 0 1 0 0,0 1-1 0 0,0-1 0 0 0,1 0 0 0 0,-1 1 1 0 0,0-1-1 0 0,0 0 0 0 0,1 0 0 0 0,-1 0 1 0 0,0 1-1 0 0,1-1 0 0 0,-1 0 0 0 0,0 0 1 0 0,0 0-1 0 0,1 0 0 0 0,-1 1 1 0 0,0-1-1 0 0,1 0 0 0 0,-1 0 0 0 0,1 0 1 0 0,-1 0-1 0 0,0 0 0 0 0,1 0 0 0 0,-1 0 1 0 0,0 0-1 0 0,1 0 0 0 0,-1 0 1 0 0,0 0-1 0 0,1 0 0 0 0,-1 0 0 0 0,0 0 1 0 0,1 0-1 0 0,-1-1 0 0 0,0 1 0 0 0,1 0 1 0 0,-1 0-1 0 0,0 0 0 0 0,1 0 0 0 0,-1-1 1 0 0,0 1-1 0 0,0 0 0 0 0,1 0 1 0 0,-1-1-1 0 0,0 1 0 0 0,15-22-4247 0 0,-9 9 2026 0 0</inkml:trace>
  <inkml:trace contextRef="#ctx0" brushRef="#br0" timeOffset="1">443 4 928 0 0,'0'-1'118'0'0,"0"1"-1"0"0,0 0 1 0 0,-1 0-1 0 0,1-1 1 0 0,-1 1 0 0 0,1 0-1 0 0,0 0 1 0 0,-1-1-1 0 0,1 1 1 0 0,-1 0-1 0 0,1 0 1 0 0,0 0 0 0 0,-1 0-1 0 0,1 0 1 0 0,-1-1-1 0 0,1 1 1 0 0,-1 0 0 0 0,1 0-1 0 0,-1 0 1 0 0,1 0-1 0 0,0 0 1 0 0,-1 1-1 0 0,1-1 1 0 0,-1 0 0 0 0,1 0-1 0 0,-1 0 1 0 0,1 0-1 0 0,0 0 1 0 0,-1 1 0 0 0,0-1-1 0 0,-17 14 1424 0 0,-15 27-981 0 0,27-33-163 0 0,2-3-306 0 0,0 0 0 0 0,1 0 0 0 0,-1 0 0 0 0,1 1 0 0 0,0-1 0 0 0,1 1 0 0 0,-1 0 0 0 0,1 0 0 0 0,0 0 0 0 0,-2 11 0 0 0,4-14-69 0 0,0 1 0 0 0,0-1-1 0 0,1 0 1 0 0,-1 0 0 0 0,0 0 0 0 0,1 0-1 0 0,0 0 1 0 0,0 0 0 0 0,0 0-1 0 0,0 0 1 0 0,0 0 0 0 0,1 0-1 0 0,-1-1 1 0 0,1 1 0 0 0,0 0 0 0 0,-1-1-1 0 0,1 0 1 0 0,1 1 0 0 0,-1-1-1 0 0,0 0 1 0 0,0 0 0 0 0,1 0-1 0 0,-1 0 1 0 0,4 1 0 0 0,51 28 61 0 0,-36-21-65 0 0,31 21 0 0 0,-48-28-13 0 0,1 0 1 0 0,-1 0-1 0 0,0 0 0 0 0,0 1 0 0 0,-1 0 0 0 0,1 0 0 0 0,-1 0 1 0 0,0 0-1 0 0,0 0 0 0 0,0 1 0 0 0,-1-1 0 0 0,4 8 0 0 0,-5-9 9 0 0,-1 1 0 0 0,1 0-1 0 0,-1 0 1 0 0,0 0-1 0 0,0 0 1 0 0,0 0 0 0 0,0 0-1 0 0,-1 0 1 0 0,1 0-1 0 0,-1-1 1 0 0,0 1 0 0 0,0 0-1 0 0,0 0 1 0 0,-1-1-1 0 0,0 1 1 0 0,1-1 0 0 0,-1 1-1 0 0,0-1 1 0 0,-1 0-1 0 0,1 0 1 0 0,0 0 0 0 0,-1 0-1 0 0,0 0 1 0 0,-5 4-1 0 0,-2 2-2 0 0,0-1 1 0 0,-1 0-1 0 0,0 0 0 0 0,0-1 0 0 0,-23 10 0 0 0,21-12-111 0 0,-15 2-430 0 0,7-6-155 0 0,13-2-94 0 0,0 1 0 0 0,0-2 0 0 0,0 1 0 0 0,-13-5 0 0 0,-4-5-1471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00.7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51 588 100 0 0,'0'0'522'0'0,"0"0"-12"0"0,-15 1 1280 0 0,-12 11 68 0 0,18-8 493 0 0,33-14-1684 0 0,-14 7-571 0 0,-1 0-1 0 0,1 1 1 0 0,0 0-1 0 0,0 0 1 0 0,0 1-1 0 0,1 0 1 0 0,15 1-1 0 0,77 13 497 0 0,-17-1-203 0 0,226-4 334 0 0,54-30-736 0 0,-4-28-150 0 0,26 10 133 0 0,-65 9 12 0 0,-18-12 42 0 0,-226 36-21 0 0,0 3 0 0 0,0 4 0 0 0,0 4 0 0 0,136 23 1 0 0,-168-22 1 0 0,0-2 0 0 0,0-2 0 0 0,61-7 0 0 0,-60 3 7 0 0,121-13 75 0 0,84-25 33 0 0,-66 9-62 0 0,-63 16-44 0 0,253-14 32 0 0,-255 21 38 0 0,233 14 1 0 0,-300 0-72 0 0,-6 0 2 0 0,0-1-1 0 0,77-5 1 0 0,93-13 6 0 0,52 12-8 0 0,-266 2-13 0 0,98 8 8 0 0,44 0 41 0 0,-75-10-28 0 0,90-5 22 0 0,-9-4-7 0 0,67-9-17 0 0,-190 16-4 0 0,1 2 0 0 0,34 0 0 0 0,4 1 10 0 0,-11-2 11 0 0,70-12-1 0 0,-47 3-12 0 0,19-4 6 0 0,247-49 107 0 0,-303 58-94 0 0,124-16 292 0 0,-93 13 428 0 0,40-7-279 0 0,-37 4-347 0 0,19-5-87 0 0,-81 13-44 0 0,1 1 0 0 0,1 1 0 0 0,-1 0 0 0 0,0 1 0 0 0,1 1 1 0 0,-1 1-1 0 0,0 0 0 0 0,25 4 0 0 0,-39-3 2 0 0,1 0 1 0 0,0 0-1 0 0,-1-1 0 0 0,1 0 1 0 0,0 0-1 0 0,0 0 0 0 0,-1 0 1 0 0,1 0-1 0 0,0-1 0 0 0,0 1 1 0 0,3-2-1 0 0,13-2 96 0 0,-18 4-72 0 0,15-12 92 0 0,-17 11-190 0 0,0 1-27 0 0,-34-26-2461 0 0,15 14-3552 0 0,15 8 3529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01.4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81 1 496 0 0,'-21'9'924'0'0,"21"-9"-80"0"0,-11 2-80 0 0,11-2-84 0 0,-10 0-68 0 0,10 0-68 0 0,0 0-84 0 0,-9 4-115 0 0,9-4-101 0 0,0 0-88 0 0,-11 2-104 0 0,11-2-116 0 0,0 0-144 0 0,0 0-120 0 0,-6 4-153 0 0,2 4-359 0 0,0 1-912 0 0,-1-1 404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01.7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88 0 0,'0'8'804'0'0,"2"-1"-72"0"0,0 1-72 0 0,0-2-84 0 0,0-2-52 0 0,-2-4-84 0 0,5 5-60 0 0,-5-5-124 0 0,0 0-144 0 0,0 0-196 0 0,17-9-308 0 0,-13 3-292 0 0,4 0-740 0 0,-5 0 328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31.9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0 484 0 0,'2'4'291'0'0,"0"1"0"0"0,0-1 0 0 0,-1 0 0 0 0,1 1 0 0 0,-1-1 0 0 0,0 1-1 0 0,0 0 1 0 0,0 5 0 0 0,5 19 608 0 0,0-12-666 0 0,1-1 0 0 0,1-1 0 0 0,0 0 0 0 0,1 0 1 0 0,1 0-1 0 0,0-1 0 0 0,1 0 0 0 0,1-1 0 0 0,0-1 0 0 0,0 0 0 0 0,1 0 0 0 0,1-1 1 0 0,27 17-1 0 0,-25-17-433 0 0,40 24 173 0 0,-53-33-499 0 0,1-1 0 0 0,0 1 0 0 0,0-1 1 0 0,0 0-1 0 0,0 0 0 0 0,0 0 0 0 0,8 0 1 0 0,1-1-1071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32.3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218 0 232 0 0,'-13'33'1592'0'0,"-2"-1"-1"0"0,-36 58 1 0 0,-50 52-1057 0 0,86-121-476 0 0,11-15-707 0 0,0 0-1 0 0,0 1 1 0 0,1-1-1 0 0,-4 11 1 0 0,7-16-683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32.6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286 0 204 0 0,'-2'2'99'0'0,"0"0"0"0"0,-1 0 0 0 0,1 0 0 0 0,0 0 0 0 0,1 1 0 0 0,-1-1 0 0 0,0 0 0 0 0,0 1-1 0 0,1-1 1 0 0,0 1 0 0 0,-1 0 0 0 0,0 5 0 0 0,-11 38 537 0 0,10-32-452 0 0,-5 30 441 0 0,1 1 1 0 0,0 54-1 0 0,-5 41-254 0 0,12-136-647 0 0,0-3 196 0 0,0-1-1 0 0,0 1 0 0 0,0-1 0 0 0,0 1 1 0 0,0-1-1 0 0,0 1 0 0 0,0-1 1 0 0,0 1-1 0 0,0-1 0 0 0,0 1 1 0 0,0-1-1 0 0,0 1 0 0 0,0-1 0 0 0,-1 1 1 0 0,1-1-1 0 0,0 1 0 0 0,0-1 1 0 0,-1 1-1 0 0,1-1 0 0 0,0 1 0 0 0,0-1 1 0 0,-1 0-1 0 0,1 1 0 0 0,-1-1 1 0 0,1 1-1 0 0,0-1 0 0 0,-1 0 1 0 0,0 1-1 0 0,-6 1-1012 0 0</inkml:trace>
  <inkml:trace contextRef="#ctx0" brushRef="#br0" timeOffset="1">0 273 244 0 0,'5'7'556'0'0,"3"-1"-20"0"0,5 0-40 0 0,2-4-8 0 0,4 0-28 0 0,13-2-20 0 0,2 4-80 0 0,15-10-32 0 0,5 4-24 0 0,1 0-92 0 0,3-8-120 0 0,6-1-192 0 0,-5 1-296 0 0,-5 1-276 0 0,-1 1-724 0 0,-2 4 320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33.3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414 3 608 0 0,'-1'0'101'0'0,"1"-1"-1"0"0,-1 1 1 0 0,1 0 0 0 0,-1 0-1 0 0,1-1 1 0 0,-1 1-1 0 0,1 0 1 0 0,-1 0 0 0 0,1 0-1 0 0,-1-1 1 0 0,1 1-1 0 0,-1 0 1 0 0,0 0 0 0 0,1 0-1 0 0,-1 0 1 0 0,1 0 0 0 0,-1 0-1 0 0,0 0 1 0 0,1 0-1 0 0,-1 1 1 0 0,1-1 0 0 0,-1 0-1 0 0,1 0 1 0 0,-1 0 0 0 0,0 1-1 0 0,1-1 1 0 0,-1 0-1 0 0,1 0 1 0 0,-1 1 0 0 0,1-1-1 0 0,-1 1 1 0 0,1-1-1 0 0,0 0 1 0 0,-1 1 0 0 0,1-1-1 0 0,-1 1 1 0 0,1-1 0 0 0,-1 1-1 0 0,-23 21-5 0 0,23-21 82 0 0,-52 47 627 0 0,-99 67-1 0 0,42-35-133 0 0,102-74-604 0 0,-21 16 78 0 0,28-21-131 0 0,0 1 0 0 0,-1-1 0 0 0,1 0 0 0 0,0 1 0 0 0,0-1 0 0 0,0 0 0 0 0,0 1 1 0 0,0-1-1 0 0,0 1 0 0 0,0 0 0 0 0,0-1 0 0 0,1 1 0 0 0,-1 0 0 0 0,1-1 1 0 0,-1 3-1 0 0,1-2-3 0 0,1 0 1 0 0,0 0-1 0 0,-1 0 1 0 0,1-1 0 0 0,0 1-1 0 0,0 0 1 0 0,0-1 0 0 0,1 1-1 0 0,-1-1 1 0 0,0 1-1 0 0,0-1 1 0 0,1 1 0 0 0,-1-1-1 0 0,1 0 1 0 0,-1 0-1 0 0,1 0 1 0 0,3 2 0 0 0,33 17 65 0 0,254 111 100 0 0,-128-55-251 0 0,-150-70 41 0 0,23 10-224 0 0,48 29 0 0 0,-81-38-1773 0 0,-13-7 1365 0 0,-19-7-1317 0 0,16 1 496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33.7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1 131 504 0 0,'0'0'567'0'0,"0"0"-43"0"0,0 0-53 0 0,0 0-45 0 0,0 0-42 0 0,0 0-28 0 0,0 0-29 0 0,5 1-30 0 0,45 5 219 0 0,1-2 0 0 0,94-5 0 0 0,-78-1-340 0 0,63-2-42 0 0,0-6 1 0 0,-1-5-1 0 0,138-36 0 0 0,-42-4-1675 0 0,-202 51-951 0 0,-23 4 1316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34.0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6 368 0 0,'0'2'104'0'0,"0"-1"-1"0"0,-1 1 1 0 0,1-1 0 0 0,0 0-1 0 0,0 1 1 0 0,0-1 0 0 0,0 1-1 0 0,1-1 1 0 0,-1 0 0 0 0,0 1-1 0 0,1-1 1 0 0,-1 0 0 0 0,1 1-1 0 0,-1-1 1 0 0,1 0 0 0 0,-1 1-1 0 0,1-1 1 0 0,0 0 0 0 0,0 0-1 0 0,0 0 1 0 0,0 0 0 0 0,0 0-1 0 0,0 0 1 0 0,0 0 0 0 0,0 0-1 0 0,0 0 1 0 0,0 0 0 0 0,0 0-1 0 0,1-1 1 0 0,-1 1-1 0 0,0-1 1 0 0,0 1 0 0 0,1-1-1 0 0,-1 1 1 0 0,3 0 0 0 0,6 2 68 0 0,1-1 0 0 0,0 1 1 0 0,16 0-1 0 0,-20-2-45 0 0,24 0 24 0 0,0 0 1 0 0,0-2-1 0 0,0-2 1 0 0,31-6-1 0 0,10-1 17 0 0,38-3-153 0 0,102-10-350 0 0,-71 23-2807 0 0,-112 2 1799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34.4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88 6 224 0 0,'0'0'548'0'0,"0"0"-15"0"0,0-6 261 0 0,5 7 3688 0 0,15 10-4440 0 0,0 0 0 0 0,-1 1 0 0 0,0 1 1 0 0,-1 1-1 0 0,0 1 0 0 0,20 22 0 0 0,2 7 78 0 0,46 64-1 0 0,-79-98-107 0 0,1 1-1 0 0,-2 0 1 0 0,1 0-1 0 0,-2 0 1 0 0,1 1 0 0 0,-2-1-1 0 0,1 1 1 0 0,-2 0-1 0 0,4 17 1 0 0,-7-23-6 0 0,1 0 1 0 0,-1 0 0 0 0,0 0-1 0 0,0 0 1 0 0,-1 0 0 0 0,0 0 0 0 0,0 0-1 0 0,-1-1 1 0 0,1 1 0 0 0,-1 0-1 0 0,0-1 1 0 0,-1 1 0 0 0,1-1-1 0 0,-1 1 1 0 0,0-1 0 0 0,0 0 0 0 0,-1 0-1 0 0,0-1 1 0 0,0 1 0 0 0,0-1-1 0 0,-9 8 1 0 0,-13 9 79 0 0,-1-2 0 0 0,-1 0 0 0 0,-36 17 0 0 0,-95 37 139 0 0,153-70-217 0 0,6-3-8 0 0,-6 2-63 0 0,1 0-1 0 0,-1 0 1 0 0,0 1-1 0 0,1 0 1 0 0,0 0-1 0 0,0 1 1 0 0,0-1 0 0 0,0 1-1 0 0,0 0 1 0 0,-7 9-1 0 0,12-12-28 0 0,-1-1 0 0 0,1 1 0 0 0,0-1-1 0 0,0 1 1 0 0,0-1 0 0 0,0 1-1 0 0,0-1 1 0 0,0 1 0 0 0,0-1 0 0 0,0 1-1 0 0,0 0 1 0 0,0-1 0 0 0,0 1 0 0 0,1-1-1 0 0,-1 0 1 0 0,0 1 0 0 0,0-1 0 0 0,0 1-1 0 0,1-1 1 0 0,-1 1 0 0 0,0-1 0 0 0,0 1-1 0 0,1-1 1 0 0,-1 0 0 0 0,0 1 0 0 0,1-1-1 0 0,-1 0 1 0 0,1 1 0 0 0,-1-1-1 0 0,0 0 1 0 0,1 1 0 0 0,-1-1 0 0 0,1 0-1 0 0,-1 0 1 0 0,1 0 0 0 0,-1 1 0 0 0,1-1-1 0 0,-1 0 1 0 0,1 0 0 0 0,-1 0 0 0 0,1 0-1 0 0,13 4-1813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37.0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16 837 44 0 0,'-15'98'5801'0'0,"16"-105"-5703"0"0,1-1 0 0 0,0 1 1 0 0,0 0-1 0 0,0 0 1 0 0,7-12-1 0 0,2-9 84 0 0,77-255 577 0 0,13-9-356 0 0,-81 238-306 0 0,2 0 0 0 0,51-87 0 0 0,-68 132-72 0 0,-5 8-19 0 0,1 0 0 0 0,-1 0-1 0 0,1 0 1 0 0,-1-1-1 0 0,1 1 1 0 0,0 0-1 0 0,-1 0 1 0 0,1 0-1 0 0,0 0 1 0 0,0 0 0 0 0,0 0-1 0 0,0 0 1 0 0,0 0-1 0 0,0 0 1 0 0,0 1-1 0 0,0-1 1 0 0,2-1-1 0 0,-2 5-1 0 0,-1-1 0 0 0,1 1-1 0 0,-1 0 1 0 0,1 0 0 0 0,-1 0-1 0 0,0-1 1 0 0,0 1 0 0 0,0 0-1 0 0,-1 4 1 0 0,1-7-2 0 0,-2 37 6 0 0,-4 165 90 0 0,7-162 3 0 0,2 1 0 0 0,16 79 0 0 0,70 172 229 0 0,-80-270-357 0 0,19 32-1 0 0,-5-11-369 0 0,-17-32 45 0 0,6 10-690 0 0,-12-20 897 0 0,1-1-1 0 0,-1 1 1 0 0,0-1 0 0 0,0 0-1 0 0,0 1 1 0 0,0-1 0 0 0,0 1-1 0 0,0-1 1 0 0,0 1 0 0 0,0-1-1 0 0,0 1 1 0 0,0-1 0 0 0,0 1-1 0 0,0-1 1 0 0,-1 1 0 0 0,1-1-1 0 0,0 0 1 0 0,0 1 0 0 0,0-1-1 0 0,-1 1 1 0 0,1-1 0 0 0,0 0-1 0 0,0 1 1 0 0,-1 0 0 0 0,0-1-1821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38.9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193 1 692 0 0,'0'0'709'0'0,"0"0"-18"0"0,0 0-31 0 0,0 0-42 0 0,0 0-44 0 0,-5 2-52 0 0,-5 6-209 0 0,1 0 0 0 0,-1 0-1 0 0,1 1 1 0 0,1 0-1 0 0,0 1 1 0 0,0-1 0 0 0,1 2-1 0 0,-10 17 1 0 0,-7 8 29 0 0,-1-2-137 0 0,-8 12-293 0 0,14-15-4161 0 0,19-31 2283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39.3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21 556 0 0,'0'0'661'0'0,"0"0"-28"0"0,3-1-25 0 0,38-7 64 0 0,0 3 1 0 0,1 1-1 0 0,-1 2 1 0 0,50 4-1 0 0,-22-2-478 0 0,110 7-806 0 0,-101 1-2332 0 0,-64-7 1558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39.6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 1 204 0 0,'-9'35'293'0'0,"1"0"0"0"0,2 0-1 0 0,2 1 1 0 0,1 0 0 0 0,2 0 0 0 0,2 0 0 0 0,0 0 0 0 0,3-1-1 0 0,10 46 1 0 0,-11-46-1843 0 0,-2-18 660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40.2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298 3 660 0 0,'0'0'635'0'0,"0"0"-40"0"0,9-2 1103 0 0,-9 2-1170 0 0,0 0-31 0 0,0 0-38 0 0,0 0-30 0 0,-4 1-38 0 0,-9 4-98 0 0,-43 18 727 0 0,-35 7-53 0 0,79-27-851 0 0,0 0-1 0 0,0 1 1 0 0,0 1 0 0 0,0 0-1 0 0,1 0 1 0 0,0 1 0 0 0,0 1 0 0 0,1 0-1 0 0,-17 14 1 0 0,25-19-98 0 0,1 0-1 0 0,0 1 1 0 0,-1-1 0 0 0,1 1 0 0 0,0-1-1 0 0,0 1 1 0 0,0 0 0 0 0,0-1-1 0 0,1 1 1 0 0,-1 0 0 0 0,1-1 0 0 0,0 1-1 0 0,-1 0 1 0 0,1 0 0 0 0,1 0 0 0 0,-1-1-1 0 0,0 1 1 0 0,1 0 0 0 0,-1 0-1 0 0,1-1 1 0 0,0 1 0 0 0,0 0 0 0 0,0-1-1 0 0,2 4 1 0 0,1 3 12 0 0,0 1-1 0 0,1-1 1 0 0,0 0-1 0 0,1 0 1 0 0,9 10 0 0 0,0-2 0 0 0,2-1 0 0 0,0-1 1 0 0,1 0-1 0 0,24 15 1 0 0,84 43-266 0 0,-91-53 49 0 0,-8-5-44 0 0,-12-6-270 0 0,1 0 0 0 0,0-1 0 0 0,22 8 0 0 0,-32-15 71 0 0,-5-1-3211 0 0,-1 0 1734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40.5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1 456 0 0,'46'13'1168'0'0,"1"-1"-1"0"0,74 8 1 0 0,6 1-651 0 0,-87-15-540 0 0,56 3-1 0 0,-17-3-296 0 0,-56-3 169 0 0,71 4-1987 0 0,-72-8 1110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40.8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81 32 0 0,'36'-15'3960'0'0,"3"-2"-3446"0"0,0 5-60 0 0,1 2 0 0 0,-1 2-1 0 0,64-4 1 0 0,124 6 226 0 0,-204 7-707 0 0,1 1 0 0 0,35 9 0 0 0,-5-1-392 0 0,25 7-1984 0 0,-71-15 849 0 0,-1 2 118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41.1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64 0 0,'3'0'579'0'0,"4"1"-270"0"0,0 0 0 0 0,-1 1 0 0 0,1 0 0 0 0,-1 0 0 0 0,1 0 0 0 0,-1 1 0 0 0,0 0 0 0 0,0 0-1 0 0,0 1 1 0 0,0 0 0 0 0,7 6 0 0 0,8 8 436 0 0,29 35 0 0 0,10 8-66 0 0,-43-48-534 0 0,1 0-1 0 0,0-2 0 0 0,28 14 1 0 0,-5-3 50 0 0,-13-7 118 0 0,41 17 0 0 0,-69-32-304 0 0,1 0-1 0 0,-1 0 1 0 0,1 1 0 0 0,-1-1-1 0 0,1 0 1 0 0,-1 0 0 0 0,0 1-1 0 0,1-1 1 0 0,-1 0 0 0 0,1 0-1 0 0,-1 1 1 0 0,1-1 0 0 0,-1 0-1 0 0,0 1 1 0 0,1-1 0 0 0,-1 1-1 0 0,0-1 1 0 0,1 0 0 0 0,-1 1-1 0 0,0-1 1 0 0,0 1 0 0 0,1-1-1 0 0,-1 1 1 0 0,0-1 0 0 0,0 1-1 0 0,0-1 1 0 0,0 1 0 0 0,0-1-1 0 0,0 1 1 0 0,1 0 0 0 0,-11 15 178 0 0,-25 11 42 0 0,33-26-217 0 0,-77 47 379 0 0,41-27-21 0 0,2 3-1 0 0,-56 44 0 0 0,75-52-267 0 0,6-7-371 0 0,0 1 1 0 0,0 1 0 0 0,-9 12-1 0 0,6-6-4660 0 0,13-16 2560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43.2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5 288 0 0,'3'-4'1260'0'0,"-1"5"2904"0"0,1 9-3725 0 0,0 0-1 0 0,-1 0 1 0 0,0 1 0 0 0,0 18 0 0 0,4 22 341 0 0,7 0-298 0 0,3 0-1 0 0,2 0 1 0 0,30 57-1 0 0,-10-24-171 0 0,-22-46-120 0 0,1 0 0 0 0,36 55 0 0 0,-35-55 86 0 0,-18-38-232 0 0,0 0 10 0 0,0 0-13 0 0,4-2-10 0 0,27-27-269 0 0,56-65-1 0 0,-51 51-170 0 0,72-88-1373 0 0,-61 71 548 0 0,11-23-2746 0 0,-30 42 1696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44.7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94 1 592 0 0,'0'0'641'0'0,"0"0"-17"0"0,0 24 1106 0 0,-2 6-1040 0 0,-1 0 1 0 0,-7 30-1 0 0,-1 4-236 0 0,-14 105 412 0 0,7-60-427 0 0,-7 180 1 0 0,25-277-599 0 0,1 0 1 0 0,0 1-1 0 0,1-1 1 0 0,6 21-1 0 0,3 2-3884 0 0,-10-34 2342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45.0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63 0 204 0 0,'0'0'597'0'0,"0"0"-49"0"0,0 0-45 0 0,0 0-35 0 0,0 0-47 0 0,0 0-40 0 0,-1 5-26 0 0,-15 374 1894 0 0,16-360-2206 0 0,5 278 425 0 0,-4-268-634 0 0,-2 1-1 0 0,-1 0 1 0 0,-1-1 0 0 0,-13 55-1 0 0,15-80-159 0 0,-1 0 1 0 0,1 0-1 0 0,-1-1 0 0 0,0 1 0 0 0,1-1 1 0 0,-2 0-1 0 0,1 1 0 0 0,-5 4 1 0 0,-1 2-1069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45.4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1 464 0 0,'0'0'593'0'0,"0"0"-1"0"0,0 0-19 0 0,20 13 1019 0 0,122 101 1466 0 0,88 65-1367 0 0,-190-149-1501 0 0,-27-19-72 0 0,0-1-1 0 0,1 0 1 0 0,25 12 0 0 0,-34-19-113 0 0,1-1 0 0 0,0 0 0 0 0,1 0 0 0 0,-1-1 0 0 0,0 1 0 0 0,0-1 0 0 0,1-1 0 0 0,-1 1 0 0 0,0-1 0 0 0,1 0 0 0 0,-1-1 0 0 0,0 0 0 0 0,11-2 0 0 0,5-3-158 0 0,-1-1 1 0 0,0-1 0 0 0,0 0 0 0 0,0-2 0 0 0,21-14-1 0 0,0-3-2087 0 0,51-44 0 0 0,-37 22 44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47.7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0 304 356 0 0,'0'0'458'0'0,"0"0"-25"0"0,0 0-17 0 0,0 0-43 0 0,0 0-32 0 0,0 0-40 0 0,0 0-31 0 0,1-3-5 0 0,5-24 220 0 0,0 1 1 0 0,2 0-1 0 0,1 1 0 0 0,1-1 1 0 0,1 2-1 0 0,2 0 1 0 0,19-30-1 0 0,-24 42-353 0 0,-3 6-56 0 0,-1-1 1 0 0,1 1-1 0 0,0 1 0 0 0,0-1 0 0 0,7-5 0 0 0,-11 10-56 0 0,0 0-1 0 0,0 0 0 0 0,1 1 0 0 0,-1-1 0 0 0,0 0 0 0 0,1 0 0 0 0,-1 1 0 0 0,1-1 0 0 0,-1 1 0 0 0,1-1 0 0 0,0 1 0 0 0,-1 0 0 0 0,1 0 0 0 0,-1-1 0 0 0,1 1 0 0 0,-1 0 0 0 0,1 0 0 0 0,0 1 0 0 0,-1-1 1 0 0,1 0-1 0 0,-1 0 0 0 0,1 1 0 0 0,-1-1 0 0 0,1 1 0 0 0,-1 0 0 0 0,1-1 0 0 0,-1 1 0 0 0,1 0 0 0 0,-1 0 0 0 0,2 1 0 0 0,10 10 97 0 0,-1 0 1 0 0,-1 1-1 0 0,0 1 1 0 0,-1 0-1 0 0,0 0 0 0 0,-1 1 1 0 0,10 22-1 0 0,11 16 147 0 0,-23-41-196 0 0,0-1 1 0 0,1 0-1 0 0,0-1 0 0 0,1 0 0 0 0,0 0 1 0 0,1-1-1 0 0,0 0 0 0 0,15 10 0 0 0,-21-16-54 0 0,1-1 0 0 0,-1 1 0 0 0,1-1-1 0 0,-1 0 1 0 0,1-1 0 0 0,0 1 0 0 0,0-1-1 0 0,0 0 1 0 0,0 0 0 0 0,0-1 0 0 0,0 1 0 0 0,0-1-1 0 0,0 0 1 0 0,0 0 0 0 0,0-1 0 0 0,0 1 0 0 0,0-1-1 0 0,0-1 1 0 0,0 1 0 0 0,-1 0 0 0 0,1-1-1 0 0,0 0 1 0 0,-1 0 0 0 0,1-1 0 0 0,4-3 0 0 0,1-1-86 0 0,-1 0 0 0 0,0-1 0 0 0,0 0 1 0 0,-1 0-1 0 0,0-1 0 0 0,0 0 1 0 0,-1-1-1 0 0,-1 1 0 0 0,1-1 0 0 0,7-19 1 0 0,-5 10-851 0 0,-2-1 1 0 0,0 1-1 0 0,-1-2 1 0 0,-1 1-1 0 0,4-28 1 0 0,-7 11-1371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50.1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365 0 596 0 0,'-5'14'485'0'0,"0"0"1"0"0,-1 0-1 0 0,-1-1 0 0 0,0 1 0 0 0,-1-1 1 0 0,-10 13-1 0 0,-61 68 473 0 0,52-64-621 0 0,1-1-109 0 0,-128 161 1007 0 0,150-185-1510 0 0,0 1 1 0 0,1 0-1 0 0,0 0 0 0 0,1 0 0 0 0,-1 1 1 0 0,-1 6-1 0 0,5-11-1553 0 0,6 3 140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50.9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88 448 0 0,'-11'1'1385'0'0,"4"-2"-285"0"0,8 0 1263 0 0,46-15-1877 0 0,0 3 0 0 0,1 2-1 0 0,0 2 1 0 0,50-4-1 0 0,203 1 398 0 0,-124 8-513 0 0,138 0 69 0 0,-22 2-403 0 0,-255 0-145 0 0,114 1-1291 0 0,-151 2 1117 0 0,0-1 0 0 0,1 0 0 0 0,-1 0 0 0 0,0 0 0 0 0,1 1 0 0 0,-1-1 0 0 0,0 0 0 0 0,0 1 0 0 0,1-1 0 0 0,-1 1 0 0 0,0 0 0 0 0,0-1 0 0 0,0 1 0 0 0,0 0 0 0 0,2 1 0 0 0,-3-1-1640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52.2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413 43 120 0 0,'-6'-27'2482'0'0,"7"26"-2419"0"0,0 0 0 0 0,0 0-1 0 0,-1 0 1 0 0,1 0 0 0 0,0 0-1 0 0,0 0 1 0 0,0 0 0 0 0,0 0 0 0 0,0 0-1 0 0,0 0 1 0 0,1 1 0 0 0,-1-1-1 0 0,0 0 1 0 0,0 1 0 0 0,0-1 0 0 0,1 1-1 0 0,-1-1 1 0 0,2 1 0 0 0,-2-1 3 0 0,-1 1 2 0 0,0 0 0 0 0,3 1-2 0 0,-2-1 15 0 0,1 0 0 0 0,-1 0-1 0 0,1 0 1 0 0,-1 0-1 0 0,1 1 1 0 0,-1-1 0 0 0,1 0-1 0 0,-1 1 1 0 0,0-1-1 0 0,1 1 1 0 0,-1 0-1 0 0,0-1 1 0 0,1 1 0 0 0,-1 0-1 0 0,0 0 1 0 0,0 0-1 0 0,0 0 1 0 0,0 0 0 0 0,0 0-1 0 0,0 0 1 0 0,0 0-1 0 0,0 0 1 0 0,1 3 0 0 0,-19 19 198 0 0,11-13-213 0 0,-1-1 1 0 0,0-1-1 0 0,-11 11 1 0 0,-10 12 80 0 0,11-10-44 0 0,-2-1 0 0 0,0-1 0 0 0,0 0 0 0 0,-25 16 0 0 0,-94 59 521 0 0,111-76-449 0 0,-56 26 602 0 0,82-44-765 0 0,0 0 0 0 0,0 1 0 0 0,0-1 0 0 0,0 1 0 0 0,0 0-1 0 0,0-1 1 0 0,1 1 0 0 0,-1 0 0 0 0,0-1 0 0 0,1 1 0 0 0,-1 0 0 0 0,0 0 0 0 0,1 0 0 0 0,-1-1 0 0 0,1 1-1 0 0,-1 0 1 0 0,1 0 0 0 0,0 0 0 0 0,-1 0 0 0 0,1 0 0 0 0,0 0 0 0 0,-1 0 0 0 0,1 0 0 0 0,0 0-1 0 0,0 0 1 0 0,0 2 0 0 0,1-1 1 0 0,-1-1 0 0 0,1 1 0 0 0,0 0 1 0 0,0-1-1 0 0,0 1 0 0 0,0-1 0 0 0,0 1 0 0 0,0-1 0 0 0,0 0 0 0 0,1 1 0 0 0,-1-1 0 0 0,0 0 0 0 0,4 2 0 0 0,5 4 23 0 0,1 0-1 0 0,0-2 1 0 0,17 7 0 0 0,-23-9-23 0 0,160 78-41 0 0,-21-13-185 0 0,-94-42 63 0 0,-37-19-159 0 0,-1 0 1 0 0,25 8-1 0 0,-36-15 64 0 0,3 1 62 0 0,-1 0-880 0 0,-2-1-2535 0 0,-1 0 1888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52.5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7 448 0 0,'15'-2'406'0'0,"0"0"0"0"0,0 0 1 0 0,0 2-1 0 0,0 0 0 0 0,0 0 0 0 0,0 2 0 0 0,24 4 0 0 0,29 2 190 0 0,396 11 886 0 0,-439-19-1638 0 0,15 2-1062 0 0,-40 5-968 0 0,-1-6 935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52.8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79 508 0 0,'0'0'623'0'0,"6"-1"-46"0"0,86-20 600 0 0,1 5 1 0 0,94-6-1 0 0,156 8-2061 0 0,-314 12-1273 0 0,-15 0 918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53.1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 1 100 0 0,'0'0'55'0'0,"0"0"1"0"0,0 0-1 0 0,0 0 0 0 0,-1 0 0 0 0,1 0 1 0 0,0 0-1 0 0,0 0 0 0 0,0 0 1 0 0,0 0-1 0 0,-1 0 0 0 0,1 0 1 0 0,0 0-1 0 0,0 0 0 0 0,0 0 0 0 0,0 0 1 0 0,-1 0-1 0 0,1 0 0 0 0,0 1 1 0 0,0-1-1 0 0,0 0 0 0 0,0 0 1 0 0,0 0-1 0 0,0 0 0 0 0,-1 0 0 0 0,1 0 1 0 0,0 1-1 0 0,0-1 0 0 0,0 0 1 0 0,0 0-1 0 0,0 0 0 0 0,0 0 1 0 0,0 1-1 0 0,0-1 0 0 0,0 0 0 0 0,0 0 1 0 0,0 0-1 0 0,0 0 0 0 0,0 1 1 0 0,0-1-1 0 0,0 0 0 0 0,0 0 1 0 0,0 0-1 0 0,0 1 0 0 0,0-1 0 0 0,0 0 1 0 0,0 0-1 0 0,0 0 0 0 0,0 1 1 0 0,11 7 210 0 0,0 0 1 0 0,0 0-1 0 0,1-1 1 0 0,0 0 0 0 0,0-1-1 0 0,0-1 1 0 0,1 0-1 0 0,15 4 1 0 0,34 15 130 0 0,-35-12-257 0 0,-14-6-47 0 0,0-1 0 0 0,0 2 0 0 0,0 0 0 0 0,-1 0 0 0 0,20 16 1 0 0,-29-20-80 0 0,-1-1 1 0 0,0 1 0 0 0,0-1-1 0 0,1 1 1 0 0,-2 0 0 0 0,1 0-1 0 0,0 0 1 0 0,0 0 0 0 0,-1 0-1 0 0,0 0 1 0 0,0 0 0 0 0,0 1 0 0 0,0-1-1 0 0,0 0 1 0 0,-1 1 0 0 0,1-1-1 0 0,-1 0 1 0 0,0 1 0 0 0,0-1-1 0 0,0 1 1 0 0,0-1 0 0 0,-1 0-1 0 0,1 1 1 0 0,-1-1 0 0 0,0 0 0 0 0,0 1-1 0 0,0-1 1 0 0,-1 0 0 0 0,-2 5-1 0 0,-3 7 67 0 0,-2-1-1 0 0,0 0 0 0 0,0-1 1 0 0,-1 0-1 0 0,-1 0 0 0 0,0-1 1 0 0,-18 16-1 0 0,-98 67 710 0 0,70-55-321 0 0,39-29-327 0 0,-19 15 285 0 0,35-25-442 0 0,0 1-1 0 0,1-1 0 0 0,-1 0 1 0 0,1 1-1 0 0,0-1 1 0 0,-1 1-1 0 0,1-1 0 0 0,0 1 1 0 0,0 0-1 0 0,0-1 0 0 0,0 1 1 0 0,0 0-1 0 0,1 0 1 0 0,-1 0-1 0 0,0-1 0 0 0,0 5 1 0 0,1-5-395 0 0,10 0-731 0 0,8-3-2296 0 0,5-3 1206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53.4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1 297 512 0 0,'0'-12'295'0'0,"2"0"-1"0"0,0 0 1 0 0,0 1 0 0 0,1-1-1 0 0,0 1 1 0 0,1-1 0 0 0,0 1-1 0 0,1 0 1 0 0,0 1 0 0 0,8-13-1 0 0,-2 7-91 0 0,0 1-1 0 0,0 0 0 0 0,1 0 0 0 0,1 1 1 0 0,25-21-1 0 0,-29 28-113 0 0,1 0 1 0 0,0 1-1 0 0,0 0 0 0 0,13-5 1 0 0,-18 9-13 0 0,0 0 0 0 0,0 0 0 0 0,1 0 1 0 0,-1 1-1 0 0,0 0 0 0 0,1 0 0 0 0,-1 0 1 0 0,1 1-1 0 0,-1 0 0 0 0,11 0 0 0 0,-14 1-33 0 0,-1 0 0 0 0,1 0 0 0 0,0 0 0 0 0,-1 0 0 0 0,1 0 0 0 0,-1 1 0 0 0,0-1 0 0 0,1 0 0 0 0,-1 1 0 0 0,0-1-1 0 0,0 0 1 0 0,0 1 0 0 0,0 0 0 0 0,0-1 0 0 0,0 1 0 0 0,0 0 0 0 0,-1-1 0 0 0,1 1 0 0 0,-1 0 0 0 0,1 3 0 0 0,10 45 480 0 0,-10-41-451 0 0,1 2 22 0 0,1-1 1 0 0,0 1-1 0 0,0-1 1 0 0,1 0-1 0 0,0-1 1 0 0,11 19-1 0 0,-11-22-52 0 0,-1-1 0 0 0,1 0-1 0 0,0 0 1 0 0,1 0-1 0 0,-1 0 1 0 0,1-1 0 0 0,0 0-1 0 0,0 0 1 0 0,0 0 0 0 0,1 0-1 0 0,-1-1 1 0 0,11 4-1 0 0,-8-3-11 0 0,1-1 0 0 0,0-1-1 0 0,0 1 1 0 0,0-2-1 0 0,0 1 1 0 0,0-1 0 0 0,0-1-1 0 0,0 1 1 0 0,0-2-1 0 0,1 1 1 0 0,-1-1-1 0 0,0-1 1 0 0,15-3 0 0 0,-4-1-102 0 0,1-1 0 0 0,-1-1 0 0 0,-1-1 0 0 0,0 0 0 0 0,0-1 0 0 0,-1-1 0 0 0,0-1 0 0 0,17-15 0 0 0,-20 13-731 0 0,0 0 0 0 0,-1 0 0 0 0,-1-1 0 0 0,-1-1 0 0 0,12-18 0 0 0,-7 6-1441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56.5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383 97 252 0 0,'-4'-7'194'0'0,"0"1"-1"0"0,0-1 1 0 0,0 1 0 0 0,-1 0-1 0 0,0 0 1 0 0,0 1 0 0 0,0-1-1 0 0,-1 1 1 0 0,0 0 0 0 0,0 1-1 0 0,0-1 1 0 0,-1 1 0 0 0,1 1-1 0 0,-1-1 1 0 0,0 1 0 0 0,0 0-1 0 0,0 0 1 0 0,0 1 0 0 0,-1 0-1 0 0,-12-1 1 0 0,12 2-98 0 0,0 0 0 0 0,0 1 1 0 0,0 1-1 0 0,0-1 0 0 0,0 1 0 0 0,0 0 0 0 0,1 1 1 0 0,-1 0-1 0 0,0 0 0 0 0,0 1 0 0 0,1 0 0 0 0,0 0 1 0 0,-1 1-1 0 0,1 0 0 0 0,0 0 0 0 0,1 0 0 0 0,-1 1 1 0 0,1 0-1 0 0,0 0 0 0 0,0 1 0 0 0,1 0 0 0 0,-10 13 1 0 0,7-9-24 0 0,0 1 0 0 0,1 0 0 0 0,1 0 0 0 0,0 1 0 0 0,0 0 0 0 0,1 0 0 0 0,0 0 1 0 0,1 1-1 0 0,1-1 0 0 0,0 1 0 0 0,1 0 0 0 0,0 0 0 0 0,0 19 0 0 0,3-18-34 0 0,1 0-1 0 0,0 0 0 0 0,1-1 0 0 0,1 1 0 0 0,0-1 0 0 0,1 0 1 0 0,0 0-1 0 0,1 0 0 0 0,0-1 0 0 0,1 1 0 0 0,1-2 1 0 0,16 22-1 0 0,10 5-14 0 0,2-1 1 0 0,50 40-1 0 0,17 16-206 0 0,-83-72 94 0 0,-1 0 1 0 0,0 2 0 0 0,18 28 0 0 0,-33-44 67 0 0,1 1 0 0 0,-1-1 1 0 0,-1 1-1 0 0,0 0 0 0 0,0 0 0 0 0,0 0 1 0 0,-1 0-1 0 0,0 0 0 0 0,0 0 0 0 0,-1 1 1 0 0,0-1-1 0 0,-1 1 0 0 0,0-1 0 0 0,0 0 1 0 0,-3 15-1 0 0,1-18 30 0 0,0 1-1 0 0,0 0 1 0 0,0-1 0 0 0,-1 0 0 0 0,0 0-1 0 0,0 0 1 0 0,0 0 0 0 0,-1 0-1 0 0,0 0 1 0 0,0-1 0 0 0,0 0-1 0 0,0 0 1 0 0,-1 0 0 0 0,1 0 0 0 0,-1-1-1 0 0,-10 6 1 0 0,7-4 10 0 0,-1-1 0 0 0,0 0 0 0 0,-1 0 0 0 0,1-1 0 0 0,-1 0 0 0 0,1-1 0 0 0,-1 0 0 0 0,0-1 0 0 0,-15 1 0 0 0,4-4-4 0 0,1-1 0 0 0,-1-1 0 0 0,1-1 0 0 0,1-1 0 0 0,-1-1-1 0 0,1 0 1 0 0,-31-17 0 0 0,44 20-61 0 0,-1 1 0 0 0,1-1 0 0 0,-1-1 0 0 0,1 1 0 0 0,1-1 0 0 0,-1 0-1 0 0,1 0 1 0 0,-1-1 0 0 0,1 0 0 0 0,1 0 0 0 0,-1 0 0 0 0,1 0 0 0 0,1 0 0 0 0,-1-1 0 0 0,1 0 0 0 0,0 0 0 0 0,-3-10 0 0 0,4 8-341 0 0,0 1 0 0 0,1 0 0 0 0,0 0-1 0 0,0-1 1 0 0,1 1 0 0 0,0 0 0 0 0,1-1 0 0 0,-1 1 0 0 0,4-14 0 0 0,6-5-1360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57.1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111 208 92 0 0,'0'0'41'0'0,"0"0"0"0"0,0 0 0 0 0,0 0-1 0 0,0 0 1 0 0,0 0 0 0 0,0 0 0 0 0,1 0 0 0 0,-1-1 0 0 0,0 1-1 0 0,0 0 1 0 0,0 0 0 0 0,0 0 0 0 0,0 0 0 0 0,0 0 0 0 0,0 0-1 0 0,0-1 1 0 0,0 1 0 0 0,0 0 0 0 0,0 0 0 0 0,0 0 0 0 0,0 0-1 0 0,0 0 1 0 0,0 0 0 0 0,0-1 0 0 0,0 1 0 0 0,0 0 0 0 0,0 0 0 0 0,-1 0-1 0 0,1 0 1 0 0,0 0 0 0 0,0 0 0 0 0,0 0 0 0 0,0-1 0 0 0,0 1-1 0 0,0 0 1 0 0,0 0 0 0 0,0 0 0 0 0,0 0 0 0 0,-1 0 0 0 0,1 0-1 0 0,0 0 1 0 0,0 0 0 0 0,0 0 0 0 0,0 0 0 0 0,0 0 0 0 0,0 0-1 0 0,0-1 1 0 0,-1 1 0 0 0,1 0 0 0 0,0 0 0 0 0,0 0 0 0 0,0 0 0 0 0,0 0-1 0 0,0 0 1 0 0,0 0 0 0 0,-1 0 0 0 0,1 0 0 0 0,0 0 0 0 0,0 1-1 0 0,0-1 1 0 0,0 0 0 0 0,0 0 0 0 0,0 0 0 0 0,-1 0 0 0 0,1 0-1 0 0,0 0 1 0 0,-13 25 695 0 0,2 0-1 0 0,0 1 0 0 0,2 1 1 0 0,-12 52-1 0 0,-6 117 720 0 0,16-101-758 0 0,10-89-654 0 0,0-4-14 0 0,1 1 1 0 0,-1-1 0 0 0,1 0 0 0 0,0 1-1 0 0,0-1 1 0 0,0 0 0 0 0,0 1 0 0 0,0-1 0 0 0,1 0-1 0 0,-1 1 1 0 0,1-1 0 0 0,-1 0 0 0 0,1 0-1 0 0,1 3 1 0 0,-2-4 49 0 0,1-5-58 0 0,-1 0 1 0 0,1-1-1 0 0,0 1 1 0 0,0 0-1 0 0,1 0 0 0 0,1-5 1 0 0,6-15 25 0 0,12-90-272 0 0,9-142 0 0 0,-16 119-186 0 0,-11 111 320 0 0,-3 13 29 0 0,1 1 1 0 0,1-1-1 0 0,0 1 1 0 0,1 0-1 0 0,0 0 1 0 0,0 0-1 0 0,1 0 1 0 0,7-13-1 0 0,-10 25 57 0 0,-1-1 0 0 0,1 1 0 0 0,-1-1 0 0 0,1 1 0 0 0,-1-1 0 0 0,1 1 0 0 0,-1-1 0 0 0,1 1-1 0 0,-1-1 1 0 0,1 1 0 0 0,0 0 0 0 0,-1-1 0 0 0,1 1 0 0 0,0 0 0 0 0,-1 0 0 0 0,1 0 0 0 0,0-1 0 0 0,-1 1 0 0 0,1 0 0 0 0,0 0 0 0 0,-1 0 0 0 0,1 0-1 0 0,0 0 1 0 0,-1 0 0 0 0,1 0 0 0 0,0 0 0 0 0,0 1 0 0 0,-1-1 0 0 0,1 0 0 0 0,0 0 0 0 0,-1 1 0 0 0,1-1 0 0 0,-1 0 0 0 0,1 1 0 0 0,0-1 0 0 0,-1 0 0 0 0,1 1-1 0 0,-1-1 1 0 0,1 1 0 0 0,-1-1 0 0 0,1 1 0 0 0,-1-1 0 0 0,1 1 0 0 0,-1-1 0 0 0,0 1 0 0 0,1 0 0 0 0,21 31-5 0 0,91 253 108 0 0,-87-209-60 0 0,43 96 5 0 0,-60-150-94 0 0,15 47-654 0 0,-20-55 251 0 0,-3-12 183 0 0,0 0 1 0 0,0 0-1 0 0,-1 1 0 0 0,1-1 1 0 0,-1 0-1 0 0,0 0 0 0 0,0 1 1 0 0,1-1-1 0 0,-1 0 0 0 0,-1 1 1 0 0,1-1-1 0 0,0 0 0 0 0,-1 3 1 0 0,0 3-1334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57.4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0 436 0 0,'11'0'552'0'0,"-1"2"-68"0"0,5 0-40 0 0,0-2-104 0 0,2 0-120 0 0,-2 0-96 0 0,6 0-168 0 0,1 0-384 0 0,-9 4-460 0 0,8 0 204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58.9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169 118 128 0 0,'13'-48'3080'0'0,"-7"24"110"0"0,-22 60-2938 0 0,0 0 1 0 0,-14 55-1 0 0,6-21-28 0 0,-48 196 766 0 0,56-199-642 0 0,12-48-96 0 0,0 0-1 0 0,-2 33 1 0 0,30-156-28 0 0,82-384-1877 0 0,-103 477 1619 0 0,0 1 0 0 0,0-1 0 0 0,1 1-1 0 0,0 0 1 0 0,1 0 0 0 0,0 1 0 0 0,0-1 0 0 0,9-9 0 0 0,-14 18 36 0 0,0 0-1 0 0,1 1 1 0 0,-1-1-1 0 0,1 0 1 0 0,0 1-1 0 0,-1-1 1 0 0,1 1-1 0 0,-1-1 1 0 0,1 1-1 0 0,0-1 1 0 0,-1 1-1 0 0,1 0 1 0 0,0-1-1 0 0,-1 1 1 0 0,1 0 0 0 0,0-1-1 0 0,0 1 1 0 0,-1 0-1 0 0,1 0 1 0 0,0 0-1 0 0,0 0 1 0 0,0 0-1 0 0,-1 0 1 0 0,1 0-1 0 0,0 0 1 0 0,0 0-1 0 0,0 0 1 0 0,-1 0-1 0 0,2 0 1 0 0,0 1 7 0 0,0 0 0 0 0,0 1 0 0 0,0-1 1 0 0,0 0-1 0 0,-1 1 0 0 0,1-1 0 0 0,0 1 0 0 0,-1-1 0 0 0,1 1 1 0 0,1 3-1 0 0,4 5 49 0 0,-1 0 1 0 0,10 21-1 0 0,-16-30-55 0 0,90 232 320 0 0,-59-161-244 0 0,26 53-8 0 0,15 32-724 0 0,-70-148 221 0 0,-1-6-3594 0 0,-1-3 2099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1:59.7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8 229 540 0 0,'0'0'79'0'0,"0"0"0"0"0,0 0 0 0 0,0 0-1 0 0,-1 0 1 0 0,1 0 0 0 0,0 1 0 0 0,0-1 0 0 0,0 0 0 0 0,-1 0-1 0 0,1 0 1 0 0,0 0 0 0 0,0 0 0 0 0,0 0 0 0 0,-1 0 0 0 0,1 0-1 0 0,0 0 1 0 0,0 0 0 0 0,0 0 0 0 0,-1 0 0 0 0,1 0 0 0 0,0-1-1 0 0,0 1 1 0 0,0 0 0 0 0,-1 0 0 0 0,1 0 0 0 0,0 0 0 0 0,0 0-1 0 0,0 0 1 0 0,-1 0 0 0 0,1 0 0 0 0,0-1 0 0 0,0 1 0 0 0,0 0-1 0 0,0 0 1 0 0,0 0 0 0 0,-1 0 0 0 0,1-1 0 0 0,0 1 0 0 0,0 0-1 0 0,0 0 1 0 0,0 0 0 0 0,0-1 0 0 0,0 1 0 0 0,0 0 0 0 0,0 0-1 0 0,0 0 1 0 0,0-1 0 0 0,5-14 1145 0 0,17-18-1308 0 0,-19 29 466 0 0,30-47 151 0 0,-20 30-288 0 0,1 0-1 0 0,1 1 1 0 0,0 0-1 0 0,21-19 1 0 0,-35 38-164 0 0,0 2-67 0 0,1 0-1 0 0,-1-1 1 0 0,1 1 0 0 0,-1 0-1 0 0,0 0 1 0 0,1 0-1 0 0,-1 0 1 0 0,0 0-1 0 0,0 0 1 0 0,0 1 0 0 0,0-1-1 0 0,0 0 1 0 0,0 0-1 0 0,0 1 1 0 0,0-1-1 0 0,0 1 1 0 0,1 2-1 0 0,12 27 101 0 0,-7-10-69 0 0,2 6 37 0 0,18 36 0 0 0,-24-56-73 0 0,1-1-1 0 0,0 1 1 0 0,0-1 0 0 0,0 0-1 0 0,1 0 1 0 0,0 0-1 0 0,1 0 1 0 0,-1-1 0 0 0,1 0-1 0 0,8 6 1 0 0,-11-9-10 0 0,1-1 0 0 0,0 1 0 0 0,0-1 0 0 0,-1 1 0 0 0,1-1 0 0 0,0 0 0 0 0,0-1 0 0 0,0 1 0 0 0,1-1 0 0 0,-1 1 0 0 0,0-1 0 0 0,0 0 0 0 0,0-1 0 0 0,0 1 0 0 0,0-1 1 0 0,0 0-1 0 0,0 0 0 0 0,0 0 0 0 0,0 0 0 0 0,-1-1 0 0 0,1 1 0 0 0,0-1 0 0 0,-1 0 0 0 0,5-4 0 0 0,-2 3-56 0 0,-1-1 1 0 0,0 1-1 0 0,-1-2 1 0 0,1 1-1 0 0,-1 0 1 0 0,0-1-1 0 0,0 0 1 0 0,0 0-1 0 0,-1 0 1 0 0,1 0-1 0 0,-1 0 1 0 0,0-1-1 0 0,-1 0 1 0 0,0 1-1 0 0,3-11 1 0 0,10-99-4303 0 0,-11 89 2637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00.2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231 20 220 0 0,'-1'-1'222'0'0,"1"0"0"0"0,-1-1 0 0 0,0 1 1 0 0,1 0-1 0 0,-1 0 0 0 0,0 0 0 0 0,0-1 0 0 0,0 1 0 0 0,0 0 1 0 0,0 0-1 0 0,0 0 0 0 0,0 1 0 0 0,0-1 0 0 0,-1 0 0 0 0,1 0 1 0 0,0 0-1 0 0,0 1 0 0 0,-3-1 0 0 0,4 1-147 0 0,-1 0 1 0 0,0 0-1 0 0,0 0 1 0 0,0 0-1 0 0,0 0 1 0 0,0 0-1 0 0,0 1 1 0 0,0-1-1 0 0,1 0 1 0 0,-1 1-1 0 0,0-1 1 0 0,0 1-1 0 0,0-1 1 0 0,1 1-1 0 0,-1-1 1 0 0,0 1-1 0 0,0-1 0 0 0,1 1 1 0 0,-1 0-1 0 0,1-1 1 0 0,-2 2-1 0 0,-3 6-16 0 0,0 1 0 0 0,1-1-1 0 0,-1 1 1 0 0,-4 13-1 0 0,3-6 354 0 0,-4 7-299 0 0,1 1-1 0 0,1 0 1 0 0,1 0-1 0 0,1 1 1 0 0,2 0-1 0 0,0 0 1 0 0,1 0 0 0 0,2 1-1 0 0,1-1 1 0 0,0 0-1 0 0,2 1 1 0 0,1-1 0 0 0,1 0-1 0 0,9 31 1 0 0,27 72 56 0 0,16 58-84 0 0,-51-167-69 0 0,-1 1-1 0 0,-1-1 1 0 0,-1 1 0 0 0,-1-1 0 0 0,-1 30 0 0 0,0-43-2 0 0,-1 0 1 0 0,0 0 0 0 0,-1-1 0 0 0,1 1 0 0 0,-1 0 0 0 0,0-1 0 0 0,0 1 0 0 0,-1-1 0 0 0,-5 10 0 0 0,5-12 0 0 0,1 0-1 0 0,-1 0 1 0 0,0-1-1 0 0,0 1 1 0 0,0 0-1 0 0,0-1 1 0 0,0 0-1 0 0,0 0 1 0 0,-1 0-1 0 0,1 0 1 0 0,-1 0-1 0 0,1-1 1 0 0,-1 1 0 0 0,0-1-1 0 0,1 0 1 0 0,-7 0-1 0 0,5 0-38 0 0,0 0-1 0 0,0-1 1 0 0,0 0-1 0 0,-1 0 1 0 0,1-1-1 0 0,0 1 1 0 0,0-1-1 0 0,0 0 1 0 0,0-1 0 0 0,0 1-1 0 0,0-1 1 0 0,0 0-1 0 0,1 0 1 0 0,-1 0-1 0 0,0-1 1 0 0,1 0-1 0 0,0 0 1 0 0,-6-4-1 0 0,5 2-332 0 0,0 0 0 0 0,0 0 0 0 0,1-1 0 0 0,-1 1 0 0 0,1-1 0 0 0,0 0 0 0 0,1 0 0 0 0,-1 0 0 0 0,1-1 0 0 0,1 1 0 0 0,-1-1-1 0 0,1 0 1 0 0,-2-8 0 0 0,-1-21-1771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01.7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 46 252 0 0,'0'0'496'0'0,"-8"-1"228"0"0,6 4 1999 0 0,3 0-2657 0 0,29 124 1585 0 0,-15 67-690 0 0,-14-161-863 0 0,7 183 502 0 0,-8-216-613 0 0,0 0 0 0 0,0 0 0 0 0,0-1 0 0 0,-1 1 0 0 0,1 0 0 0 0,0 0 0 0 0,0 0 0 0 0,0 0-1 0 0,0 0 1 0 0,0 0 0 0 0,0 0 0 0 0,0 0 0 0 0,-1 0 0 0 0,1 0 0 0 0,0-1 0 0 0,0 1 0 0 0,0 0-1 0 0,0 0 1 0 0,0 0 0 0 0,-1 0 0 0 0,1 0 0 0 0,0 0 0 0 0,0 0 0 0 0,0 0 0 0 0,0 0 0 0 0,0 0-1 0 0,-1 0 1 0 0,1 0 0 0 0,0 0 0 0 0,0 0 0 0 0,0 0 0 0 0,0 1 0 0 0,0-1 0 0 0,-1 0 0 0 0,1 0 0 0 0,0 0-1 0 0,0 0 1 0 0,0 0 0 0 0,0 0 0 0 0,0 0 0 0 0,0 0 0 0 0,0 0 0 0 0,-1 0 0 0 0,1 1 0 0 0,0-1-1 0 0,0 0 1 0 0,0 0 0 0 0,0 0 0 0 0,0 0 0 0 0,0 0 0 0 0,0 0 0 0 0,0 1 0 0 0,0-1 0 0 0,0 0-1 0 0,0 0 1 0 0,0 0 0 0 0,-7-10-328 0 0,6 0 146 0 0,0 1 1 0 0,0-1-1 0 0,1 1 1 0 0,0-12 0 0 0,1 2 1 0 0,-2-93-463 0 0,-24-179 0 0 0,23 277 774 0 0,-2 1 1 0 0,0 0 0 0 0,-1 1 0 0 0,0-1 0 0 0,0 1-1 0 0,-2 0 1 0 0,-14-22 0 0 0,21 34-112 0 0,0 0-1 0 0,0-1 1 0 0,0 1 0 0 0,0 0 0 0 0,-1 0 0 0 0,1 0 0 0 0,0-1-1 0 0,0 1 1 0 0,0 0 0 0 0,0 0 0 0 0,0 0 0 0 0,0-1 0 0 0,0 1-1 0 0,0 0 1 0 0,0 0 0 0 0,0 0 0 0 0,0-1 0 0 0,0 1 0 0 0,0 0-1 0 0,0 0 1 0 0,0 0 0 0 0,0-1 0 0 0,0 1 0 0 0,0 0 0 0 0,0 0-1 0 0,1 0 1 0 0,-1 0 0 0 0,0-1 0 0 0,0 1 0 0 0,0 0-1 0 0,0 0 1 0 0,0 0 0 0 0,0 0 0 0 0,1-1 0 0 0,-1 1 0 0 0,0 0-1 0 0,0 0 1 0 0,0 0 0 0 0,0 0 0 0 0,1 0 0 0 0,-1 0 0 0 0,0 0-1 0 0,0-1 1 0 0,0 1 0 0 0,0 0 0 0 0,1 0 0 0 0,-1 0 0 0 0,0 0-1 0 0,0 0 1 0 0,0 0 0 0 0,1 0 0 0 0,-1 0 0 0 0,0 0 0 0 0,0 0-1 0 0,1 0 1 0 0,-1 0 0 0 0,0 0 0 0 0,0 0 0 0 0,0 1 0 0 0,0-1-1 0 0,1 0 1 0 0,26 2 120 0 0,32 9-93 0 0,-57-10-23 0 0,54 8-13 0 0,-44-9 14 0 0,0 2 0 0 0,1 0 0 0 0,-1 0-1 0 0,0 1 1 0 0,-1 0 0 0 0,1 1 0 0 0,0 1 0 0 0,-1-1-1 0 0,18 12 1 0 0,-28-14-8 0 0,1-1 1 0 0,-1 1-1 0 0,0-1 0 0 0,0 1 1 0 0,0 0-1 0 0,0-1 0 0 0,0 1 0 0 0,0 0 1 0 0,-1 0-1 0 0,1 0 0 0 0,0 0 0 0 0,-1-1 1 0 0,0 1-1 0 0,1 0 0 0 0,-1 0 0 0 0,0 0 1 0 0,0 0-1 0 0,0 0 0 0 0,0 0 0 0 0,0 0 1 0 0,-1 0-1 0 0,1 0 0 0 0,-1 0 1 0 0,1 0-1 0 0,-1 0 0 0 0,0 0 0 0 0,1-1 1 0 0,-1 1-1 0 0,0 0 0 0 0,0 0 0 0 0,0-1 1 0 0,-2 2-1 0 0,-4 9 56 0 0,-1 0 0 0 0,0-1 1 0 0,-12 11-1 0 0,20-21-59 0 0,-26 25 400 0 0,-56 44 1 0 0,80-69-383 0 0,1 0 0 0 0,0-1-1 0 0,0 1 1 0 0,0 0 0 0 0,0 0 0 0 0,-1 0 0 0 0,1 0 0 0 0,1 0 0 0 0,-1 1 0 0 0,0-1 0 0 0,0 0 0 0 0,0 0 0 0 0,1 1 0 0 0,-1-1 0 0 0,0 0 0 0 0,1 1 0 0 0,-1-1 0 0 0,1 0 0 0 0,0 1 0 0 0,-1 2 0 0 0,1-3-8 0 0,1 0-1 0 0,-1 0 1 0 0,1 1 0 0 0,-1-1 0 0 0,1 0 0 0 0,0 0 0 0 0,-1 0 0 0 0,1 0 0 0 0,0 0-1 0 0,-1 0 1 0 0,1-1 0 0 0,0 1 0 0 0,0 0 0 0 0,0 0 0 0 0,0-1 0 0 0,0 1 0 0 0,0 0-1 0 0,0-1 1 0 0,2 2 0 0 0,8 2 16 0 0,1 0 0 0 0,-1 0 0 0 0,1-1-1 0 0,12 1 1 0 0,-11-1-13 0 0,3-1-20 0 0,0 2 1 0 0,0 0-1 0 0,0 1 1 0 0,0 1-1 0 0,-1 0 1 0 0,0 1-1 0 0,0 0 1 0 0,-1 2-1 0 0,16 11 1 0 0,-27-18 0 0 0,0 0 1 0 0,0 1-1 0 0,0-1 1 0 0,-1 1 0 0 0,1 0-1 0 0,-1-1 1 0 0,0 1-1 0 0,1 1 1 0 0,-1-1 0 0 0,-1 0-1 0 0,1 0 1 0 0,0 1-1 0 0,1 6 1 0 0,-3-8 6 0 0,1 1 0 0 0,-1-1 0 0 0,-1 1 1 0 0,1-1-1 0 0,0 0 0 0 0,0 1 0 0 0,-1-1 0 0 0,0 1 0 0 0,1-1 1 0 0,-1 0-1 0 0,0 1 0 0 0,0-1 0 0 0,0 0 0 0 0,-1 0 1 0 0,1 0-1 0 0,0 1 0 0 0,-1-1 0 0 0,1-1 0 0 0,-1 1 0 0 0,0 0 1 0 0,-2 2-1 0 0,-1 0 11 0 0,0 1 0 0 0,-1-2 0 0 0,1 1 0 0 0,-1 0 0 0 0,0-1 0 0 0,0 0 0 0 0,0-1 0 0 0,-10 4 0 0 0,12-4-21 0 0,0-1 1 0 0,0 0-1 0 0,0-1 1 0 0,0 1-1 0 0,0-1 1 0 0,1 1-1 0 0,-1-1 0 0 0,0 0 1 0 0,0-1-1 0 0,0 1 1 0 0,0-1-1 0 0,0 1 0 0 0,0-1 1 0 0,0-1-1 0 0,-5-1 1 0 0,7 1-189 0 0,-1 0 1 0 0,1 1-1 0 0,1-1 1 0 0,-1 0-1 0 0,0 0 1 0 0,0-1-1 0 0,1 1 1 0 0,-1 0-1 0 0,1-1 1 0 0,0 1-1 0 0,-1-1 1 0 0,1 1-1 0 0,1-1 1 0 0,-1 1-1 0 0,0-1 1 0 0,0 0-1 0 0,1 1 1 0 0,0-1-1 0 0,-1 0 0 0 0,1-5 1 0 0,4-9-1738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02.9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267 3 460 0 0,'-6'-1'317'0'0,"-1"1"0"0"0,1-1 0 0 0,-1 1 0 0 0,1 0 0 0 0,0 0 0 0 0,-1 1 0 0 0,1-1 0 0 0,0 2-1 0 0,-1-1 1 0 0,1 1 0 0 0,0 0 0 0 0,0 0 0 0 0,-9 5 0 0 0,7-3-123 0 0,0 1-1 0 0,1 1 1 0 0,-1-1-1 0 0,1 2 1 0 0,0-1-1 0 0,1 1 1 0 0,-1 0-1 0 0,-7 11 1 0 0,2 1-44 0 0,0 1 1 0 0,1 1-1 0 0,1 0 1 0 0,1 0 0 0 0,1 1-1 0 0,-8 38 1 0 0,8-23-22 0 0,3 0-1 0 0,1 1 1 0 0,1 0 0 0 0,5 58 0 0 0,4-22 23 0 0,22 96-1 0 0,-13-101-79 0 0,3-2 0 0 0,4 0 0 0 0,2-1 0 0 0,46 87 0 0 0,-49-112-113 0 0,3-2-1 0 0,1 0 1 0 0,1-2 0 0 0,3 0 0 0 0,1-3 0 0 0,1 0 0 0 0,59 49 0 0 0,-58-60-576 0 0,1-1 1 0 0,1-1 0 0 0,41 18 0 0 0,-75-39 611 0 0,55 22-2342 0 0,2-4 177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15.6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9 776 324 0 0,'-2'-3'4879'0'0,"-1"-12"-3902"0"0,0-22-987 0 0,15-29 188 0 0,3 1 1 0 0,2 0-1 0 0,38-89 0 0 0,-25 69-160 0 0,-6 19-64 0 0,61-119 1 0 0,-79 172 49 0 0,-6 12-1 0 0,0 0 1 0 0,1 0-1 0 0,-1 0 0 0 0,1 0 1 0 0,-1 0-1 0 0,1-1 0 0 0,-1 1 0 0 0,1 0 1 0 0,0 0-1 0 0,-1 0 0 0 0,1 1 0 0 0,0-1 1 0 0,0 0-1 0 0,0 0 0 0 0,0 0 0 0 0,0 0 1 0 0,0 1-1 0 0,0-1 0 0 0,0 1 0 0 0,0-1 1 0 0,0 0-1 0 0,0 1 0 0 0,0 0 0 0 0,0-1 1 0 0,0 1-1 0 0,0 0 0 0 0,1-1 1 0 0,-1 1-1 0 0,0 0 0 0 0,2 0 0 0 0,-1 1 12 0 0,0 1-1 0 0,-1-1 0 0 0,1 1 1 0 0,-1 0-1 0 0,1-1 0 0 0,-1 1 1 0 0,0 0-1 0 0,0 0 0 0 0,1 0 1 0 0,-1 0-1 0 0,1 4 0 0 0,-1-4 10 0 0,15 34 116 0 0,-2 0 0 0 0,-1 1 0 0 0,10 51 0 0 0,5 14 94 0 0,-13-50-92 0 0,-10-31-58 0 0,1 0 0 0 0,1-1 0 0 0,0 0 0 0 0,21 36 0 0 0,-11-27 18 0 0,-12-20-78 0 0,0 0-1 0 0,1 0 1 0 0,0-1-1 0 0,0 0 1 0 0,1 0 0 0 0,0 0-1 0 0,0-1 1 0 0,11 9-1 0 0,-17-15-46 0 0,-1-1 0 0 0,1 1-1 0 0,-1-1 1 0 0,0 0-1 0 0,1 1 1 0 0,-1-1-1 0 0,1 0 1 0 0,-1 1-1 0 0,1-1 1 0 0,-1 0-1 0 0,1 0 1 0 0,0 1-1 0 0,-1-1 1 0 0,1 0-1 0 0,-1 0 1 0 0,1 0-1 0 0,-1 0 1 0 0,1 0-1 0 0,-1 0 1 0 0,1 0 0 0 0,0 0-1 0 0,-1 0 1 0 0,1 0-1 0 0,-1 0 1 0 0,1 0-1 0 0,0 0 1 0 0,-1 0-1 0 0,1-1 1 0 0,-1 1-1 0 0,1 0 1 0 0,-1 0-1 0 0,1-1 1 0 0,-1 1-1 0 0,1 0 1 0 0,-1-1-1 0 0,1 1 1 0 0,-1 0-1 0 0,0-1 1 0 0,1 1 0 0 0,-1-1-1 0 0,1 1 1 0 0,-1 0-1 0 0,0-1 1 0 0,1 1-1 0 0,-1-1 1 0 0,0 1-1 0 0,0-1 1 0 0,0 0-1 0 0,1 1 1 0 0,-1-1-1 0 0,0 1 1 0 0,0-2-1 0 0,1-1-408 0 0,-1 0 0 0 0,1 0-1 0 0,-1 0 1 0 0,0-1-1 0 0,0 1 1 0 0,0 0-1 0 0,-1 0 1 0 0,0-5 0 0 0,-6-9-1622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16.2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343 156 456 0 0,'-2'-14'708'0'0,"-1"0"0"0"0,0 1 0 0 0,0-1 0 0 0,-7-14 0 0 0,8 23-590 0 0,-1 1 1 0 0,1 0-1 0 0,-1 0 1 0 0,1 0-1 0 0,-1 0 1 0 0,0 0 0 0 0,0 1-1 0 0,-1-1 1 0 0,1 1-1 0 0,-1 0 1 0 0,0 0-1 0 0,0 0 1 0 0,0 0-1 0 0,0 1 1 0 0,-8-4 0 0 0,5 3-39 0 0,0 1 0 0 0,0 0 0 0 0,0 0 0 0 0,-1 0 0 0 0,1 1 1 0 0,0 0-1 0 0,-1 1 0 0 0,1-1 0 0 0,-1 1 0 0 0,1 1 0 0 0,-1 0 1 0 0,1 0-1 0 0,-1 0 0 0 0,1 1 0 0 0,0 0 0 0 0,0 0 0 0 0,0 1 1 0 0,0 0-1 0 0,0 0 0 0 0,1 0 0 0 0,-1 1 0 0 0,1 0 0 0 0,0 1 1 0 0,-8 6-1 0 0,7-5-48 0 0,0 1-1 0 0,1-1 1 0 0,-1 2 0 0 0,1-1 0 0 0,1 0 0 0 0,-1 1-1 0 0,1 0 1 0 0,1 1 0 0 0,0-1 0 0 0,0 1 0 0 0,0 0-1 0 0,1 0 1 0 0,1 0 0 0 0,-1 0 0 0 0,2 0 0 0 0,-1 0-1 0 0,0 14 1 0 0,2-11-14 0 0,1 0 0 0 0,0 1-1 0 0,0-1 1 0 0,1 0 0 0 0,1 0-1 0 0,0 0 1 0 0,1 0 0 0 0,0 0 0 0 0,1-1-1 0 0,0 0 1 0 0,1 0 0 0 0,13 19-1 0 0,1-2 5 0 0,2-2-1 0 0,1 0 1 0 0,28 24-1 0 0,82 59-2 0 0,12 11 14 0 0,-137-112-31 0 0,0 0 0 0 0,0 1-1 0 0,-1-1 1 0 0,0 1 0 0 0,0 1-1 0 0,-1 0 1 0 0,0 0 0 0 0,-1 0-1 0 0,0 0 1 0 0,5 17 0 0 0,-9-21-3 0 0,1-1 0 0 0,-1 1 1 0 0,-1-1-1 0 0,1 1 1 0 0,-1-1-1 0 0,0 1 1 0 0,0-1-1 0 0,-1 1 1 0 0,0 0-1 0 0,0-1 0 0 0,0 1 1 0 0,0-1-1 0 0,-1 0 1 0 0,0 1-1 0 0,0-1 1 0 0,0 0-1 0 0,-1 0 0 0 0,0 0 1 0 0,0-1-1 0 0,0 1 1 0 0,-1-1-1 0 0,1 1 1 0 0,-6 4-1 0 0,3-4-4 0 0,0 1 1 0 0,0-1-1 0 0,-1-1 0 0 0,1 1 1 0 0,-1-1-1 0 0,0 0 0 0 0,-1 0 1 0 0,1-1-1 0 0,0 0 0 0 0,-1-1 0 0 0,0 1 1 0 0,0-1-1 0 0,0-1 0 0 0,1 0 1 0 0,-2 0-1 0 0,1 0 0 0 0,0-1 1 0 0,0 0-1 0 0,0-1 0 0 0,0 0 0 0 0,-15-3 1 0 0,14 2-79 0 0,0-1 1 0 0,1 0 0 0 0,-1-1-1 0 0,1 0 1 0 0,-1 0-1 0 0,1-1 1 0 0,0 0 0 0 0,1 0-1 0 0,-1-1 1 0 0,1 0 0 0 0,0 0-1 0 0,1-1 1 0 0,-1 1 0 0 0,1-2-1 0 0,1 1 1 0 0,-1-1-1 0 0,1 1 1 0 0,1-1 0 0 0,-5-9-1 0 0,9 16 66 0 0,-7-14-749 0 0,1 0-1 0 0,0 0 1 0 0,2-1 0 0 0,-4-17-1 0 0,5 1-1059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16.9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144 137 44 0 0,'-15'-18'2206'0'0,"14"17"-2046"0"0,1-1 0 0 0,-1 1 0 0 0,0 0 0 0 0,0-1 0 0 0,0 1 0 0 0,0 0 0 0 0,0 0-1 0 0,0-1 1 0 0,0 1 0 0 0,0 0 0 0 0,0 0 0 0 0,0 0 0 0 0,-1 0 0 0 0,1 1 0 0 0,0-1 0 0 0,-3-1-1 0 0,3 2 162 0 0,-15 10 277 0 0,10-4-451 0 0,0 1-1 0 0,1 0 0 0 0,-1 1 1 0 0,1-1-1 0 0,1 1 0 0 0,-1 0 0 0 0,2 0 1 0 0,-6 13-1 0 0,0 1 49 0 0,3-9-94 0 0,0 0 0 0 0,1 1-1 0 0,1 0 1 0 0,1 0-1 0 0,0 0 1 0 0,0 0 0 0 0,2 1-1 0 0,-1-1 1 0 0,2 0-1 0 0,0 1 1 0 0,1-1 0 0 0,0 1-1 0 0,1-1 1 0 0,1 0-1 0 0,0 0 1 0 0,9 23 0 0 0,-11-34-81 0 0,1 1 0 0 0,0-1 1 0 0,0 1-1 0 0,0-1 0 0 0,0 0 1 0 0,1 0-1 0 0,-1 0 0 0 0,1 0 1 0 0,0 0-1 0 0,0 0 0 0 0,0-1 1 0 0,0 1-1 0 0,0-1 1 0 0,6 3-1 0 0,-6-4-13 0 0,-1 0-1 0 0,1 0 1 0 0,0 0 0 0 0,-1-1 0 0 0,1 1-1 0 0,0-1 1 0 0,0 0 0 0 0,0 0-1 0 0,-1 0 1 0 0,1 0 0 0 0,0 0 0 0 0,0 0-1 0 0,-1-1 1 0 0,1 0 0 0 0,0 1-1 0 0,0-1 1 0 0,-1 0 0 0 0,1 0 0 0 0,-1 0-1 0 0,1-1 1 0 0,-1 1 0 0 0,4-3 0 0 0,6-5-72 0 0,0-1 1 0 0,0 0 0 0 0,-1-1-1 0 0,0 0 1 0 0,0-1 0 0 0,-2 0-1 0 0,1 0 1 0 0,-2-1 0 0 0,0 0-1 0 0,0-1 1 0 0,-1 0 0 0 0,-1 0 0 0 0,0-1-1 0 0,7-28 1 0 0,-10 29-79 0 0,0-1-1 0 0,-1 1 1 0 0,-1-1 0 0 0,0 1 0 0 0,-1-1-1 0 0,0 0 1 0 0,-2 1 0 0 0,1-1-1 0 0,-2 1 1 0 0,0-1 0 0 0,0 1 0 0 0,-2 0-1 0 0,0 0 1 0 0,0 1 0 0 0,-15-26 0 0 0,18 36 105 0 0,-1-1-1 0 0,0 1 1 0 0,1-1 0 0 0,-2 1 0 0 0,1 0 0 0 0,0 0 0 0 0,0 1 0 0 0,-1-1 0 0 0,0 1 0 0 0,1-1 0 0 0,-1 1 0 0 0,-5-2 0 0 0,7 3-105 0 0,0 0 1 0 0,0 1-1 0 0,0-1 1 0 0,-1 0 0 0 0,1 1-1 0 0,0-1 1 0 0,0 1 0 0 0,0 0-1 0 0,-1 0 1 0 0,1 0 0 0 0,0 0-1 0 0,0 0 1 0 0,-1 0 0 0 0,1 1-1 0 0,0-1 1 0 0,0 1-1 0 0,0 0 1 0 0,-1-1 0 0 0,1 1-1 0 0,0 0 1 0 0,0 0 0 0 0,0 0-1 0 0,-3 3 1 0 0,-2 2-1211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17.3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60 1 492 0 0,'-13'0'1429'0'0,"10"1"-1333"0"0,1 0 0 0 0,-1 0 0 0 0,1 1 0 0 0,-1-1 1 0 0,1 1-1 0 0,0-1 0 0 0,-1 1 0 0 0,1 0 0 0 0,0-1 0 0 0,0 1 1 0 0,0 0-1 0 0,1 0 0 0 0,-1 1 0 0 0,0-1 0 0 0,1 0 0 0 0,-1 0 0 0 0,1 1 1 0 0,0-1-1 0 0,0 1 0 0 0,0 0 0 0 0,0-1 0 0 0,0 1 0 0 0,1-1 1 0 0,-1 1-1 0 0,0 4 0 0 0,0 9 128 0 0,-1 0 1 0 0,2 1-1 0 0,2 19 1 0 0,-1-17-4 0 0,13 147 1093 0 0,-1-31-405 0 0,-12-129-859 0 0,0 0 1 0 0,0 0-1 0 0,0 0 0 0 0,1 0 1 0 0,2 6-1 0 0,-3-11-39 0 0,-1 1 0 0 0,1-1 0 0 0,-1 1 0 0 0,1-1 0 0 0,0 0 0 0 0,-1 1 0 0 0,1-1 0 0 0,0 0 0 0 0,0 0 0 0 0,0 0 0 0 0,0 1 0 0 0,0-1-1 0 0,0 0 1 0 0,0 0 0 0 0,0 0 0 0 0,1-1 0 0 0,-1 1 0 0 0,0 0 0 0 0,0 0 0 0 0,1-1 0 0 0,-1 1 0 0 0,1-1 0 0 0,-1 1 0 0 0,2 0 0 0 0,0-3-28 0 0,1 0 0 0 0,-1 0-1 0 0,0 0 1 0 0,0 0 0 0 0,0-1 0 0 0,-1 1 0 0 0,1-1 0 0 0,0 0 0 0 0,-1 1-1 0 0,0-1 1 0 0,4-6 0 0 0,-5 8-3 0 0,10-18-187 0 0,0 0 1 0 0,-2 0-1 0 0,0-1 1 0 0,-1 0-1 0 0,-1-1 1 0 0,-1 0-1 0 0,7-41 1 0 0,-7 31-70 0 0,2 1 0 0 0,19-52 0 0 0,-27 82 276 0 0,0-1 1 0 0,0 1 0 0 0,0 0 0 0 0,0-1 0 0 0,0 1-1 0 0,0-1 1 0 0,0 1 0 0 0,0 0 0 0 0,0-1 0 0 0,1 1-1 0 0,-1-1 1 0 0,0 1 0 0 0,0 0 0 0 0,0-1 0 0 0,1 1-1 0 0,-1 0 1 0 0,0-1 0 0 0,0 1 0 0 0,1 0 0 0 0,-1 0 0 0 0,0-1-1 0 0,1 1 1 0 0,-1 0 0 0 0,0 0 0 0 0,1-1 0 0 0,-1 1-1 0 0,0 0 1 0 0,1 0 0 0 0,-1 0 0 0 0,0 0 0 0 0,1-1-1 0 0,-1 1 1 0 0,1 0 0 0 0,-1 0 0 0 0,0 0 0 0 0,1 0-1 0 0,-1 0 1 0 0,1 0 0 0 0,5 17 71 0 0,-1 37 72 0 0,-5-48-131 0 0,-2 43 71 0 0,1 21 11 0 0,1-65-126 0 0,1-1-1 0 0,-1 0 1 0 0,1 0-1 0 0,0 0 0 0 0,0 0 1 0 0,0 0-1 0 0,1 0 1 0 0,0 0-1 0 0,-1 0 0 0 0,1 0 1 0 0,1-1-1 0 0,-1 1 0 0 0,3 3 1 0 0,-5-7-24 0 0,1 1-66 0 0,-1-1-1 0 0,1 1 1 0 0,-1-1-1 0 0,1 1 1 0 0,-1 0-1 0 0,1-1 1 0 0,0 1 0 0 0,-1-1-1 0 0,1 1 1 0 0,0-1-1 0 0,-1 1 1 0 0,1-1-1 0 0,0 0 1 0 0,0 1-1 0 0,0-1 1 0 0,-1 0 0 0 0,1 0-1 0 0,0 1 1 0 0,0-1-1 0 0,0 0 1 0 0,-1 0-1 0 0,1 0 1 0 0,0 0-1 0 0,0 0 1 0 0,1 0 0 0 0,10-7-1241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17.6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86 548 0 0,'17'-10'3751'0'0,"20"-5"-3369"0"0,-16 6-78 0 0,-19 8-194 0 0,30-11 116 0 0,63-16 0 0 0,-82 24-459 0 0,0 2 1 0 0,0 0-1 0 0,0 1 0 0 0,0 0 0 0 0,1 1 0 0 0,-1 0 0 0 0,0 1 0 0 0,14 3 0 0 0,-18 0-1076 0 0,-2 1 103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17.9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66 1 408 0 0,'-3'2'249'0'0,"0"1"0"0"0,1-1 1 0 0,-1 1-1 0 0,1 0 0 0 0,0 0 0 0 0,-1 0 0 0 0,1 0 0 0 0,0 0 0 0 0,1 0 1 0 0,-1 1-1 0 0,1-1 0 0 0,-1 1 0 0 0,1-1 0 0 0,-1 6 0 0 0,1-6-164 0 0,-5 22 309 0 0,1 1 1 0 0,1 0-1 0 0,-1 47 1 0 0,0 1 60 0 0,-2 22 364 0 0,6-56-1222 0 0,1-31-897 0 0,0-10-1074 0 0,1-12 681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18.2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0 460 0 0,'7'3'234'0'0,"-1"-1"1"0"0,0 1-1 0 0,0 0 0 0 0,0 0 1 0 0,0 1-1 0 0,0 0 0 0 0,0 0 1 0 0,-1 0-1 0 0,0 1 0 0 0,0-1 1 0 0,0 1-1 0 0,7 11 0 0 0,3 5 245 0 0,-1 0 1 0 0,12 25-1 0 0,-1 8 79 0 0,-3 2 1 0 0,-2 0-1 0 0,15 68 0 0 0,-20-60-114 0 0,-3 0 0 0 0,7 112 0 0 0,-18-131-266 0 0,-1 1 1 0 0,-3-1 0 0 0,-2 0-1 0 0,-18 75 1 0 0,9-66 11 0 0,-2-1 0 0 0,-35 74 0 0 0,36-97-418 0 0,-2 0-1 0 0,0-1 1 0 0,-2-1 0 0 0,-2 0 0 0 0,-26 28 0 0 0,46-55 61 0 0,0-1 0 0 0,1 1 0 0 0,-1 0 0 0 0,0 0-1 0 0,1 0 1 0 0,-1 0 0 0 0,0-1 0 0 0,0 1 0 0 0,0 0 0 0 0,0-1 0 0 0,0 1 0 0 0,0-1 0 0 0,0 1 0 0 0,0-1 0 0 0,0 1 0 0 0,0-1 0 0 0,0 0 0 0 0,0 0 0 0 0,0 1 0 0 0,0-1-1 0 0,-1 0 1 0 0,1 0 0 0 0,0 0 0 0 0,0 0 0 0 0,0 0 0 0 0,0-1 0 0 0,-2 1 0 0 0,2-1-2042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19.5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1 480 0 0,'0'0'544'0'0,"0"0"-19"0"0,0 0-27 0 0,0 0-43 0 0,0 0-21 0 0,0 0-28 0 0,0 0-28 0 0,0 0-6 0 0,1 3-6 0 0,19 44 432 0 0,-2 0 0 0 0,12 52 1 0 0,13 92 166 0 0,46 161 186 0 0,-33-216-302 0 0,-56-136-841 0 0,1 0 1 0 0,-1 1-1 0 0,0-1 0 0 0,0 0 0 0 0,0 1 0 0 0,0-1 0 0 0,0 0 0 0 0,0 0 1 0 0,0 1-1 0 0,0-1 0 0 0,1 0 0 0 0,-1 1 0 0 0,0-1 0 0 0,0 0 0 0 0,0 0 1 0 0,1 1-1 0 0,-1-1 0 0 0,0 0 0 0 0,0 0 0 0 0,1 0 0 0 0,-1 1 1 0 0,0-1-1 0 0,0 0 0 0 0,1 0 0 0 0,-1 0 0 0 0,0 0 0 0 0,1 0 0 0 0,-1 1 1 0 0,0-1-1 0 0,0 0 0 0 0,1 0 0 0 0,-1 0 0 0 0,1 0 0 0 0,8-10 116 0 0,8-28-119 0 0,-10 21-15 0 0,42-94-1672 0 0,37-127 0 0 0,-85 236 1626 0 0,23-73-2517 0 0,-2-2 196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20.1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255 18 676 0 0,'2'-15'4304'0'0,"-11"12"-2158"0"0,7 4-2043 0 0,0 0 0 0 0,-1 0-1 0 0,1 0 1 0 0,0 0 0 0 0,0 0 0 0 0,0 0-1 0 0,0 1 1 0 0,0-1 0 0 0,-3 4-1 0 0,-11 14 158 0 0,0 2 0 0 0,2 0 0 0 0,1 1 0 0 0,0 1 0 0 0,2 0-1 0 0,-14 36 1 0 0,0 9 0 0 0,2 1 0 0 0,4 0 0 0 0,-13 89 0 0 0,24-101-62 0 0,2 1 0 0 0,4-1 0 0 0,1 1 0 0 0,12 90 0 0 0,-6-114-108 0 0,2 0-1 0 0,1 0 1 0 0,2-1 0 0 0,1 0 0 0 0,17 35 0 0 0,-18-49-102 0 0,0-1 0 0 0,1 1 1 0 0,0-2-1 0 0,2 0 0 0 0,0 0 1 0 0,1-1-1 0 0,1-1 0 0 0,0 0 0 0 0,27 20 1 0 0,-20-20-211 0 0,1-1 0 0 0,1-1 0 0 0,0-1 1 0 0,1-1-1 0 0,0-2 0 0 0,44 12 0 0 0,-41-15-1258 0 0,0-1-1 0 0,1-1 0 0 0,40-1 0 0 0,-26-4-1303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22.4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369 28 360 0 0,'-1'-1'124'0'0,"0"-1"-1"0"0,0 0 1 0 0,0 0 0 0 0,0 1-1 0 0,0-1 1 0 0,-1 1 0 0 0,1-1 0 0 0,0 1-1 0 0,-1 0 1 0 0,1 0 0 0 0,-1-1-1 0 0,0 1 1 0 0,1 0 0 0 0,-1 0-1 0 0,0 0 1 0 0,0 1 0 0 0,1-1-1 0 0,-1 0 1 0 0,0 1 0 0 0,0-1 0 0 0,0 1-1 0 0,0-1 1 0 0,-3 1 0 0 0,-3-1 105 0 0,1 0 0 0 0,-1 1 0 0 0,1 0 0 0 0,-14 2 0 0 0,0 2 109 0 0,1 1-1 0 0,0 1 1 0 0,0 1 0 0 0,-26 12-1 0 0,35-14-214 0 0,0 1 1 0 0,0 0-1 0 0,1 1 0 0 0,0 0 0 0 0,0 0 1 0 0,0 1-1 0 0,1 1 0 0 0,-13 14 0 0 0,20-18-90 0 0,-1-1 1 0 0,1 0-1 0 0,0 1 0 0 0,0 0 0 0 0,0-1 0 0 0,0 1 0 0 0,1 0 0 0 0,0 0 0 0 0,0 0 1 0 0,0 0-1 0 0,1 0 0 0 0,-1 0 0 0 0,1 0 0 0 0,1 0 0 0 0,-1 0 0 0 0,1 0 0 0 0,-1 0 1 0 0,1 0-1 0 0,1 0 0 0 0,-1 0 0 0 0,1 0 0 0 0,4 8 0 0 0,4 8 23 0 0,1-1 1 0 0,1 0-1 0 0,25 29 0 0 0,-27-35-26 0 0,20 26 15 0 0,106 150 57 0 0,-113-156-113 0 0,32 73-1 0 0,-50-96 9 0 0,0 0 0 0 0,-1 0 0 0 0,-1 1 0 0 0,0-1 0 0 0,0 1 0 0 0,-2 0-1 0 0,1 0 1 0 0,-1 0 0 0 0,-1 0 0 0 0,0 0 0 0 0,-3 17 0 0 0,1-22 12 0 0,0 1 0 0 0,-1-1 1 0 0,0 1-1 0 0,0-1 0 0 0,-1 0 1 0 0,0 0-1 0 0,0-1 0 0 0,-1 1 0 0 0,0-1 1 0 0,0 0-1 0 0,0 0 0 0 0,-1-1 1 0 0,0 0-1 0 0,0 0 0 0 0,0 0 0 0 0,-1 0 1 0 0,1-1-1 0 0,-1 0 0 0 0,0-1 1 0 0,0 1-1 0 0,-1-1 0 0 0,-13 3 1 0 0,10-2-14 0 0,-1-1 1 0 0,1-1 0 0 0,-1 0 0 0 0,0-1 0 0 0,0 0 0 0 0,0 0 0 0 0,1-1-1 0 0,-1-1 1 0 0,0 0 0 0 0,0-1 0 0 0,0 0 0 0 0,1-1 0 0 0,-1 0 0 0 0,-17-7-1 0 0,25 8-57 0 0,0-1 0 0 0,0 1 0 0 0,0-1 0 0 0,1 0 0 0 0,-1 0 0 0 0,1 0 0 0 0,-1-1 0 0 0,1 1 0 0 0,0-1 0 0 0,0 0 0 0 0,0 0 0 0 0,1 0 0 0 0,0 0 0 0 0,-1 0 0 0 0,1 0 0 0 0,1-1 0 0 0,-1 1 0 0 0,-1-6 0 0 0,1-1-499 0 0,0 1-1 0 0,1-1 0 0 0,0 0 0 0 0,0 0 1 0 0,1 0-1 0 0,3-17 0 0 0,2-5-1384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23.2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141 152 556 0 0,'0'-1'301'0'0,"0"0"0"0"0,0-1 0 0 0,0 1 1 0 0,0 0-1 0 0,1 0 0 0 0,-1 0 0 0 0,1 0 0 0 0,-1 0 0 0 0,1 0 0 0 0,-1 0 1 0 0,1 0-1 0 0,-1 0 0 0 0,1 0 0 0 0,1-1 0 0 0,-1 0 1986 0 0,-16 32-1961 0 0,-75 156 970 0 0,81-160-1106 0 0,5-14 3 0 0,-1 0 0 0 0,0-1 0 0 0,-13 22 0 0 0,15-29 70 0 0,3-7-114 0 0,7-15-84 0 0,13-28-154 0 0,120-226-713 0 0,-127 245 683 0 0,-11 19 73 0 0,1 1 0 0 0,0 0 0 0 0,1 1 0 0 0,-1-1 1 0 0,1 0-1 0 0,1 1 0 0 0,-1 0 0 0 0,1 0 0 0 0,0 1 0 0 0,10-10 0 0 0,-14 14-11 0 0,5 24 3 0 0,5 89 38 0 0,-8-71 53 0 0,2 0 0 0 0,12 52-1 0 0,-2-34 22 0 0,-8-27-5 0 0,2 0 0 0 0,14 34 0 0 0,16 49-228 0 0,-39-114-26 0 0,-4 4-296 0 0,0-6-2241 0 0,-14-15 658 0 0,3 7 157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23.5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1 376 0 0,'0'0'691'0'0,"0"0"-58"0"0,0 0-48 0 0,0 0-25 0 0,0 0-26 0 0,4 1-46 0 0,6 2-208 0 0,1 0-1 0 0,0-1 1 0 0,0 0-1 0 0,1-1 1 0 0,-1 0-1 0 0,0-1 1 0 0,14-1 0 0 0,-8 1-142 0 0,0 0 0 0 0,33 5 1 0 0,-28-1-301 0 0,-15-3-232 0 0,0 0-1 0 0,0 0 1 0 0,-1 1-1 0 0,1 0 1 0 0,0 0-1 0 0,-1 1 1 0 0,1 0-1 0 0,10 6 1 0 0,-6-1-1189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25.7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363 131 384 0 0,'24'-35'1115'0'0,"-16"25"-466"0"0,0-2 0 0 0,-1 1 0 0 0,0-1-1 0 0,9-23 1 0 0,-16 35-608 0 0,1 0 0 0 0,-1-1 0 0 0,0 1-1 0 0,0-1 1 0 0,0 1 0 0 0,0-1 0 0 0,0 1 0 0 0,1-1-1 0 0,-1 1 1 0 0,0-1 0 0 0,0 1 0 0 0,0 0 0 0 0,0-1-1 0 0,0 1 1 0 0,0-1 0 0 0,-1 1 0 0 0,1-1 0 0 0,0 1-1 0 0,0-1 1 0 0,0 1 0 0 0,0-1 0 0 0,0 1 0 0 0,-1 0-1 0 0,1-1 1 0 0,0 1 0 0 0,0-1 0 0 0,-1 1 0 0 0,1 0-1 0 0,0-1 1 0 0,-1 1 0 0 0,1 0 0 0 0,0-1 0 0 0,-1 1-1 0 0,1 0 1 0 0,-1-1 0 0 0,-20 1 533 0 0,-23 14-131 0 0,17 2-238 0 0,0 0 0 0 0,1 1 0 0 0,0 2 0 0 0,-35 35 0 0 0,43-38-125 0 0,2 2 1 0 0,0 0 0 0 0,1 1 0 0 0,1 1 0 0 0,1 0 0 0 0,-17 36 0 0 0,26-46-56 0 0,0 0-1 0 0,1 0 1 0 0,1 0-1 0 0,0 1 0 0 0,0-1 1 0 0,1 1-1 0 0,0-1 1 0 0,1 1-1 0 0,0-1 1 0 0,1 1-1 0 0,3 16 1 0 0,3 7 13 0 0,2-1 1 0 0,16 38-1 0 0,-21-60-36 0 0,16 33-1 0 0,1-1-1 0 0,3-1 1 0 0,1-1 0 0 0,37 43 0 0 0,-46-61-19 0 0,-16-23 17 0 0,70 107-151 0 0,-63-94 129 0 0,-1 0 0 0 0,0 1-1 0 0,-1-1 1 0 0,0 1 0 0 0,-1 1-1 0 0,3 23 1 0 0,-7-34 27 0 0,1-1 0 0 0,-1 0 1 0 0,0 0-1 0 0,-1 1 0 0 0,1-1 1 0 0,0 0-1 0 0,-1 0 0 0 0,0 0 1 0 0,0 1-1 0 0,0-1 0 0 0,0 0 1 0 0,0 0-1 0 0,-1 0 0 0 0,1 0 1 0 0,-1-1-1 0 0,-3 6 0 0 0,1-4 13 0 0,-1 1 0 0 0,1-1 0 0 0,-1 0 0 0 0,0 0 0 0 0,0 0 0 0 0,0-1 0 0 0,-1 1 0 0 0,-6 2 0 0 0,-5 1 33 0 0,1-1 0 0 0,-1-1 0 0 0,0 0 1 0 0,0-1-1 0 0,-23 2 0 0 0,21-4-13 0 0,-1-1-1 0 0,1-1 1 0 0,0-1-1 0 0,-1-1 0 0 0,-36-7 1 0 0,54 8-68 0 0,0 1-1 0 0,0-1 1 0 0,0 1 0 0 0,0-1 0 0 0,0 0-1 0 0,0 0 1 0 0,0 0 0 0 0,0 0 0 0 0,1 0-1 0 0,-1 0 1 0 0,0 0 0 0 0,1-1 0 0 0,-1 1-1 0 0,1 0 1 0 0,-1-1 0 0 0,1 0 0 0 0,0 1-1 0 0,0-1 1 0 0,-1 0 0 0 0,1 0 0 0 0,0 1-1 0 0,1-1 1 0 0,-2-3 0 0 0,1 2-330 0 0,1 1-1 0 0,0-1 1 0 0,-1 1 0 0 0,1-1 0 0 0,0 1-1 0 0,1-1 1 0 0,-1 1 0 0 0,0-1-1 0 0,1 1 1 0 0,-1-1 0 0 0,1 1 0 0 0,1-4-1 0 0,4-8-2002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26.4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0 184 316 0 0,'0'0'58'0'0,"0"0"-1"0"0,0 0 1 0 0,0 0 0 0 0,0-1-1 0 0,0 1 1 0 0,0 0 0 0 0,0 0 0 0 0,1 0-1 0 0,-1-1 1 0 0,0 1 0 0 0,0 0-1 0 0,0 0 1 0 0,0 0 0 0 0,0 0-1 0 0,0-1 1 0 0,1 1 0 0 0,-1 0-1 0 0,0 0 1 0 0,0 0 0 0 0,0 0-1 0 0,0 0 1 0 0,1 0 0 0 0,-1 0-1 0 0,0 0 1 0 0,0-1 0 0 0,0 1 0 0 0,0 0-1 0 0,1 0 1 0 0,-1 0 0 0 0,0 0-1 0 0,0 0 1 0 0,0 0 0 0 0,1 0-1 0 0,-1 0 1 0 0,0 0 0 0 0,0 0-1 0 0,0 0 1 0 0,1 0 0 0 0,-1 0-1 0 0,0 0 1 0 0,0 0 0 0 0,0 1-1 0 0,1-1 1 0 0,-1 0 0 0 0,0 0 0 0 0,0 0-1 0 0,0 0 1 0 0,0 0 0 0 0,1 0-1 0 0,-1 0 1 0 0,0 1 0 0 0,0-1-1 0 0,0 0 1 0 0,5 12 298 0 0,-1 1 1 0 0,0-1-1 0 0,-1 1 0 0 0,0 0 1 0 0,-1 0-1 0 0,0 14 0 0 0,1 85 871 0 0,-13 41-144 0 0,5-102-824 0 0,2-42-532 0 0,2-31-26 0 0,-2-110-1021 0 0,3-82 354 0 0,0 144 894 0 0,-2 57 114 0 0,2 1 0 0 0,-1-1 0 0 0,2 0-1 0 0,0 0 1 0 0,0 0 0 0 0,1 0 0 0 0,1 1-1 0 0,0-1 1 0 0,8-19 0 0 0,-10 30-18 0 0,1 0 0 0 0,0 0 0 0 0,0 0-1 0 0,0 0 1 0 0,0 1 0 0 0,0-1 0 0 0,1 1 0 0 0,-1-1 0 0 0,0 1 0 0 0,1 0-1 0 0,-1-1 1 0 0,1 1 0 0 0,-1 1 0 0 0,1-1 0 0 0,0 0 0 0 0,-1 1 0 0 0,1-1 0 0 0,0 1-1 0 0,0 0 1 0 0,2 0 0 0 0,5-1 41 0 0,0 1 0 0 0,-1 0 0 0 0,1 1 0 0 0,14 2 0 0 0,-16-1-20 0 0,0 1-1 0 0,0-1 1 0 0,0 1 0 0 0,0 1-1 0 0,0-1 1 0 0,-1 1 0 0 0,1 1 0 0 0,-1 0-1 0 0,9 7 1 0 0,-14-11-30 0 0,0 1-1 0 0,0 1 1 0 0,0-1-1 0 0,0 0 1 0 0,0 0 0 0 0,0 1-1 0 0,-1-1 1 0 0,1 1-1 0 0,-1 0 1 0 0,1-1 0 0 0,-1 1-1 0 0,0 0 1 0 0,0 0-1 0 0,0 0 1 0 0,-1 0-1 0 0,1 0 1 0 0,-1 0 0 0 0,0 0-1 0 0,1 0 1 0 0,-1 0-1 0 0,-1 0 1 0 0,1-1 0 0 0,0 1-1 0 0,-1 0 1 0 0,1 0-1 0 0,-1 0 1 0 0,0 0 0 0 0,0 0-1 0 0,-3 5 1 0 0,-4 6 74 0 0,-1-1-1 0 0,-1 1 1 0 0,0-2 0 0 0,-1 0 0 0 0,0 0 0 0 0,-1-1 0 0 0,0 0 0 0 0,0-1-1 0 0,-1 0 1 0 0,-27 14 0 0 0,46-22-92 0 0,0 1 0 0 0,0-1-1 0 0,0-1 1 0 0,0 1 0 0 0,11 1 0 0 0,4 1-69 0 0,-18-2 66 0 0,1 0 0 0 0,0-1 0 0 0,-1 1 0 0 0,0 1 0 0 0,1-1 0 0 0,-1 0 0 0 0,0 1 0 0 0,0 0 0 0 0,0-1 0 0 0,0 1 0 0 0,-1 1-1 0 0,1-1 1 0 0,-1 0 0 0 0,0 0 0 0 0,0 1 0 0 0,0-1 0 0 0,0 1 0 0 0,-1 0 0 0 0,1 0 0 0 0,-1-1 0 0 0,0 1 0 0 0,0 0-1 0 0,0 0 1 0 0,-1 0 0 0 0,1 0 0 0 0,-1 0 0 0 0,0 0 0 0 0,0 0 0 0 0,-1 0 0 0 0,0 5 0 0 0,-3 4 25 0 0,0 0 1 0 0,0 0 0 0 0,-1-1 0 0 0,-1 1-1 0 0,0-1 1 0 0,-1-1 0 0 0,0 1-1 0 0,-10 11 1 0 0,8-11 45 0 0,-2-1 0 0 0,0 0 0 0 0,0 0 0 0 0,-1-1 0 0 0,-18 12 0 0 0,21-13 136 0 0,7-7-5657 0 0,6-24 3373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28.0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4 471 340 0 0,'0'0'677'0'0,"0"0"-29"0"0,0 0-28 0 0,0 0-37 0 0,0 0-29 0 0,0 0-31 0 0,-1-3-26 0 0,0-6-245 0 0,0 1-1 0 0,0 0 1 0 0,1 0 0 0 0,0-1 0 0 0,1 1 0 0 0,0 0 0 0 0,0 0-1 0 0,1 0 1 0 0,4-14 0 0 0,6-11 160 0 0,16-32-1 0 0,-3 7-68 0 0,-18 42-258 0 0,1 1-1 0 0,0 0 1 0 0,12-16-1 0 0,8-13 145 0 0,-14 25 111 0 0,-8 19 13 0 0,-2 10-179 0 0,-3-4-107 0 0,-1 1 1 0 0,1-1 0 0 0,-1 1 0 0 0,-1-1-1 0 0,-1 10 1 0 0,0 12 65 0 0,2-7-58 0 0,-1 8 100 0 0,7 55 0 0 0,-5-77-156 0 0,1 0 0 0 0,-1 0 0 0 0,1 0 0 0 0,0 0-1 0 0,0-1 1 0 0,1 1 0 0 0,0-1 0 0 0,0 1 0 0 0,1-1 0 0 0,0 0 0 0 0,0-1 0 0 0,0 1-1 0 0,7 7 1 0 0,-9-11-22 0 0,-1-1-1 0 0,1 1 1 0 0,-1-1-1 0 0,1 1 0 0 0,0-1 1 0 0,0 1-1 0 0,0-1 1 0 0,0 0-1 0 0,0 0 1 0 0,0 0-1 0 0,0 0 0 0 0,0 0 1 0 0,0-1-1 0 0,1 1 1 0 0,-1 0-1 0 0,0-1 0 0 0,0 0 1 0 0,1 0-1 0 0,-1 1 1 0 0,0-1-1 0 0,1-1 1 0 0,-1 1-1 0 0,0 0 0 0 0,1 0 1 0 0,-1-1-1 0 0,0 0 1 0 0,0 1-1 0 0,0-1 0 0 0,0 0 1 0 0,1 0-1 0 0,-1 0 1 0 0,0 0-1 0 0,0 0 1 0 0,-1-1-1 0 0,1 1 0 0 0,2-2 1 0 0,1-3-66 0 0,0 0 0 0 0,0 0 0 0 0,-1 0 1 0 0,0 0-1 0 0,0-1 0 0 0,0 0 0 0 0,-1 1 0 0 0,0-1 0 0 0,3-13 1 0 0,15-58-842 0 0,-11 37 353 0 0,16-43 0 0 0,-21 71-58 0 0,0 1-1 0 0,1 0 1 0 0,1 0-1 0 0,-1 1 1 0 0,2 0-1 0 0,0 0 1 0 0,15-16-1 0 0,-11 18-1084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28.4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391 21 656 0 0,'0'0'91'0'0,"1"0"-1"0"0,-1-1 1 0 0,1 1 0 0 0,-1 0-1 0 0,0 0 1 0 0,1-1-1 0 0,-1 1 1 0 0,1 0 0 0 0,-1-1-1 0 0,0 1 1 0 0,1 0 0 0 0,-1-1-1 0 0,0 1 1 0 0,1 0-1 0 0,-1-1 1 0 0,0 1 0 0 0,0-1-1 0 0,1 1 1 0 0,-1 0 0 0 0,0-1-1 0 0,0 1 1 0 0,0-1-1 0 0,1 1 1 0 0,-1-1 0 0 0,0 1-1 0 0,0-1 1 0 0,0 1 0 0 0,0-1-1 0 0,0 1 1 0 0,0-1-1 0 0,0 1 1 0 0,0-1 0 0 0,0 1-1 0 0,-1-1 1 0 0,1 1-1 0 0,0-1 1 0 0,0 1 0 0 0,0-1-1 0 0,0 1 1 0 0,-1 0 0 0 0,1-1-1 0 0,0 1 1 0 0,0-1-1 0 0,-1 1 1 0 0,1 0 0 0 0,0-1-1 0 0,-1 0 1 0 0,0 1-35 0 0,-1 0 0 0 0,1 0 0 0 0,0 0 0 0 0,0-1 0 0 0,0 1 0 0 0,0 0 0 0 0,-1 0 0 0 0,1 1 0 0 0,0-1 0 0 0,0 0 0 0 0,0 0 0 0 0,0 0 0 0 0,-1 1 0 0 0,1-1 0 0 0,0 1 0 0 0,0-1 0 0 0,0 1 0 0 0,0-1 0 0 0,0 1 0 0 0,0 0 0 0 0,0-1 0 0 0,-1 2 0 0 0,-26 21 271 0 0,1 1 0 0 0,1 1 0 0 0,1 1 0 0 0,2 1 0 0 0,0 2 1 0 0,2 0-1 0 0,-31 56 0 0 0,46-70-245 0 0,-1 0 0 0 0,2 0 1 0 0,0 0-1 0 0,0 1 0 0 0,2 0 0 0 0,0 0 1 0 0,1 0-1 0 0,-1 24 0 0 0,4-27-36 0 0,0 0-1 0 0,0 0 0 0 0,1 0 1 0 0,1-1-1 0 0,0 1 0 0 0,1-1 1 0 0,1 1-1 0 0,0-1 0 0 0,0 0 1 0 0,1-1-1 0 0,13 20 1 0 0,8 7 50 0 0,28 43 38 0 0,-50-72-120 0 0,0 0-1 0 0,-1 1 1 0 0,0-1-1 0 0,0 1 0 0 0,-1 0 1 0 0,-1-1-1 0 0,3 16 1 0 0,-5-18-7 0 0,0 0 1 0 0,-1 0-1 0 0,0 0 1 0 0,0 0-1 0 0,0 0 1 0 0,-1-1-1 0 0,0 1 1 0 0,-1 0-1 0 0,1-1 1 0 0,-1 1-1 0 0,0-1 0 0 0,-1 0 1 0 0,0 0-1 0 0,0 0 1 0 0,-6 7-1 0 0,-4 4 24 0 0,-1-1-1 0 0,-1-1 0 0 0,-27 22 0 0 0,28-27-2 0 0,-1 0 1 0 0,1-1 0 0 0,-20 7-1 0 0,-13 8-204 0 0,36-20-96 0 0,9-6-5478 0 0,3-9 3112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46.3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174 25 76 0 0,'0'0'540'0'0,"0"0"-37"0"0,0 0-35 0 0,-14-16 1658 0 0,13 15-1841 0 0,-31-7 1472 0 0,27 9-1679 0 0,0 0 1 0 0,0 0-1 0 0,0 0 1 0 0,0 1-1 0 0,0 0 1 0 0,0 0 0 0 0,1 0-1 0 0,-1 1 1 0 0,1-1-1 0 0,-1 1 1 0 0,1 0 0 0 0,0 0-1 0 0,0 0 1 0 0,1 1-1 0 0,-1 0 1 0 0,1 0-1 0 0,-1-1 1 0 0,-2 6 0 0 0,1-2 19 0 0,0 0 1 0 0,1 0 0 0 0,0 0 0 0 0,0 1 0 0 0,0-1 0 0 0,1 1 0 0 0,0 0 0 0 0,0 0 0 0 0,1 0 0 0 0,-2 14-1 0 0,4-10-36 0 0,0 1 0 0 0,0-1 0 0 0,2 0 0 0 0,-1 1 0 0 0,2-1 0 0 0,-1 0 0 0 0,2 0-1 0 0,-1 0 1 0 0,2-1 0 0 0,0 1 0 0 0,10 18 0 0 0,-12-25-47 0 0,1 1 0 0 0,0-1 0 0 0,0 0 0 0 0,0 0-1 0 0,0 0 1 0 0,1 0 0 0 0,0-1 0 0 0,0 0 0 0 0,0 0 0 0 0,0 0 0 0 0,1-1 0 0 0,0 0 0 0 0,-1 0 0 0 0,1 0-1 0 0,0 0 1 0 0,1-1 0 0 0,-1 0 0 0 0,0-1 0 0 0,0 1 0 0 0,1-1 0 0 0,-1 0 0 0 0,1-1 0 0 0,11 0 0 0 0,-7-1-16 0 0,-1 0 0 0 0,1-1 1 0 0,0 0-1 0 0,-1-1 1 0 0,1 0-1 0 0,-1-1 0 0 0,0 0 1 0 0,0-1-1 0 0,0 0 1 0 0,-1 0-1 0 0,0-1 0 0 0,0 0 1 0 0,0-1-1 0 0,12-12 1 0 0,-16 14-13 0 0,0 0 0 0 0,-1-1 0 0 0,0 1 0 0 0,-1 0 0 0 0,1-1 0 0 0,-1 0 0 0 0,0 0 0 0 0,0 0 0 0 0,-1 0 1 0 0,0-1-1 0 0,0 1 0 0 0,0-1 0 0 0,-1 1 0 0 0,0-1 0 0 0,0 0 0 0 0,-1 1 0 0 0,1-1 0 0 0,-1 0 0 0 0,-1 1 0 0 0,0-1 0 0 0,0 0 1 0 0,0 1-1 0 0,-1-1 0 0 0,1 1 0 0 0,-4-7 0 0 0,1 4-8 0 0,0 0 1 0 0,-1 0 0 0 0,0 1-1 0 0,0-1 1 0 0,0 1-1 0 0,-2 0 1 0 0,1 1-1 0 0,-1 0 1 0 0,1 0 0 0 0,-2 0-1 0 0,-11-8 1 0 0,16 12-38 0 0,-1 1 0 0 0,0-1 1 0 0,0 1-1 0 0,-1 0 0 0 0,1 0 1 0 0,0 0-1 0 0,-1 1 0 0 0,1 0 0 0 0,-1 0 1 0 0,1 0-1 0 0,-1 0 0 0 0,0 1 1 0 0,1-1-1 0 0,-1 1 0 0 0,0 0 1 0 0,1 1-1 0 0,-1-1 0 0 0,0 1 1 0 0,1 0-1 0 0,-1 0 0 0 0,1 0 0 0 0,-1 1 1 0 0,1 0-1 0 0,0-1 0 0 0,0 2 1 0 0,-5 2-1 0 0,8-5-214 0 0,-5 5 96 0 0,4 0-3269 0 0,2 2 1534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47.0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2 276 0 0,'0'0'667'0'0,"0"0"-602"0"0,0 0 1 0 0,0 0 0 0 0,0 0-1 0 0,0 0 1 0 0,-1 0 0 0 0,1 0-1 0 0,0 0 1 0 0,0-1 0 0 0,0 1-1 0 0,0 0 1 0 0,0 0 0 0 0,-1 0-1 0 0,1 0 1 0 0,0 0 0 0 0,0 0 0 0 0,0 0-1 0 0,0 0 1 0 0,-1 0 0 0 0,1 0-1 0 0,0 0 1 0 0,0 0 0 0 0,0 0-1 0 0,0 0 1 0 0,-1 0 0 0 0,1 0-1 0 0,0 0 1 0 0,0 0 0 0 0,0 0-1 0 0,0 0 1 0 0,0 0 0 0 0,-1 0-1 0 0,1 0 1 0 0,0 0 0 0 0,0 0-1 0 0,0 0 1 0 0,0 1 0 0 0,0-1-1 0 0,-1 0 1 0 0,1 0 0 0 0,0 0-1 0 0,0 0 1 0 0,0 0 0 0 0,0 0-1 0 0,0 0 1 0 0,0 1 0 0 0,0-1-1 0 0,0 0 1 0 0,-1 0 0 0 0,1 0-1 0 0,-3 22 347 0 0,2 0 0 0 0,0 0-1 0 0,1 0 1 0 0,1 0 0 0 0,1 0-1 0 0,1 0 1 0 0,1 0 0 0 0,6 20-1 0 0,-8-36-363 0 0,5 16 187 0 0,1 0 0 0 0,14 27 0 0 0,-20-44-202 0 0,1 0 0 0 0,0-1 0 0 0,0 1 1 0 0,0-1-1 0 0,0 0 0 0 0,1 1 0 0 0,0-2 1 0 0,0 1-1 0 0,0 0 0 0 0,0-1 0 0 0,0 0 1 0 0,1 0-1 0 0,0 0 0 0 0,-1 0 0 0 0,10 3 1 0 0,-12-6-56 0 0,0 0 1 0 0,0 0-1 0 0,-1 0 1 0 0,1 0-1 0 0,0 0 1 0 0,0 0-1 0 0,-1-1 1 0 0,1 1-1 0 0,0-1 1 0 0,-1 1-1 0 0,1-1 1 0 0,-1 0-1 0 0,1 0 1 0 0,0 1-1 0 0,-1-1 1 0 0,0 0-1 0 0,1-1 1 0 0,-1 1 0 0 0,1 0-1 0 0,-1 0 1 0 0,0 0-1 0 0,0-1 1 0 0,0 1-1 0 0,0-1 1 0 0,0 1-1 0 0,0-1 1 0 0,1-2-1 0 0,21-45-845 0 0,4-59-659 0 0,-21 81 1303 0 0,-4 13 134 0 0,-2 13 79 0 0,0-1-1 0 0,0 0 1 0 0,0 0-1 0 0,0 1 1 0 0,0-1-1 0 0,1 0 1 0 0,-1 1 0 0 0,1-1-1 0 0,-1 0 1 0 0,1 1-1 0 0,-1-1 1 0 0,1 1-1 0 0,0-1 1 0 0,0 1-1 0 0,0-1 1 0 0,0 1-1 0 0,0-1 1 0 0,1 0 0 0 0,-1 1 42 0 0,-1 1 12 0 0,0 0-1 0 0,2 3 20 0 0,17 44 198 0 0,-15-34-151 0 0,0-1 1 0 0,12 22-1 0 0,29 27 306 0 0,-36-51-296 0 0,0 1-1 0 0,-1 0 1 0 0,0 1-1 0 0,-1 0 1 0 0,0 0-1 0 0,-1 0 1 0 0,7 20-1 0 0,-10-18-1925 0 0,-8-23-1220 0 0,3 4 3079 0 0,-4-6-1787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47.3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1 492 0 0,'3'3'73'0'0,"0"1"261"0"0,1 0 0 0 0,-1 0 0 0 0,1 0 0 0 0,0-1 0 0 0,0 0-1 0 0,6 5 1 0 0,3-1 271 0 0,-5-2-338 0 0,0-1 0 0 0,0 0 0 0 0,1 0 0 0 0,0 0 0 0 0,0-1 0 0 0,0-1 1 0 0,0 1-1 0 0,13 1 0 0 0,5-3-276 0 0,-1-1 0 0 0,1-1 1 0 0,40-7-1 0 0,-50 2-3372 0 0,-17 6 1974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47.7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0 196 0 0,'8'20'755'0'0,"-2"0"-1"0"0,-1 0 1 0 0,0 0 0 0 0,-2 1-1 0 0,2 34 1 0 0,9 43 165 0 0,-5-44-744 0 0,-7-33-3608 0 0,-2-21 2088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2:48.0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1 568 0 0,'102'117'3408'0'0,"35"72"-874"0"0,-103-135-2011 0 0,-2 2 1 0 0,-3 1-1 0 0,-2 1 1 0 0,38 121 0 0 0,-54-137-466 0 0,-2 0 0 0 0,-2 0 0 0 0,-1 1 0 0 0,-3 0 0 0 0,-1 0 0 0 0,-2 1 0 0 0,-2-1 0 0 0,-2 0 0 0 0,-2 0 0 0 0,-1-1 0 0 0,-3 1 0 0 0,-1-2 0 0 0,-2 0 0 0 0,-2 0 0 0 0,-32 61 0 0 0,31-74-158 0 0,-1-1 0 0 0,-1 0-1 0 0,-29 32 1 0 0,37-49-11 0 0,0 1 1 0 0,-1-1-1 0 0,0-1 0 0 0,0 0 1 0 0,-1-1-1 0 0,-1 0 0 0 0,1 0 1 0 0,-1-1-1 0 0,-24 8 0 0 0,34-13-74 0 0,0-1 1 0 0,-1 0-1 0 0,1 0 0 0 0,0 0 0 0 0,0 0 1 0 0,-1 0-1 0 0,1-1 0 0 0,0 0 0 0 0,-1 1 1 0 0,1-1-1 0 0,0 0 0 0 0,-1-1 1 0 0,1 1-1 0 0,0-1 0 0 0,-1 1 0 0 0,1-1 1 0 0,0 0-1 0 0,0 0 0 0 0,0-1 0 0 0,0 1 1 0 0,0 0-1 0 0,0-1 0 0 0,0 0 0 0 0,-3-2 1 0 0,-11-17-2026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36.9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1 104 0 0,'7'13'4360'0'0,"1"22"-3919"0"0,47 567 2196 0 0,-40-395-2268 0 0,-10-36 39 0 0,-4-155-162 0 0,-1-4-1588 0 0,-4-24-432 0 0,0 3-289 0 0,0 1 157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27.9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138 31 280 0 0,'-3'-1'120'0'0,"0"1"-1"0"0,1-1 1 0 0,-1 1-1 0 0,0-1 1 0 0,0 1 0 0 0,0 0-1 0 0,1 0 1 0 0,-1 0-1 0 0,0 0 1 0 0,0 1 0 0 0,0-1-1 0 0,1 1 1 0 0,-1-1-1 0 0,0 1 1 0 0,1 0 0 0 0,-1 0-1 0 0,0 0 1 0 0,-4 4-1 0 0,3-2-14 0 0,0 0-1 0 0,0 1 0 0 0,0 0 0 0 0,0 0 0 0 0,1 0 1 0 0,-1 0-1 0 0,1 1 0 0 0,0-1 0 0 0,-3 8 0 0 0,-2 6 106 0 0,1 0-1 0 0,0 1 1 0 0,1 0-1 0 0,-4 27 1 0 0,9-31-96 0 0,-1-1-1 0 0,2 0 1 0 0,0 1 0 0 0,1-1 0 0 0,0 0 0 0 0,1 1 0 0 0,1-1-1 0 0,0 0 1 0 0,5 14 0 0 0,4 7 161 0 0,2-1 1 0 0,24 43-1 0 0,-33-67-212 0 0,1 0 0 0 0,0-1 1 0 0,0 0-1 0 0,1 0 0 0 0,0-1 0 0 0,1 1 0 0 0,11 8 1 0 0,-16-15-53 0 0,-1 0 1 0 0,0 0 0 0 0,1-1 0 0 0,-1 1-1 0 0,1-1 1 0 0,-1 1 0 0 0,1-1 0 0 0,-1 0-1 0 0,1 0 1 0 0,0 0 0 0 0,0-1 0 0 0,-1 1-1 0 0,1-1 1 0 0,0 1 0 0 0,0-1 0 0 0,0 0-1 0 0,0 0 1 0 0,0 0 0 0 0,0-1 0 0 0,-1 1-1 0 0,1-1 1 0 0,0 1 0 0 0,0-1-1 0 0,-1 0 1 0 0,1 0 0 0 0,0 0 0 0 0,-1 0-1 0 0,1-1 1 0 0,-1 1 0 0 0,1-1 0 0 0,-1 0-1 0 0,0 1 1 0 0,1-1 0 0 0,1-3 0 0 0,5-4-14 0 0,-1-1 1 0 0,-1-1 0 0 0,0 1-1 0 0,0-1 1 0 0,-1 0 0 0 0,0-1-1 0 0,-1 1 1 0 0,0-1 0 0 0,-1 0-1 0 0,-1 0 1 0 0,0-1 0 0 0,3-20-1 0 0,-3 10-76 0 0,-1 1-1 0 0,-1-1 0 0 0,-1 0 1 0 0,-1 0-1 0 0,-1 0 0 0 0,-6-27 1 0 0,4 33-19 0 0,0 1 0 0 0,-2-1 0 0 0,1 1 1 0 0,-2 1-1 0 0,0-1 0 0 0,-1 1 1 0 0,0 0-1 0 0,-1 1 0 0 0,-1 0 0 0 0,0 0 1 0 0,-17-16-1 0 0,22 26 61 0 0,0 0 1 0 0,0 1-1 0 0,0 0 0 0 0,0 0 1 0 0,-1 0-1 0 0,1 1 0 0 0,-1 0 1 0 0,0 0-1 0 0,0 0 0 0 0,0 1 1 0 0,1-1-1 0 0,-10 1 0 0 0,13 1 23 0 0,0-1 0 0 0,0 1 0 0 0,-1 0 0 0 0,1 1 0 0 0,0-1-1 0 0,0 0 1 0 0,0 1 0 0 0,-1-1 0 0 0,1 1 0 0 0,0 0 0 0 0,0 0 0 0 0,0-1 0 0 0,0 1-1 0 0,0 1 1 0 0,0-1 0 0 0,0 0 0 0 0,1 0 0 0 0,-1 1 0 0 0,0-1 0 0 0,1 1-1 0 0,-1 0 1 0 0,1-1 0 0 0,-1 1 0 0 0,1 0 0 0 0,0 0 0 0 0,0 0 0 0 0,0 0-1 0 0,0 0 1 0 0,0 0 0 0 0,0 0 0 0 0,0 0 0 0 0,1 0 0 0 0,-1 0 0 0 0,0 5-1 0 0,1-4-118 0 0,0 0-1 0 0,0 1 0 0 0,0-1 0 0 0,0 0 0 0 0,0 1 1 0 0,1-1-1 0 0,-1 0 0 0 0,1 0 0 0 0,0 1 0 0 0,0-1 1 0 0,0 0-1 0 0,1 0 0 0 0,-1 0 0 0 0,1 0 0 0 0,0-1 1 0 0,-1 1-1 0 0,1 0 0 0 0,1-1 0 0 0,-1 1 0 0 0,0-1 1 0 0,4 3-1 0 0,6 6-968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28.2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52 0 0,'2'27'792'0'0,"1"0"-1"0"0,1-1 1 0 0,2 1 0 0 0,12 35-1 0 0,-8-27-341 0 0,1 4-29 0 0,3 0 0 0 0,1 0 0 0 0,2-2 0 0 0,36 60 0 0 0,-48-89-347 0 0,-2-2-11 0 0,0-1 0 0 0,0 1 0 0 0,0-1 0 0 0,1 0 0 0 0,0-1 0 0 0,0 1 0 0 0,0 0 0 0 0,1-1 0 0 0,0 0 0 0 0,0 0 0 0 0,0-1 0 0 0,0 1 0 0 0,7 3 0 0 0,-11-7-56 0 0,0 0 0 0 0,0 0 0 0 0,0 0 0 0 0,0-1 0 0 0,0 1 0 0 0,0 0 0 0 0,0 0 0 0 0,0 0 0 0 0,0-1 0 0 0,-1 1 0 0 0,1-1 1 0 0,0 1-1 0 0,0-1 0 0 0,0 1 0 0 0,0-1 0 0 0,-1 1 0 0 0,1-1 0 0 0,0 0 0 0 0,0 1 0 0 0,-1-1 0 0 0,1 0 0 0 0,-1 1 0 0 0,1-1 0 0 0,0 0 0 0 0,-1 0 0 0 0,1-1 1 0 0,12-24 61 0 0,3-20-352 0 0,-2-1-1 0 0,9-50 1 0 0,-6-33-3499 0 0,-16 98 2009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28.5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90 206 420 0 0,'0'0'597'0'0,"0"0"-40"0"0,0 0-57 0 0,0 0-55 0 0,0 0-36 0 0,19-25 887 0 0,-10 7-930 0 0,-1 3-249 0 0,-1-1 0 0 0,9-25 0 0 0,-15 37-139 0 0,1 0 1 0 0,-2 0 0 0 0,1 0-1 0 0,0 0 1 0 0,-1 0 0 0 0,0 0-1 0 0,1 0 1 0 0,-2 0 0 0 0,1 0 0 0 0,0 0-1 0 0,-1 0 1 0 0,0 0 0 0 0,0 0-1 0 0,0 0 1 0 0,0 0 0 0 0,-3-4-1 0 0,3 6 28 0 0,1 1-1 0 0,-1 0 0 0 0,1 0 0 0 0,-1 0 0 0 0,0 0 0 0 0,0 0 0 0 0,0 0 0 0 0,0 0 1 0 0,0 0-1 0 0,0 0 0 0 0,0 0 0 0 0,0 1 0 0 0,0-1 0 0 0,0 0 0 0 0,0 1 0 0 0,0-1 0 0 0,0 1 1 0 0,-1-1-1 0 0,1 1 0 0 0,0-1 0 0 0,0 1 0 0 0,-1 0 0 0 0,1 0 0 0 0,0-1 0 0 0,-1 1 1 0 0,1 0-1 0 0,0 0 0 0 0,-1 0 0 0 0,1 1 0 0 0,0-1 0 0 0,0 0 0 0 0,-1 0 0 0 0,1 1 1 0 0,0-1-1 0 0,0 1 0 0 0,-1-1 0 0 0,1 1 0 0 0,0-1 0 0 0,0 1 0 0 0,0 0 0 0 0,0 0 0 0 0,0-1 1 0 0,0 1-1 0 0,0 0 0 0 0,0 0 0 0 0,-1 2 0 0 0,-4 3 101 0 0,-1 0 0 0 0,2 1 0 0 0,-1-1 1 0 0,1 1-1 0 0,-6 10 0 0 0,3-2 76 0 0,0 1 1 0 0,1 0-1 0 0,1 0 1 0 0,1 1-1 0 0,0-1 0 0 0,1 1 1 0 0,0 0-1 0 0,2 0 1 0 0,-2 28-1 0 0,4-34-84 0 0,0 1 1 0 0,1-1-1 0 0,0 0 0 0 0,1 0 0 0 0,0 0 0 0 0,1 0 1 0 0,0 0-1 0 0,1-1 0 0 0,0 1 0 0 0,0-1 0 0 0,1 0 1 0 0,1 0-1 0 0,0 0 0 0 0,0-1 0 0 0,14 16 0 0 0,-16-21-97 0 0,0 0 0 0 0,1-1-1 0 0,-1 1 1 0 0,1-1-1 0 0,0 0 1 0 0,0-1-1 0 0,0 1 1 0 0,0-1 0 0 0,0 0-1 0 0,0 0 1 0 0,1-1-1 0 0,-1 1 1 0 0,1-1-1 0 0,-1 0 1 0 0,1-1 0 0 0,-1 1-1 0 0,1-1 1 0 0,0 0-1 0 0,-1-1 1 0 0,1 1-1 0 0,-1-1 1 0 0,1 0 0 0 0,-1-1-1 0 0,7-1 1 0 0,-3 0-402 0 0,0-1 1 0 0,-1 0-1 0 0,1 0 1 0 0,-1 0-1 0 0,0-1 1 0 0,0-1-1 0 0,-1 1 1 0 0,1-1-1 0 0,-1 0 1 0 0,0-1-1 0 0,-1 0 1 0 0,1 0-1 0 0,8-14 1 0 0,-6 4-1435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28.8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1 204 312 0 0,'11'23'3401'0'0,"3"19"-2707"0"0,-2 34 626 0 0,-3 1 0 0 0,-2 134 0 0 0,-4-256-766 0 0,9-47 1 0 0,-11 86-559 0 0,14-66-71 0 0,35-100 0 0 0,-43 152-63 0 0,2 0 0 0 0,0 0 0 0 0,1 1 0 0 0,1 0 0 0 0,1 0-1 0 0,0 2 1 0 0,1-1 0 0 0,1 2 0 0 0,24-23 0 0 0,-32 34-469 0 0,0 0 0 0 0,0 1 0 0 0,0 0-1 0 0,1 0 1 0 0,0 0 0 0 0,10-4-1 0 0,-2 4-1470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29.1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129 15 188 0 0,'-1'-1'80'0'0,"0"0"0"0"0,-1-1-1 0 0,1 1 1 0 0,0 0 0 0 0,0 0 0 0 0,-1 0-1 0 0,1 0 1 0 0,0 1 0 0 0,-1-1 0 0 0,1 0-1 0 0,-1 0 1 0 0,1 1 0 0 0,-1-1 0 0 0,0 1-1 0 0,1 0 1 0 0,-1-1 0 0 0,1 1 0 0 0,-1 0-1 0 0,0 0 1 0 0,1 0 0 0 0,-1 0 0 0 0,0 0-1 0 0,1 0 1 0 0,-1 0 0 0 0,1 1 0 0 0,-1-1-1 0 0,0 1 1 0 0,1-1 0 0 0,-1 1 0 0 0,1-1-1 0 0,-1 1 1 0 0,1 0 0 0 0,0 0 0 0 0,-1 0-1 0 0,0 1 1 0 0,-3 2 30 0 0,1 1 1 0 0,0 0-1 0 0,1-1 0 0 0,-1 1 1 0 0,1 1-1 0 0,0-1 0 0 0,0 0 0 0 0,-2 9 1 0 0,-4 11 67 0 0,1 0 0 0 0,1 1 0 0 0,1 0 0 0 0,2 0 1 0 0,1 0-1 0 0,-1 34 0 0 0,14 162 568 0 0,-7-195-658 0 0,-2-12-49 0 0,43 344 824 0 0,-29-256-2532 0 0,-16-109 1227 0 0,1 0 0 0 0,-1 0 0 0 0,-1 0 0 0 0,1 1 0 0 0,-5-11 0 0 0,-4-11-1084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29.4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0 215 252 0 0,'1'3'131'0'0,"0"0"1"0"0,0-1-1 0 0,0 1 1 0 0,0 0-1 0 0,0-1 1 0 0,1 1-1 0 0,0-1 1 0 0,-1 0-1 0 0,1 1 1 0 0,0-1-1 0 0,0 0 0 0 0,0 0 1 0 0,0 0-1 0 0,0 0 1 0 0,0 0-1 0 0,1-1 1 0 0,-1 1-1 0 0,1-1 1 0 0,3 2-1 0 0,-2-2-24 0 0,0 0 0 0 0,0 0 0 0 0,0-1 0 0 0,0 1 0 0 0,0-1 0 0 0,1 0 0 0 0,-1 0 0 0 0,0 0 0 0 0,0-1 0 0 0,0 1 0 0 0,0-1 0 0 0,5-2 0 0 0,6-2-31 0 0,-1-1 0 0 0,1-1 1 0 0,-1 0-1 0 0,0-1 0 0 0,-1-1 1 0 0,14-10-1 0 0,-1-2-577 0 0,-1-2 1 0 0,0-1 0 0 0,-2-1-1 0 0,-1-1 1 0 0,19-29-1 0 0,-24 31-518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29.7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1 110 1992 0 0,'15'-32'-55'0'0,"-10"19"322"0"0,1 0-1 0 0,0 1 1 0 0,1 0 0 0 0,10-14-1 0 0,-16 26-232 0 0,-1 0 1 0 0,0-1-1 0 0,0 1 0 0 0,1 0 0 0 0,-1 0 0 0 0,0 0 0 0 0,0 0 0 0 0,0 0 0 0 0,1 0 0 0 0,-1 0 0 0 0,0 0 1 0 0,0-1-1 0 0,1 1 0 0 0,-1 0 0 0 0,0 0 0 0 0,0 0 0 0 0,1 0 0 0 0,-1 0 0 0 0,0 0 0 0 0,0 0 0 0 0,1 0 1 0 0,-1 1-1 0 0,0-1 0 0 0,0 0 0 0 0,1 0 0 0 0,-1 0 0 0 0,0 0 0 0 0,0 0 0 0 0,1 0 0 0 0,-1 0 0 0 0,0 1 1 0 0,0-1-1 0 0,0 0 0 0 0,1 0 0 0 0,-1 0 0 0 0,0 0 0 0 0,0 1 0 0 0,0-1 0 0 0,0 0 0 0 0,1 0 0 0 0,-1 0 1 0 0,0 1-1 0 0,0-1 0 0 0,0 0 0 0 0,0 0 0 0 0,0 1 0 0 0,0-1 0 0 0,0 0 0 0 0,11 24 615 0 0,2 26-91 0 0,-12-48-540 0 0,54 362 1975 0 0,-39-181-1311 0 0,-16-179-728 0 0,0 1-1 0 0,1-1 0 0 0,0 0 1 0 0,0 0-1 0 0,0 0 0 0 0,3 7 1 0 0,-3-10 18 0 0,-1-1-1 0 0,0 1 1 0 0,0-1 0 0 0,1 1 0 0 0,-1-1 0 0 0,0 1 0 0 0,1-1 0 0 0,-1 0-1 0 0,0 1 1 0 0,1-1 0 0 0,-1 1 0 0 0,1-1 0 0 0,-1 0 0 0 0,0 0 0 0 0,1 1-1 0 0,-1-1 1 0 0,1 0 0 0 0,-1 0 0 0 0,1 1 0 0 0,-1-1 0 0 0,1 0 0 0 0,0 0 0 0 0,0 0-1 0 0,0 0-12 0 0,0 0-1 0 0,0-1 1 0 0,0 1-1 0 0,0 0 0 0 0,-1-1 1 0 0,1 1-1 0 0,0-1 1 0 0,0 1-1 0 0,0-1 0 0 0,0 0 1 0 0,-1 1-1 0 0,1-1 1 0 0,0 0-1 0 0,-1 1 0 0 0,1-1 1 0 0,0 0-1 0 0,0-2 1 0 0,37-48-3790 0 0,-25 26 1995 0 0</inkml:trace>
  <inkml:trace contextRef="#ctx0" brushRef="#br0" timeOffset="1">504 198 552 0 0,'-14'18'440'0'0,"0"0"0"0"0,2 1 1 0 0,0 1-1 0 0,1 0 0 0 0,0 0 0 0 0,2 1 0 0 0,1 0 1 0 0,0 0-1 0 0,2 1 0 0 0,0 0 0 0 0,2 1 0 0 0,-4 37 1 0 0,8-49-295 0 0,0-1 0 0 0,1 1 1 0 0,1-1-1 0 0,-1 1 0 0 0,5 12 0 0 0,-5-20-108 0 0,0 1-1 0 0,0-1 1 0 0,0 1-1 0 0,0-1 0 0 0,1 0 1 0 0,-1 0-1 0 0,1 0 1 0 0,0 0-1 0 0,0 0 0 0 0,0 0 1 0 0,1 0-1 0 0,-1-1 0 0 0,0 1 1 0 0,1-1-1 0 0,0 1 1 0 0,0-1-1 0 0,0 0 0 0 0,4 3 1 0 0,-4-4-36 0 0,0-1 0 0 0,0 1 1 0 0,0 0-1 0 0,0-1 0 0 0,-1 1 1 0 0,1-1-1 0 0,0 0 0 0 0,0 0 1 0 0,0 0-1 0 0,0 0 0 0 0,0-1 1 0 0,0 1-1 0 0,0-1 0 0 0,0 0 1 0 0,0 0-1 0 0,-1 0 0 0 0,6-2 1 0 0,-4 0-34 0 0,0 1-1 0 0,0-1 1 0 0,0 0 0 0 0,0-1 0 0 0,0 1 0 0 0,-1-1-1 0 0,1 0 1 0 0,-1 0 0 0 0,5-7 0 0 0,-4 3-51 0 0,0 1-1 0 0,0 0 1 0 0,-1-1-1 0 0,0 0 1 0 0,0 0-1 0 0,-1 0 1 0 0,0 0-1 0 0,0 0 1 0 0,-1 0 0 0 0,0 0-1 0 0,0-1 1 0 0,-1-11-1 0 0,-2 10-19 0 0,0 1 1 0 0,0-1-1 0 0,-1 1 0 0 0,0-1 0 0 0,0 1 0 0 0,-1 0 0 0 0,-1 0 1 0 0,-7-12-1 0 0,9 17-8 0 0,0 0 0 0 0,0-1 0 0 0,-1 1 1 0 0,1 1-1 0 0,-1-1 0 0 0,0 0 0 0 0,0 1 0 0 0,0 0 1 0 0,-1 0-1 0 0,1 0 0 0 0,-1 1 0 0 0,0-1 0 0 0,0 1 1 0 0,1 0-1 0 0,-1 0 0 0 0,0 1 0 0 0,-6-2 0 0 0,9 3-576 0 0,2 0-430 0 0,0 0 86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30.1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12 156 0 0,'0'33'3639'0'0,"2"1"-2312"0"0,7 47-1 0 0,2 10-321 0 0,-3-2-67 0 0,-8-89-933 0 0,0 0 0 0 0,0-1-1 0 0,1 1 1 0 0,-1 0-1 0 0,0 0 1 0 0,0 0-1 0 0,0 0 1 0 0,0-1 0 0 0,0 1-1 0 0,1 0 1 0 0,-1 0-1 0 0,0 0 1 0 0,0 0-1 0 0,0 0 1 0 0,1 0 0 0 0,-1-1-1 0 0,0 1 1 0 0,0 0-1 0 0,0 0 1 0 0,1 0-1 0 0,-1 0 1 0 0,0 0 0 0 0,0 0-1 0 0,1 0 1 0 0,-1 0-1 0 0,0 0 1 0 0,0 0-1 0 0,0 0 1 0 0,1 0 0 0 0,-1 0-1 0 0,0 0 1 0 0,0 0-1 0 0,0 0 1 0 0,1 1-1 0 0,-1-1 1 0 0,0 0-1 0 0,0 0 1 0 0,0 0 0 0 0,1 0-1 0 0,-1 0 1 0 0,0 0-1 0 0,0 1 1 0 0,0-1-1 0 0,0 0 1 0 0,1 0 0 0 0,-1 0-1 0 0,0 0 1 0 0,0 1-1 0 0,0-1 1 0 0,0 0-1 0 0,0 0 1 0 0,0 0 0 0 0,0 1-1 0 0,1-1 1 0 0,-1 0-1 0 0,0 0 1 0 0,0 0-1 0 0,0 1 1 0 0,0-1 0 0 0,0 0-1 0 0,0 0 1 0 0,0 0-1 0 0,0 1 1 0 0,0-1-1 0 0,0 0 1 0 0,0 0 0 0 0,0 1-1 0 0,-1-1 1 0 0,11-16 53 0 0,-9 14-62 0 0,13-26-70 0 0,11-30 0 0 0,3-8-137 0 0,-15 40 94 0 0,0 0 1 0 0,2 1-1 0 0,1 1 0 0 0,28-32 1 0 0,-44 54 118 0 0,1 1 0 0 0,0 0 0 0 0,0 0 0 0 0,1 0 0 0 0,-1 0 0 0 0,0-1 0 0 0,0 1 0 0 0,0 1 0 0 0,1-1 0 0 0,-1 0 0 0 0,1 0 0 0 0,-1 0 0 0 0,1 1 0 0 0,-1-1 0 0 0,1 1 0 0 0,-1-1-1 0 0,1 1 1 0 0,-1 0 0 0 0,1-1 0 0 0,-1 1 0 0 0,1 0 0 0 0,2 0 0 0 0,-2 1 8 0 0,-1-1-1 0 0,1 1 0 0 0,-1 0 1 0 0,0 0-1 0 0,1 0 0 0 0,-1 0 1 0 0,0 0-1 0 0,1 0 0 0 0,-1 0 1 0 0,0 1-1 0 0,0-1 0 0 0,0 0 1 0 0,0 1-1 0 0,0-1 0 0 0,0 0 1 0 0,-1 1-1 0 0,2 2 0 0 0,3 9 78 0 0,-1 0-1 0 0,0 1 1 0 0,-1 0-1 0 0,1 13 1 0 0,-3-18-31 0 0,2 6 28 0 0,-1 4 38 0 0,1 1-1 0 0,1-1 1 0 0,1 1 0 0 0,1-1-1 0 0,0 0 1 0 0,17 31 0 0 0,-23-49-123 0 0,0 0-1 0 0,1 0 1 0 0,0 0 0 0 0,-1 0-1 0 0,1 0 1 0 0,0-1 0 0 0,-1 1-1 0 0,1 0 1 0 0,0 0 0 0 0,0 0-1 0 0,0-1 1 0 0,0 1 0 0 0,0 0-1 0 0,0-1 1 0 0,0 1 0 0 0,0-1-1 0 0,0 1 1 0 0,0-1 0 0 0,0 1-1 0 0,0-1 1 0 0,0 0 0 0 0,0 0 0 0 0,0 1-1 0 0,1-1 1 0 0,-1 0 0 0 0,2 0-1 0 0,-1-1-42 0 0,0 0 1 0 0,0 1-1 0 0,0-1 0 0 0,0 0 0 0 0,0 0 0 0 0,0 0 0 0 0,0-1 1 0 0,0 1-1 0 0,0 0 0 0 0,0-1 0 0 0,-1 1 0 0 0,3-4 1 0 0,3-4-521 0 0,0 1 1 0 0,-1-1-1 0 0,0-1 1 0 0,8-16 0 0 0,-5 2-1723 0 0,-1-1 177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30.4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75 0 200 0 0,'6'8'756'0'0,"-6"0"-36"0"0,0 3-32 0 0,0 3-40 0 0,0 5-56 0 0,-2 0-48 0 0,-2 6-52 0 0,-5 0-32 0 0,3 2-43 0 0,-2 1-41 0 0,-1-1-60 0 0,-2-2-108 0 0,3 0-92 0 0,1 2-196 0 0,5-8-264 0 0,-4 4-677 0 0,4-5-1099 0 0,-5-5 484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37.6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10 164 0 0,'1'-1'207'0'0,"0"0"-1"0"0,1 0 1 0 0,-1 0-1 0 0,0 0 1 0 0,1 0-1 0 0,-1 0 1 0 0,1 1 0 0 0,0-1-1 0 0,-1 1 1 0 0,1-1-1 0 0,2 0 1 0 0,-2 6-66 0 0,-1-1 1 0 0,1 0-1 0 0,-1 0 1 0 0,0 1-1 0 0,0-1 1 0 0,0 1-1 0 0,-1-1 1 0 0,1 1-1 0 0,-2 8 1 0 0,-6 50 675 0 0,1-16-320 0 0,2 23 216 0 0,1-9-70 0 0,4 82 0 0 0,-5-95-1487 0 0,4-47 442 0 0,-2 7-2916 0 0,2-8 1735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37.9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4 176 0 0,'0'-4'252'0'0,"0"4"-48"0"0,0 0-108 0 0,0 0-220 0 0,0 0-132 0 0,0 0 60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38.2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37 2 112 0 0,'-1'0'55'0'0,"0"-1"-1"0"0,0 1 1 0 0,0 0-1 0 0,-1 0 1 0 0,1 0 0 0 0,0 0-1 0 0,0 0 1 0 0,0 0-1 0 0,0 0 1 0 0,0 0 0 0 0,0 1-1 0 0,0-1 1 0 0,0 0-1 0 0,0 1 1 0 0,0-1 0 0 0,0 0-1 0 0,0 1 1 0 0,0 0-1 0 0,0-1 1 0 0,0 1 0 0 0,0-1-1 0 0,0 1 1 0 0,0 0-1 0 0,1 0 1 0 0,-2 1 0 0 0,0 0 13 0 0,1 1 0 0 0,0-1 1 0 0,0 1-1 0 0,0-1 0 0 0,0 1 1 0 0,1-1-1 0 0,-1 1 0 0 0,1-1 1 0 0,-1 1-1 0 0,1 4 0 0 0,0 5 105 0 0,1 1 0 0 0,0-1 1 0 0,5 21-1 0 0,29 136 936 0 0,4 48-234 0 0,-34-180-683 0 0,-3 0-1 0 0,-1 0 1 0 0,-8 70 0 0 0,5-93-136 0 0,0 0 1 0 0,-2 0 0 0 0,1 0 0 0 0,-1 0 0 0 0,-10 20 0 0 0,13-34-83 0 0,1 1 0 0 0,0-1-1 0 0,0 1 1 0 0,-1-1 0 0 0,1 1 0 0 0,0-1 0 0 0,-1 0 0 0 0,1 1-1 0 0,-1-1 1 0 0,1 0 0 0 0,0 1 0 0 0,-1-1 0 0 0,1 0 0 0 0,-1 0-1 0 0,1 1 1 0 0,-1-1 0 0 0,1 0 0 0 0,-1 0 0 0 0,1 0 0 0 0,-1 1-1 0 0,1-1 1 0 0,-1 0 0 0 0,1 0 0 0 0,-1 0 0 0 0,0 0 0 0 0,1 0 0 0 0,-1 0-1 0 0,1 0 1 0 0,-1 0 0 0 0,1-1 0 0 0,-1 1 0 0 0,1 0 0 0 0,-1 0-1 0 0,1 0 1 0 0,-1-1 0 0 0,1 1 0 0 0,-1 0 0 0 0,1 0 0 0 0,-1-1-1 0 0,1 1 1 0 0,0 0 0 0 0,-1-1 0 0 0,1 1 0 0 0,0 0 0 0 0,-1-1-1 0 0,-17-20-2399 0 0,11 8 1052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38.5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1 255 6953 0 0,'9'-13'408'0'0,"-4"4"-364"0"0,1-1 1 0 0,1 1-1 0 0,0 0 0 0 0,0 1 0 0 0,0 0 0 0 0,1 0 0 0 0,1 1 1 0 0,13-10-1 0 0,14-6-186 0 0,2 2 0 0 0,1 2 0 0 0,72-25 0 0 0,-60 28-1900 0 0,59-10 0 0 0,-66 18 295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3:39.7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201 92 552 0 0,'-7'9'340'0'0,"-1"1"1"0"0,1 0-1 0 0,1 0 0 0 0,0 0 0 0 0,0 1 0 0 0,1 0 1 0 0,-6 20-1 0 0,0 4 302 0 0,-7 45 0 0 0,9-25-257 0 0,3 0 0 0 0,2 1 1 0 0,3-1-1 0 0,2 1 0 0 0,3 0 1 0 0,2-1-1 0 0,2 0 0 0 0,3 0 1 0 0,2-1-1 0 0,2-1 0 0 0,43 98 1 0 0,-53-141-325 0 0,0 1 1 0 0,1-1 0 0 0,1 0 0 0 0,0 0 0 0 0,13 14 0 0 0,-18-22-49 0 0,0 0 0 0 0,0 0-1 0 0,0 0 1 0 0,0 0 0 0 0,0 0 0 0 0,0-1 0 0 0,0 1-1 0 0,0-1 1 0 0,1 1 0 0 0,-1-1 0 0 0,1 0 0 0 0,-1 0-1 0 0,1 0 1 0 0,-1-1 0 0 0,1 1 0 0 0,0 0 0 0 0,-1-1 0 0 0,1 0-1 0 0,0 0 1 0 0,0 1 0 0 0,-1-2 0 0 0,1 1 0 0 0,0 0-1 0 0,-1 0 1 0 0,1-1 0 0 0,0 0 0 0 0,-1 1 0 0 0,1-1-1 0 0,-1 0 1 0 0,1 0 0 0 0,4-3 0 0 0,1-2-2 0 0,0-1 0 0 0,0 0 0 0 0,0-1 1 0 0,-1 1-1 0 0,0-1 0 0 0,0-1 0 0 0,-1 1 0 0 0,0-1 1 0 0,-1 0-1 0 0,5-12 0 0 0,6-14-67 0 0,15-51-1 0 0,-29 81 52 0 0,10-34-143 0 0,-1-1 1 0 0,-2-1-1 0 0,-2 0 1 0 0,-1 0-1 0 0,-3 0 0 0 0,-1-1 1 0 0,-2 0-1 0 0,-1 1 1 0 0,-3 0-1 0 0,-1-1 1 0 0,-18-63-1 0 0,13 68-113 0 0,-2 0-1 0 0,-2 0 1 0 0,-33-62-1 0 0,39 85 202 0 0,0 1-1 0 0,-1 1 1 0 0,-1-1-1 0 0,1 1 0 0 0,-2 1 1 0 0,0 0-1 0 0,0 0 1 0 0,-1 1-1 0 0,0 1 1 0 0,-1 0-1 0 0,0 1 0 0 0,-22-11 1 0 0,30 16 51 0 0,-1 1 0 0 0,1 1 0 0 0,0-1 0 0 0,-1 1 1 0 0,1 0-1 0 0,0 0 0 0 0,-1 0 0 0 0,0 1 0 0 0,1 0 0 0 0,-1 0 0 0 0,1 1 0 0 0,-1-1 1 0 0,1 1-1 0 0,-11 3 0 0 0,9-1 9 0 0,-1 0 1 0 0,1 0-1 0 0,0 1 1 0 0,1 0 0 0 0,-1 0-1 0 0,1 1 1 0 0,-1 0-1 0 0,1 0 1 0 0,-9 11-1 0 0,6-6-62 0 0,1 0-1 0 0,0 1 0 0 0,1 0 0 0 0,0 0 1 0 0,1 1-1 0 0,0 0 0 0 0,1 0 1 0 0,0 0-1 0 0,1 1 0 0 0,1 0 1 0 0,0-1-1 0 0,-2 21 0 0 0,4-24-307 0 0,1 0 0 0 0,0 0 0 0 0,1-1 0 0 0,0 1 0 0 0,0 0 0 0 0,1 0 1 0 0,5 12-1 0 0,-2-2-1020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19.6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119 38 44 0 0,'-3'-3'550'0'0,"1"-1"-1"0"0,-1 1 1 0 0,0-1 0 0 0,0 1-1 0 0,0 0 1 0 0,-1 0 0 0 0,-3-3-1 0 0,-3-2 379 0 0,9 7-525 0 0,-2 2-32 0 0,-1 2-238 0 0,-1 0 0 0 0,1 1 0 0 0,0-1 0 0 0,0 1-1 0 0,0 0 1 0 0,0 0 0 0 0,0 0 0 0 0,1 0 0 0 0,0 1-1 0 0,0 0 1 0 0,0-1 0 0 0,1 1 0 0 0,-1 0 0 0 0,1 0 0 0 0,0 0-1 0 0,-1 8 1 0 0,-2 3 141 0 0,1 1 0 0 0,0 0 0 0 0,2 1-1 0 0,-1 17 1 0 0,2-23-137 0 0,0 0-1 0 0,1 0 1 0 0,1 1-1 0 0,0-1 1 0 0,1 0-1 0 0,0 0 1 0 0,1 0-1 0 0,0 0 1 0 0,1-1-1 0 0,0 1 1 0 0,7 11-1 0 0,-7-14-42 0 0,2 0-1 0 0,-1-1 0 0 0,2 0 0 0 0,-1 0 0 0 0,1 0 0 0 0,0 0 1 0 0,0-1-1 0 0,10 6 0 0 0,-15-11-82 0 0,0 0 0 0 0,1 0 0 0 0,-1-1 0 0 0,1 1 0 0 0,0-1-1 0 0,-1 1 1 0 0,1-1 0 0 0,0 0 0 0 0,0 0 0 0 0,0 0 0 0 0,-1-1 0 0 0,1 1 0 0 0,0-1 0 0 0,0 0 0 0 0,0 1 0 0 0,0-1 0 0 0,0-1 0 0 0,0 1 0 0 0,0 0-1 0 0,0-1 1 0 0,0 1 0 0 0,0-1 0 0 0,0 0 0 0 0,0 0 0 0 0,0 0 0 0 0,-1 0 0 0 0,1-1 0 0 0,-1 1 0 0 0,1-1 0 0 0,-1 0 0 0 0,5-3-1 0 0,-4 3-55 0 0,-1 0 0 0 0,1-1-1 0 0,-1 1 1 0 0,0-1 0 0 0,1 0-1 0 0,-1 0 1 0 0,-1 0 0 0 0,1 0-1 0 0,0 0 1 0 0,-1 0 0 0 0,1 0-1 0 0,-1 0 1 0 0,0-1 0 0 0,0 1-1 0 0,0 0 1 0 0,-1-1 0 0 0,1 1-1 0 0,-1-1 1 0 0,0 1 0 0 0,0 0-1 0 0,0-1 1 0 0,0 1-1 0 0,0-1 1 0 0,-1 1 0 0 0,0-1-1 0 0,0 1 1 0 0,0 0 0 0 0,0-1-1 0 0,0 1 1 0 0,-1 0 0 0 0,1 0-1 0 0,-3-4 1 0 0,-7-9-217 0 0,0 1-1 0 0,-1 0 1 0 0,0 0 0 0 0,-27-22-1 0 0,7 5-63 0 0,29 29 283 0 0,1 0 1 0 0,-1 1-1 0 0,1-1 1 0 0,0-1 0 0 0,0 1-1 0 0,0 0 1 0 0,0 0 0 0 0,0-1-1 0 0,1 1 1 0 0,-1-1 0 0 0,1 0-1 0 0,0 1 1 0 0,0-1 0 0 0,0-4-1 0 0,1 5-249 0 0,0-1-1 0 0,1 1 1 0 0,-1 0-1 0 0,1-1 0 0 0,0 1 1 0 0,0 0-1 0 0,1 0 1 0 0,-1 0-1 0 0,0 0 1 0 0,1 0-1 0 0,0 0 1 0 0,0 0-1 0 0,0 0 1 0 0,0 1-1 0 0,0-1 0 0 0,0 1 1 0 0,4-3-1 0 0,3-4-1711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20.0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1 412 0 0,'0'0'621'0'0,"0"0"12"0"0,0 0-22 0 0,0 0-22 0 0,0 0-19 0 0,0 0-28 0 0,0 0-36 0 0,1 3-34 0 0,20 60 552 0 0,-4 1 0 0 0,-2 0 0 0 0,11 115-1 0 0,0 29 188 0 0,-15-131-1226 0 0,-14-79-310 0 0,-3-4 73 0 0,0-1 1 0 0,1 1 0 0 0,0-1 0 0 0,1 1 0 0 0,-6-13-1 0 0,-18-24-2000 0 0,8 18-83 0 0,3 1 180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20.3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77 784 0 0,'0'3'776'0'0,"1"-1"-672"0"0,-1 0 0 0 0,1-1-1 0 0,-1 1 1 0 0,1-1 0 0 0,0 1 0 0 0,0-1-1 0 0,-1 0 1 0 0,1 1 0 0 0,0-1 0 0 0,0 0-1 0 0,1 0 1 0 0,-1 1 0 0 0,0-1 0 0 0,0 0-1 0 0,0 0 1 0 0,1 0 0 0 0,-1-1-1 0 0,1 1 1 0 0,1 1 0 0 0,1 0 116 0 0,1-1-1 0 0,-1 1 1 0 0,1-1 0 0 0,0 0 0 0 0,0 0 0 0 0,7 0-1 0 0,4 0 175 0 0,-1-2-1 0 0,0 0 0 0 0,23-4 1 0 0,-8-2-65 0 0,-1-1 1 0 0,30-13 0 0 0,-29 9-292 0 0,39-9 1 0 0,-3 3-703 0 0,-13 2-2897 0 0,-30 10 1541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20.8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14 556 0 0,'-2'-14'6262'0'0,"12"134"-4271"0"0,15 94-179 0 0,-15-133-1130 0 0,10 54 786 0 0,-14-103-595 0 0,-7-30-470 0 0,0-18-386 0 0,0 1-238 0 0,1-1 1 0 0,1 0-1 0 0,0 1 1 0 0,2-1-1 0 0,-1 1 0 0 0,7-18 1 0 0,-9 31 187 0 0,7-21-357 0 0,1 0 0 0 0,12-28 0 0 0,-17 45 311 0 0,0 0 1 0 0,1 0-1 0 0,-1 1 1 0 0,1-1-1 0 0,0 1 0 0 0,0 0 1 0 0,1 0-1 0 0,0 0 0 0 0,0 1 1 0 0,0-1-1 0 0,0 1 1 0 0,1 0-1 0 0,7-3 0 0 0,-9 6 66 0 0,0 0-1 0 0,0 0 0 0 0,0 0 1 0 0,0 0-1 0 0,0 1 0 0 0,0 0 1 0 0,1 0-1 0 0,-1 0 0 0 0,0 0 1 0 0,0 1-1 0 0,0 0 0 0 0,0 0 1 0 0,0 0-1 0 0,0 0 0 0 0,0 0 1 0 0,0 1-1 0 0,0 0 0 0 0,0 0 1 0 0,-1 0-1 0 0,1 0 0 0 0,-1 0 1 0 0,7 6-1 0 0,2 2 88 0 0,-1 0-1 0 0,0 0 1 0 0,0 1 0 0 0,-1 1 0 0 0,10 14-1 0 0,-4 1 266 0 0,-2 1-1 0 0,0 0 0 0 0,12 41 1 0 0,-24-65-295 0 0,-2-3-64 0 0,0-1 0 0 0,0 1 0 0 0,0 0-1 0 0,0-1 1 0 0,0 1 0 0 0,0-1-1 0 0,0 1 1 0 0,0-1 0 0 0,1 1 0 0 0,-1-1-1 0 0,0 1 1 0 0,0-1 0 0 0,1 1-1 0 0,-1-1 1 0 0,0 1 0 0 0,1-1 0 0 0,-1 1-1 0 0,1-1 1 0 0,-1 1 0 0 0,1-1-1 0 0,-1 0 1 0 0,0 1 0 0 0,1-1 0 0 0,-1 0-1 0 0,1 1 1 0 0,0-1 0 0 0,-1 0-1 0 0,1 0 1 0 0,-1 0 0 0 0,1 1 0 0 0,-1-1-1 0 0,1 0 1 0 0,0 0 0 0 0,0-1-44 0 0,1 0-1 0 0,-1 0 1 0 0,0 0 0 0 0,0 0 0 0 0,-1-1 0 0 0,1 1-1 0 0,0 0 1 0 0,0-1 0 0 0,-1 1 0 0 0,1 0-1 0 0,0-1 1 0 0,-1 1 0 0 0,1-1 0 0 0,-1-2 0 0 0,2-1-227 0 0,0 0-1 0 0,0 0 1 0 0,0-1 0 0 0,1 1 0 0 0,-1 0 0 0 0,1 1 0 0 0,6-9 0 0 0,-7 11 240 0 0,0 0 0 0 0,0 0 0 0 0,0 0 0 0 0,0 1 0 0 0,1-1 0 0 0,-1 1 0 0 0,0-1 0 0 0,1 1 0 0 0,-1 0 0 0 0,1-1 0 0 0,-1 1 0 0 0,1 1 0 0 0,0-1 0 0 0,0 0 0 0 0,-1 1 0 0 0,1-1 0 0 0,0 1 0 0 0,3 0 0 0 0,1 0 242 0 0,0 1 0 0 0,0-1 1 0 0,-1 2-1 0 0,1-1 0 0 0,0 1 1 0 0,-1 0-1 0 0,11 4 0 0 0,-15-5-11 0 0,15-6 119 0 0,-10 1-306 0 0,-1 1 0 0 0,0-1 0 0 0,0 0-1 0 0,-1 0 1 0 0,1-1 0 0 0,-1 1-1 0 0,0-1 1 0 0,0-1 0 0 0,0 1-1 0 0,-1-1 1 0 0,0 1 0 0 0,0-1 0 0 0,0 0-1 0 0,-1-1 1 0 0,0 1 0 0 0,0-1-1 0 0,-1 1 1 0 0,0-1 0 0 0,3-12-1 0 0,-5 15-33 0 0,0 1 0 0 0,0-1 0 0 0,0 1 0 0 0,0-1-1 0 0,-1 1 1 0 0,0-1 0 0 0,1 1 0 0 0,-1-1 0 0 0,-1 1-1 0 0,1 0 1 0 0,0-1 0 0 0,-1 1 0 0 0,0 0-1 0 0,1 0 1 0 0,-1 0 0 0 0,0 0 0 0 0,-1 0 0 0 0,1 1-1 0 0,0-1 1 0 0,-1 1 0 0 0,0-1 0 0 0,1 1 0 0 0,-1 0-1 0 0,0 0 1 0 0,0 0 0 0 0,0 1 0 0 0,0-1 0 0 0,-1 1-1 0 0,1-1 1 0 0,0 1 0 0 0,-4-1 0 0 0,5 2 51 0 0,1 1 1 0 0,-1-1 0 0 0,1 0-1 0 0,-1 1 1 0 0,1-1 0 0 0,-1 1-1 0 0,1-1 1 0 0,-1 1 0 0 0,1 0 0 0 0,-1-1-1 0 0,1 1 1 0 0,0 0 0 0 0,0 0-1 0 0,-1 0 1 0 0,1 0 0 0 0,0 0-1 0 0,0 1 1 0 0,0-1 0 0 0,0 0-1 0 0,0 0 1 0 0,0 1 0 0 0,0-1 0 0 0,0 3-1 0 0,-18 33 352 0 0,16-27-189 0 0,1 0 0 0 0,0 0 0 0 0,0 0 0 0 0,1 0 0 0 0,0 1 0 0 0,1-1 0 0 0,0 0 0 0 0,1 0 0 0 0,0 0 0 0 0,1 1 0 0 0,4 15 0 0 0,-5-19-55 0 0,1-1 1 0 0,0 0-1 0 0,0 0 1 0 0,1 0-1 0 0,0 0 1 0 0,0-1-1 0 0,0 1 1 0 0,0-1-1 0 0,1 1 1 0 0,0-1-1 0 0,0 0 1 0 0,1-1-1 0 0,-1 1 1 0 0,1-1 0 0 0,0 0-1 0 0,0 0 1 0 0,1 0-1 0 0,-1-1 1 0 0,10 5-1 0 0,-11-7-123 0 0,1 0 0 0 0,0-1 0 0 0,0 1 0 0 0,0-1 1 0 0,0 0-1 0 0,-1 0 0 0 0,1-1 0 0 0,0 1 0 0 0,0-1 0 0 0,0 0 0 0 0,-1 0 0 0 0,1-1 0 0 0,-1 0 0 0 0,1 1 0 0 0,-1-1 0 0 0,1-1 1 0 0,-1 1-1 0 0,0-1 0 0 0,0 1 0 0 0,5-6 0 0 0,34-32-1893 0 0,-13-2-3368 0 0,-19 20 2376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21.2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0 324 0 0,'13'0'2858'0'0,"-12"0"-2672"0"0,1 0 0 0 0,0 0 0 0 0,0 0 0 0 0,0 0 0 0 0,-1 1 0 0 0,1-1 0 0 0,0 1 1 0 0,-1-1-1 0 0,1 1 0 0 0,0-1 0 0 0,-1 1 0 0 0,1 0 0 0 0,0 0 0 0 0,-1 0 0 0 0,1 0 0 0 0,-1 0 1 0 0,0 0-1 0 0,1 0 0 0 0,-1 0 0 0 0,0 1 0 0 0,0-1 0 0 0,0 0 0 0 0,0 1 0 0 0,1 1 0 0 0,1 3 132 0 0,-1 0 0 0 0,1 0 0 0 0,-2 0 0 0 0,1 1 0 0 0,1 10 0 0 0,3 22 699 0 0,-1 0 1 0 0,-2 1-1 0 0,-3 58 0 0 0,0-48 636 0 0,6-82-2181 0 0,1 0-1 0 0,1 0 0 0 0,2 1 1 0 0,23-49-1 0 0,-30 73 400 0 0,0 0-130 0 0,0-1 0 0 0,1 2 0 0 0,0-1 0 0 0,1 0 0 0 0,-1 1 0 0 0,1 0-1 0 0,0 0 1 0 0,1 0 0 0 0,-1 1 0 0 0,14-10 0 0 0,-15 12-537 0 0,1 0 0 0 0,-1 1 0 0 0,1-1 0 0 0,0 1 0 0 0,0 0 0 0 0,6-1 0 0 0,1 2-1610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21.6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25 116 0 0,'0'0'692'0'0,"0"0"-54"0"0,1-11 2020 0 0,-1 11-2575 0 0,0 0 0 0 0,0 0 0 0 0,0 0 0 0 0,0 0 0 0 0,0 0-1 0 0,0-1 1 0 0,0 1 0 0 0,0 0 0 0 0,0 0 0 0 0,0 0 0 0 0,0 0-1 0 0,0-1 1 0 0,0 1 0 0 0,0 0 0 0 0,0 0 0 0 0,0 0 0 0 0,0 0-1 0 0,0-1 1 0 0,0 1 0 0 0,0 0 0 0 0,0 0 0 0 0,0 0 0 0 0,0 0-1 0 0,0-1 1 0 0,0 1 0 0 0,0 0 0 0 0,0 0 0 0 0,0 0 0 0 0,0 0-1 0 0,1 0 1 0 0,-1-1 0 0 0,0 1 0 0 0,0 0 0 0 0,0 0 0 0 0,0 0-1 0 0,0 0 1 0 0,0 0 0 0 0,1 0 0 0 0,-1 0 0 0 0,0 0 0 0 0,0 0-1 0 0,0 0 1 0 0,0-1 0 0 0,0 1 0 0 0,1 0 0 0 0,-1 0 0 0 0,0 0-1 0 0,0 0 1 0 0,0 0 0 0 0,0 0 0 0 0,1 0 0 0 0,-1 0 0 0 0,0 0-1 0 0,5 13 149 0 0,-2-1-1 0 0,0 1 0 0 0,0 0 0 0 0,-1 0 0 0 0,0 0 0 0 0,-1 0 0 0 0,-1 0 0 0 0,-2 22 0 0 0,1-18 32 0 0,1 1 0 0 0,1 0-1 0 0,0-1 1 0 0,5 22 0 0 0,1-6 207 0 0,-6-26-337 0 0,0 0-1 0 0,1 0 0 0 0,0-1 0 0 0,0 1 0 0 0,0 0 0 0 0,1-1 0 0 0,0 1 0 0 0,6 8 1 0 0,-9-15-124 0 0,0 1 1 0 0,1-1-1 0 0,-1 0 1 0 0,0 1-1 0 0,1-1 1 0 0,-1 0-1 0 0,0 1 1 0 0,1-1 0 0 0,-1 0-1 0 0,1 0 1 0 0,-1 1-1 0 0,1-1 1 0 0,-1 0-1 0 0,1 0 1 0 0,-1 0-1 0 0,0 0 1 0 0,1 0 0 0 0,-1 1-1 0 0,1-1 1 0 0,-1 0-1 0 0,1 0 1 0 0,-1 0-1 0 0,1 0 1 0 0,-1 0-1 0 0,1-1 1 0 0,-1 1-1 0 0,1 0 1 0 0,-1 0 0 0 0,1 0-1 0 0,-1 0 1 0 0,1 0-1 0 0,-1-1 1 0 0,1 1-1 0 0,-1 0 1 0 0,0 0-1 0 0,1-1 1 0 0,-1 1 0 0 0,1 0-1 0 0,-1-1 1 0 0,0 1-1 0 0,1 0 1 0 0,-1-1-1 0 0,19-22-98 0 0,-11 12-5 0 0,5-7-123 0 0,-1-1 0 0 0,0 0 0 0 0,-2-1 1 0 0,0 0-1 0 0,-1 0 0 0 0,6-23 0 0 0,7-14-162 0 0,-18 47 314 0 0,1-1 0 0 0,0 1 0 0 0,0 0 1 0 0,1 1-1 0 0,0-1 0 0 0,1 1 0 0 0,0 0 0 0 0,0 1 0 0 0,9-8 1 0 0,-16 15 72 0 0,1 1 0 0 0,0-1 0 0 0,-1 1 0 0 0,1 0 1 0 0,-1-1-1 0 0,1 1 0 0 0,0 0 0 0 0,-1-1 0 0 0,1 1 0 0 0,0 0 0 0 0,-1 0 1 0 0,1 0-1 0 0,0 0 0 0 0,0 0 0 0 0,-1 0 0 0 0,1 0 0 0 0,0 0 1 0 0,-1 0-1 0 0,1 0 0 0 0,0 0 0 0 0,0 0 0 0 0,-1 0 0 0 0,1 1 1 0 0,0-1-1 0 0,-1 0 0 0 0,1 0 0 0 0,-1 1 0 0 0,2 0 0 0 0,16 18 196 0 0,5 26 170 0 0,-8-7-52 0 0,-9-18-70 0 0,2 0 1 0 0,1-1 0 0 0,0 0-1 0 0,21 30 1 0 0,-29-47-231 0 0,0 0 1 0 0,0-1-1 0 0,0 1 1 0 0,1-1-1 0 0,-1 1 1 0 0,0-1-1 0 0,1 0 1 0 0,-1 1 0 0 0,1-1-1 0 0,-1 0 1 0 0,1 0-1 0 0,0 0 1 0 0,-1 0-1 0 0,1 0 1 0 0,0 0-1 0 0,0-1 1 0 0,-1 1-1 0 0,1-1 1 0 0,0 1-1 0 0,0-1 1 0 0,0 0-1 0 0,0 1 1 0 0,3-1-1 0 0,-3-1-29 0 0,0 0 1 0 0,0 0-1 0 0,0 0 0 0 0,0 0 0 0 0,0-1 1 0 0,0 1-1 0 0,0-1 0 0 0,-1 1 0 0 0,1-1 1 0 0,0 1-1 0 0,-1-1 0 0 0,1 0 1 0 0,-1 0-1 0 0,0 0 0 0 0,0 0 0 0 0,0 0 1 0 0,0 0-1 0 0,0 0 0 0 0,1-3 0 0 0,3-7-273 0 0,-1-1 0 0 0,0 1 0 0 0,-1-1 0 0 0,-1 0 0 0 0,0 0 0 0 0,-1 0 0 0 0,0-15 0 0 0,-1-23-3114 0 0,0 21-538 0 0,2 25 1472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21.9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35 436 0 0,'35'-33'5577'0'0,"-34"32"-5113"0"0,-1 1-26 0 0,0 0-31 0 0,0 0-22 0 0,8 7 218 0 0,-7-6-577 0 0,0-1-1 0 0,0 1 0 0 0,0-1 0 0 0,-1 1 0 0 0,1-1 0 0 0,0 1 0 0 0,0 0 0 0 0,0-1 0 0 0,-1 1 0 0 0,1 0 0 0 0,0 0 1 0 0,-1 0-1 0 0,1 0 0 0 0,0 1 0 0 0,4 24 373 0 0,-2 0 1 0 0,0 0-1 0 0,-2 0 0 0 0,-3 44 1 0 0,0-1 176 0 0,2-63-542 0 0,0 0 0 0 0,1 0 0 0 0,0 0-1 0 0,0 0 1 0 0,1 0 0 0 0,3 9 0 0 0,-4-12-108 0 0,-1-1 0 0 0,1 0-1 0 0,0 0 1 0 0,1 0 0 0 0,-1 0 0 0 0,0 0-1 0 0,1 0 1 0 0,-1 0 0 0 0,1 0 0 0 0,0 0-1 0 0,-1-1 1 0 0,1 1 0 0 0,0-1 0 0 0,0 1-1 0 0,0-1 1 0 0,0 0 0 0 0,0 1-1 0 0,0-1 1 0 0,3 0 0 0 0,-2-1-79 0 0,1-1-1 0 0,-1 0 1 0 0,1 0 0 0 0,-1-1 0 0 0,0 1-1 0 0,0-1 1 0 0,0 1 0 0 0,1-1-1 0 0,-2 0 1 0 0,1 0 0 0 0,3-3 0 0 0,0 1-127 0 0,14-11-1229 0 0,-1 0 0 0 0,23-24 0 0 0,-22 18-359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22.4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14 161 760 0 0,'6'-9'145'0'0,"2"-4"490"0"0,0 1 1 0 0,2 0-1 0 0,13-14 1 0 0,-23 25-273 0 0,0 1-11 0 0,0 0 6 0 0,-20 37 931 0 0,12-19-874 0 0,6-14-336 0 0,1-1 0 0 0,-1 1-1 0 0,1-1 1 0 0,0 1 0 0 0,0 0 0 0 0,0-1-1 0 0,0 1 1 0 0,0 4 0 0 0,1-3-5 0 0,-1 1 0 0 0,1-1 1 0 0,0 1-1 0 0,1 0 0 0 0,-1-1 0 0 0,1 1 1 0 0,0-1-1 0 0,1 1 0 0 0,-1-1 1 0 0,1 1-1 0 0,0-1 0 0 0,0 0 0 0 0,1 0 1 0 0,0 0-1 0 0,0 0 0 0 0,0-1 1 0 0,0 1-1 0 0,1-1 0 0 0,-1 1 0 0 0,1-1 1 0 0,0-1-1 0 0,1 1 0 0 0,-1 0 1 0 0,0-1-1 0 0,1 0 0 0 0,0 0 1 0 0,7 3-1 0 0,-7-3-11 0 0,0 0 0 0 0,0 0 0 0 0,0 1 0 0 0,0-1 0 0 0,8 10 0 0 0,-12-12-57 0 0,-1-1-1 0 0,1 1 1 0 0,0 0 0 0 0,-1 0-1 0 0,1 0 1 0 0,-1 0 0 0 0,0 0 0 0 0,1 0-1 0 0,-1 0 1 0 0,0 0 0 0 0,1 0-1 0 0,-1 0 1 0 0,0 0 0 0 0,0 0 0 0 0,0 0-1 0 0,0 0 1 0 0,0 0 0 0 0,0 0-1 0 0,0 0 1 0 0,0 0 0 0 0,0 0 0 0 0,-1 0-1 0 0,1 0 1 0 0,0 0 0 0 0,-1 0-1 0 0,1 0 1 0 0,0 0 0 0 0,-1 0-1 0 0,1-1 1 0 0,-1 1 0 0 0,0 0 0 0 0,1 0-1 0 0,-1 0 1 0 0,0-1 0 0 0,1 1-1 0 0,-1 0 1 0 0,0 0 0 0 0,0-1 0 0 0,0 1-1 0 0,0-1 1 0 0,1 1 0 0 0,-1-1-1 0 0,0 1 1 0 0,0-1 0 0 0,-2 1 0 0 0,-8 5 1 0 0,0 0 1 0 0,-1-1 0 0 0,-14 5-1 0 0,23-9-30 0 0,-1 0-1 0 0,1 0 0 0 0,0 0 0 0 0,0-1 0 0 0,-1 1 0 0 0,1-1 0 0 0,-1 0 1 0 0,1 0-1 0 0,0 0 0 0 0,-1-1 0 0 0,1 1 0 0 0,0-1 0 0 0,-1 1 0 0 0,1-1 1 0 0,0 0-1 0 0,-5-3 0 0 0,7 4 3 0 0,0 0 0 0 0,1-1 1 0 0,-1 1-1 0 0,0-1 0 0 0,1 1 1 0 0,-1-1-1 0 0,0 1 0 0 0,1-1 0 0 0,-1 0 1 0 0,1 1-1 0 0,-1-1 0 0 0,1 0 1 0 0,0 1-1 0 0,-1-1 0 0 0,1 0 1 0 0,-1 1-1 0 0,1-1 0 0 0,0 0 0 0 0,0 0 1 0 0,0 0-1 0 0,-1 1 0 0 0,1-1 1 0 0,0 0-1 0 0,0 0 0 0 0,0 0 0 0 0,0 1 1 0 0,0-3-1 0 0,1 1-32 0 0,0 0 0 0 0,0-1 0 0 0,-1 1 0 0 0,1 0 0 0 0,1 0 0 0 0,-1 0 1 0 0,0 0-1 0 0,0 0 0 0 0,3-3 0 0 0,2-2-116 0 0,1 1 0 0 0,-1 0 0 0 0,14-10 0 0 0,8-1-35 0 0,1 0 0 0 0,0 2 0 0 0,1 1 0 0 0,0 2-1 0 0,2 0 1 0 0,52-11 0 0 0,-57 18 176 0 0,2-2 131 0 0,39-2 0 0 0,-59 7-75 0 0,1 0 0 0 0,-1 0 0 0 0,0 0 0 0 0,0-1 0 0 0,-1-1-1 0 0,1 1 1 0 0,-1-1 0 0 0,1-1 0 0 0,-1 0 0 0 0,-1 0 0 0 0,14-11 0 0 0,-6 3 11 0 0,-1-1-1 0 0,0 0 1 0 0,-1 0 0 0 0,18-28 0 0 0,-20 19 71 0 0,-11 22-100 0 0,0 0 0 0 0,1 0 1 0 0,-1 0-1 0 0,0 1 0 0 0,0-1 0 0 0,0 0 1 0 0,0 0-1 0 0,0 0 0 0 0,0 0 1 0 0,0 0-1 0 0,0 0 0 0 0,0 0 0 0 0,0 0 1 0 0,0 1-1 0 0,0-1 0 0 0,-1 0 1 0 0,1 0-1 0 0,0 0 0 0 0,-1 0 1 0 0,1 0-1 0 0,-1 1 0 0 0,1-1 0 0 0,-2-1 1 0 0,1 1 65 0 0,1 1 34 0 0,-5 2-23 0 0,1 0-1 0 0,-1 0 0 0 0,1 1 0 0 0,-1 0 1 0 0,1 0-1 0 0,0 0 0 0 0,0 0 1 0 0,0 0-1 0 0,0 1 0 0 0,1 0 0 0 0,-1 0 1 0 0,1 0-1 0 0,0 0 0 0 0,0 0 1 0 0,-4 10-1 0 0,-2 3 363 0 0,1 1 0 0 0,-11 32 0 0 0,14-31-61 0 0,0 0 1 0 0,1 0-1 0 0,-2 27 1 0 0,6-37-172 0 0,-1 1 0 0 0,1 0 0 0 0,1-1 1 0 0,0 1-1 0 0,0 0 0 0 0,1-1 0 0 0,0 1 1 0 0,6 13-1 0 0,-7-21-181 0 0,-1 1 0 0 0,1-1 0 0 0,0-1 0 0 0,1 1 0 0 0,-1 0 0 0 0,0 0 0 0 0,1 0 0 0 0,-1-1 0 0 0,1 1 0 0 0,-1-1 0 0 0,1 1 0 0 0,0-1 1 0 0,-1 1-1 0 0,1-1 0 0 0,0 0 0 0 0,0 0 0 0 0,0 0 0 0 0,0 0 0 0 0,0 0 0 0 0,3 0 0 0 0,-1 0-51 0 0,1-1 0 0 0,-1 1 0 0 0,0-1 0 0 0,1 0 0 0 0,-1 0 0 0 0,0-1 1 0 0,1 1-1 0 0,-1-1 0 0 0,8-2 0 0 0,5-4-1201 0 0,-1 0 1 0 0,0 0-1 0 0,28-19 1 0 0,-43 26 1074 0 0,15-11-3327 0 0,-1-1 267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22.9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 0 708 0 0,'-30'4'8471'0'0,"24"34"-13478"0"0,4-30 2659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23.2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1 752 0 0,'-6'7'1172'0'0,"4"-5"-124"0"0,2-2-100 0 0,0 0-96 0 0,0 0-91 0 0,0 0-77 0 0,0 0-88 0 0,0 0-108 0 0,0 0-116 0 0,0 0-128 0 0,0 0-140 0 0,0 0-160 0 0,0 0-180 0 0,0 0-220 0 0,0 0-756 0 0,0 0-1317 0 0,0 0 581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6:23.5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234 63 72 0 0,'-5'-13'1946'0'0,"5"10"-1615"0"0,-1 0 0 0 0,0 1 0 0 0,1-1 0 0 0,-1 1-1 0 0,0-1 1 0 0,0 1 0 0 0,0 0 0 0 0,0-1 0 0 0,-1 1-1 0 0,1 0 1 0 0,-1 0 0 0 0,1 0 0 0 0,-1 0 0 0 0,0 0-1 0 0,0 0 1 0 0,0 0 0 0 0,0 0 0 0 0,0 1 0 0 0,0-1-1 0 0,0 1 1 0 0,0 0 0 0 0,-5-2 0 0 0,6 3-255 0 0,-1 0-1 0 0,1 0 1 0 0,-1 0 0 0 0,1 0-1 0 0,-1 1 1 0 0,1-1 0 0 0,-1 0-1 0 0,1 1 1 0 0,0 0 0 0 0,-1-1-1 0 0,1 1 1 0 0,0 0 0 0 0,-1-1 0 0 0,1 1-1 0 0,0 0 1 0 0,0 0 0 0 0,0 0-1 0 0,-1 0 1 0 0,1 0 0 0 0,-1 2-1 0 0,-19 25 516 0 0,20-27-542 0 0,-20 30 372 0 0,3 0 0 0 0,0 1 0 0 0,2 0 0 0 0,1 2 0 0 0,2 0 0 0 0,-11 43 0 0 0,20-58-291 0 0,0 0-1 0 0,1 0 1 0 0,1 0-1 0 0,1 1 0 0 0,1-1 1 0 0,0 0-1 0 0,1 1 1 0 0,2-1-1 0 0,0 0 0 0 0,0 0 1 0 0,2 0-1 0 0,1 0 0 0 0,9 21 1 0 0,-11-31-179 0 0,1-1 1 0 0,0 0-1 0 0,0 0 1 0 0,1-1-1 0 0,0 1 1 0 0,0-1-1 0 0,1-1 0 0 0,-1 1 1 0 0,2-1-1 0 0,-1 0 1 0 0,1-1-1 0 0,-1 1 1 0 0,2-2-1 0 0,-1 1 1 0 0,11 3-1 0 0,-5-2-659 0 0,1-1-1 0 0,-1 0 1 0 0,20 2-1 0 0,-15-4-1455 0 0,0 0-1 0 0,21-2 1 0 0,-6-2-1499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9:23.0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8 602 288 0 0,'-5'15'2778'0'0,"2"-7"-1408"0"0,7-7 356 0 0,9-5 38 0 0,-11 3-2240 0 0,2-1 635 0 0,26-21 1010 0 0,-26 20-1082 0 0,-1-1-1 0 0,1 0 1 0 0,-1-1 0 0 0,0 1-1 0 0,-1 0 1 0 0,1-1-1 0 0,-1 0 1 0 0,0 1 0 0 0,0-1-1 0 0,0 0 1 0 0,-1 0-1 0 0,0 0 1 0 0,0 0 0 0 0,1-8-1 0 0,9-33 331 0 0,-1 9-110 0 0,-9 28-232 0 0,1 1 0 0 0,0-1 0 0 0,1 1 0 0 0,5-12 0 0 0,51-113 330 0 0,-22 75-308 0 0,-19 22-38 0 0,2 1 0 0 0,34-46-1 0 0,-45 68-28 0 0,2-3 4 0 0,-5 7-8 0 0,-6 9-23 0 0,0 0-1 0 0,1 0 0 0 0,-1 0 0 0 0,0-1 1 0 0,0 1-1 0 0,0 0 0 0 0,0 0 0 0 0,0 0 0 0 0,1 0 1 0 0,-1 0-1 0 0,0 0 0 0 0,0-1 0 0 0,0 1 1 0 0,1 0-1 0 0,-1 0 0 0 0,0 0 0 0 0,0 0 0 0 0,0 0 1 0 0,1 0-1 0 0,-1 0 0 0 0,0 0 0 0 0,0 0 1 0 0,0 0-1 0 0,1 0 0 0 0,-1 0 0 0 0,0 0 0 0 0,0 0 1 0 0,0 0-1 0 0,1 0 0 0 0,-1 0 0 0 0,0 1 1 0 0,0-1-1 0 0,0 0 0 0 0,1 0 0 0 0,-1 0 0 0 0,0 0 1 0 0,0 0-1 0 0,0 0 0 0 0,0 0 0 0 0,1 1 1 0 0,-1-1-1 0 0,0 0 0 0 0,0 0 0 0 0,0 0 0 0 0,0 0 1 0 0,0 1-1 0 0,9 14 30 0 0,3 18-19 0 0,-1 22-6 0 0,9 95-1 0 0,4 29 0 0 0,7-41-26 0 0,-28-129-461 0 0,0-16-646 0 0,-1-16-4488 0 0,-2 16 2877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19:24.8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116 501 412 0 0,'-2'1'183'0'0,"1"0"-1"0"0,0 1 1 0 0,-1-1 0 0 0,1 0 0 0 0,-1 0-1 0 0,1 0 1 0 0,-1 0 0 0 0,1 0-1 0 0,-1 0 1 0 0,0 0 0 0 0,0 0 0 0 0,1-1-1 0 0,-4 2 1 0 0,-26 7 539 0 0,27-8-689 0 0,1 0 0 0 0,-1 1-1 0 0,1-1 1 0 0,-1 1-1 0 0,1 0 1 0 0,0 0 0 0 0,-1 0-1 0 0,1 0 1 0 0,-3 4-1 0 0,5-5-15 0 0,-1-1 60 0 0,1 1 0 0 0,0 0 0 0 0,-1 0-1 0 0,1-1 1 0 0,0 1 0 0 0,0 0 0 0 0,-1 0 0 0 0,1 1-1 0 0,0-1 1 0 0,0 0 0 0 0,0 0 0 0 0,0 0 0 0 0,1 1 0 0 0,-1-1-1 0 0,0 1 1 0 0,0-1 0 0 0,1 0 0 0 0,-1 1 0 0 0,1-1 0 0 0,-1 1-1 0 0,0 2 1 0 0,2-3-31 0 0,1-1 0 0 0,-1 0 0 0 0,0 1 0 0 0,0-1-1 0 0,0 0 1 0 0,0 0 0 0 0,0 0 0 0 0,0 0 0 0 0,0 0 0 0 0,0 0-1 0 0,0 0 1 0 0,0 0 0 0 0,0-1 0 0 0,0 1 0 0 0,0 0 0 0 0,0 0-1 0 0,0-1 1 0 0,0 1 0 0 0,1-1 0 0 0,21-7 486 0 0,-13 0-288 0 0,8-5 115 0 0,-1-1 1 0 0,0-1-1 0 0,-1-1 0 0 0,25-30 0 0 0,-36 38-286 0 0,-1 0 0 0 0,0 0-1 0 0,6-17 1 0 0,10-20 89 0 0,7-7-33 0 0,-23 41-109 0 0,1 1 1 0 0,0 0 0 0 0,1 0-1 0 0,13-17 1 0 0,156-183 292 0 0,-160 188-255 0 0,-15 22-57 0 0,0 0 0 0 0,0-1 0 0 0,0 1 0 0 0,0 0 0 0 0,0-1 0 0 0,0 1 0 0 0,1-1 0 0 0,-1 1 0 0 0,0 0 0 0 0,0-1 0 0 0,0 1 0 0 0,1 0 0 0 0,-1 0 0 0 0,0-1 0 0 0,0 1 0 0 0,1 0 0 0 0,-1 0 0 0 0,0-1 0 0 0,1 1 0 0 0,-1 0 0 0 0,0 0 0 0 0,1 0 0 0 0,-1-1 0 0 0,0 1 0 0 0,1 0 0 0 0,-1 0 0 0 0,0 0 0 0 0,1 0 0 0 0,-1 0 0 0 0,0 0 0 0 0,1 0 0 0 0,3 10 10 0 0,-3 14-9 0 0,-21 81-8 0 0,6-36 23 0 0,7-17 25 0 0,1 0 0 0 0,4 1 0 0 0,1 0 0 0 0,11 86 0 0 0,-9-124-9 0 0,-1-1 1 0 0,-3 29-1 0 0,0 1-1161 0 0,-2-39-1446 0 0,4-5 84 0 0,1 0-10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26.4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68 348 0 0,'0'0'433'0'0,"0"0"-33"0"0,0 0-36 0 0,0 0-21 0 0,0 0-25 0 0,0 0-17 0 0,0 0-10 0 0,0 0-11 0 0,0 0-14 0 0,0 0-1 0 0,0 0-3 0 0,0 0-19 0 0,0 0 1 0 0,0 0 10 0 0,0 0 11 0 0,2 2-10 0 0,4 6-81 0 0,-5-6-67 0 0,0 0 1 0 0,1 0-1 0 0,-1-1 1 0 0,1 1-1 0 0,-1 0 1 0 0,1-1 0 0 0,0 1-1 0 0,0-1 1 0 0,0 1-1 0 0,0-1 1 0 0,-1 0-1 0 0,2 0 1 0 0,-1 1 0 0 0,0-2-1 0 0,0 1 1 0 0,0 0-1 0 0,0 0 1 0 0,1-1-1 0 0,-1 1 1 0 0,0-1-1 0 0,4 0 1 0 0,123-8 1402 0 0,-84 4-1130 0 0,78 2 0 0 0,-63 9-161 0 0,-43-4-119 0 0,1-1 0 0 0,-1-1 0 0 0,1 0 0 0 0,-1-1 0 0 0,18-3 0 0 0,7-1-23 0 0,52 0 1 0 0,0 1-4 0 0,21 0 29 0 0,-73 4-79 0 0,78-10-1 0 0,114-13 10 0 0,-8 4-29 0 0,-136 13-1 0 0,40-1 15 0 0,-105 3-2 0 0,-24 3-20 0 0,1-1-7 0 0,0 0-1 0 0,-1 1 1 0 0,1-1 0 0 0,0 1 0 0 0,-1-1 0 0 0,1 1 0 0 0,0-1 0 0 0,-1 1-1 0 0,1 0 1 0 0,0 0 0 0 0,0 0 0 0 0,0 0 0 0 0,1 1 0 0 0,8-2-4 0 0,-2-1 11 0 0,0 0-1 0 0,1 0 1 0 0,-1 1 0 0 0,17-1-1 0 0,15-1-2 0 0,-34 2 10 0 0,0 0-1 0 0,0 0 1 0 0,0 1 0 0 0,0 0 0 0 0,0 1 0 0 0,0-1 0 0 0,0 1 0 0 0,8 2 0 0 0,-3-1 2 0 0,0-1 0 0 0,0-1 0 0 0,0 0 0 0 0,1-1 0 0 0,-1 0 0 0 0,12-3 0 0 0,-11 2 1 0 0,-1 0-1 0 0,1 1 1 0 0,-1 0-1 0 0,1 1 1 0 0,20 2-1 0 0,-17 1-19 0 0,0-2-1 0 0,0 0 1 0 0,25-1 0 0 0,9-1 58 0 0,8 7 127 0 0,-56-6-155 0 0,-2 0 7 0 0,26 1 150 0 0,33-9-89 0 0,-58 8-74 0 0,-1 0 20 0 0,0 0-1 0 0,0 0 0 0 0,0 0 0 0 0,1 0 0 0 0,-1 0 1 0 0,0 0-1 0 0,0 0 0 0 0,0 0 0 0 0,0 0 0 0 0,1 0 1 0 0,-1 0-1 0 0,0 0 0 0 0,0 0 0 0 0,0 0 0 0 0,0 0 1 0 0,0 0-1 0 0,0 0 0 0 0,1 0 0 0 0,-1 0 0 0 0,0 0 1 0 0,0 1-1 0 0,0-1 0 0 0,0 0 0 0 0,0 0 0 0 0,0 0 1 0 0,1 0-1 0 0,-1 0 0 0 0,0 0 0 0 0,0 0 0 0 0,0 0 1 0 0,0 1-1 0 0,0-1 0 0 0,0 0 0 0 0,0 0 0 0 0,0 0 1 0 0,0 0-1 0 0,0 0 0 0 0,0 1 0 0 0,0-1 0 0 0,0 0 1 0 0,0 0-1 0 0,0 0 0 0 0,0 0 0 0 0,0 0 0 0 0,0 1 1 0 0,0-1-1 0 0,0 0 0 0 0,0 0 0 0 0,0 0 1 0 0,-2 2-14 0 0,1 0 0 0 0,-1 1 0 0 0,1-1 0 0 0,-1 0 0 0 0,1 0 0 0 0,0 1 0 0 0,-1-1 0 0 0,1 0 0 0 0,0 1 0 0 0,1-1 0 0 0,-1 1 0 0 0,0 0 0 0 0,1-1 0 0 0,0 1 0 0 0,-1 5 0 0 0,0 54 220 0 0,1-34-154 0 0,-3 18 115 0 0,3 0 0 0 0,1 0 0 0 0,3 0 0 0 0,1-1 0 0 0,17 65 0 0 0,-3-68 0 0 0,-15-34-108 0 0,0 0 1 0 0,0 0-1 0 0,-1 0 0 0 0,4 13 1 0 0,-5-11 311 0 0,-1-12 233 0 0,-1 1-619 0 0,0 1 1 0 0,-1-1-1 0 0,1 1 1 0 0,0-1-1 0 0,0 1 1 0 0,0-1-1 0 0,0 1 1 0 0,-1-1 0 0 0,1 1-1 0 0,0-1 1 0 0,-1 1-1 0 0,1-1 1 0 0,0 1-1 0 0,-1 0 1 0 0,1-1-1 0 0,0 1 1 0 0,-1-1 0 0 0,1 1-1 0 0,-1 0 1 0 0,1 0-1 0 0,-1-1 1 0 0,1 1-1 0 0,0 0 1 0 0,-1 0-1 0 0,1-1 1 0 0,-1 1 0 0 0,1 0-1 0 0,-1 0 1 0 0,0 0-1 0 0,1-1-11 0 0,0 0 0 0 0,-1 1 0 0 0,1-1 0 0 0,0 0 0 0 0,0 1 0 0 0,0-1-1 0 0,0 0 1 0 0,0 1 0 0 0,1-1 0 0 0,-1 0 0 0 0,0 1 0 0 0,0-1 0 0 0,0 0 0 0 0,0 1-1 0 0,1-1 1 0 0,-1 0 0 0 0,0 1 0 0 0,1-1 0 0 0,-1 1 0 0 0,0-1 0 0 0,1 0 0 0 0,-1 1 0 0 0,1-1-1 0 0,-1 1 1 0 0,1-1 0 0 0,-1 1 0 0 0,1 0 0 0 0,0-1 0 0 0,0 0-19 0 0,17-10 16 0 0,-4 7-5 0 0,0 0 0 0 0,1 1 1 0 0,0 1-1 0 0,0 0 0 0 0,0 1 0 0 0,0 1 1 0 0,17 1-1 0 0,18-1 67 0 0,133-7-100 0 0,-120 5 3 0 0,-28 1 42 0 0,0 1 0 0 0,50 7 0 0 0,-40-3 3 0 0,-1-2 0 0 0,1-1 0 0 0,0-3 0 0 0,48-8 0 0 0,-42 4-9 0 0,0 2 0 0 0,90 5 0 0 0,101 7 20 0 0,-22-3 15 0 0,-205-5-20 0 0,2 1-17 0 0,-1 0 1 0 0,0 1-1 0 0,31 8 1 0 0,-44-9-3 0 0,-1-1 0 0 0,1 1-1 0 0,0-1 1 0 0,-1 0 0 0 0,1 0 0 0 0,0 0 0 0 0,0 0 0 0 0,-1 0 0 0 0,5-2 0 0 0,6 1 5 0 0,-12 1-19 0 0,37-3 62 0 0,2-3-356 0 0,-39 6 206 0 0,18 0-1753 0 0,-61 17-641 0 0,10-8-3626 0 0,13-3 2595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29.8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0 471 280 0 0,'4'-1'709'0'0,"0"-1"1"0"0,-1 1-1 0 0,1 0 1 0 0,0 0-1 0 0,0 1 1 0 0,-1-1-1 0 0,1 1 1 0 0,0 0-1 0 0,6 0 0 0 0,-9 0-562 0 0,67-15 2657 0 0,57-6-871 0 0,10-1-943 0 0,-14 16-25 0 0,26-4-596 0 0,-119 9-310 0 0,1 0 1 0 0,31 4-1 0 0,-33-1-22 0 0,-1-1-1 0 0,0-1 1 0 0,1-1-1 0 0,29-6 1 0 0,-40 5-20 0 0,0 1 1 0 0,0 1-1 0 0,0 0 1 0 0,0 2-1 0 0,19 2 1 0 0,14 2-13 0 0,9-5 43 0 0,-1-2 0 0 0,81-13 0 0 0,-132 13-48 0 0,22 0 22 0 0,0 0 0 0 0,33 4-1 0 0,-31-1 8 0 0,54-3 0 0 0,-32-2-11 0 0,100 8-1 0 0,23-1-13 0 0,-8-22-5 0 0,-74 2 21 0 0,-48 10-49 0 0,2-1 34 0 0,59-1 1 0 0,-92 8-4 0 0,1 1 0 0 0,-1 0-1 0 0,1 1 1 0 0,-1 0 0 0 0,25 9 0 0 0,16-7 230 0 0,-71-34-253 0 0,11 22 10 0 0,1 1 0 0 0,0-1 0 0 0,0 0-1 0 0,1-1 1 0 0,0 1 0 0 0,0-1-1 0 0,-2-16 1 0 0,2-23-215 0 0,7 18 97 0 0,7-41 45 0 0,-10 70 95 0 0,3 14 88 0 0,-3-13-98 0 0,-1 0 8 0 0,15 1 16 0 0,0-2 0 0 0,1 0 0 0 0,-1-1-1 0 0,30-8 1 0 0,-37 8-19 0 0,23 0 15 0 0,108 3 53 0 0,40-11 30 0 0,-86 3-105 0 0,232-10 120 0 0,-252 8-78 0 0,-58 5-46 0 0,1 2 0 0 0,-1 0-1 0 0,1 1 1 0 0,0 0 0 0 0,0 2-1 0 0,19 2 1 0 0,-13 0-1 0 0,0-2 0 0 0,1 0 0 0 0,32-3 0 0 0,2 0 37 0 0,58-8-11 0 0,4 1-95 0 0,3-4 8 0 0,-97 8 57 0 0,-4 1-314 0 0,-29 7-137 0 0,-23 5-2101 0 0,9 2-4399 0 0,22-9 4038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40.9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92 172 0 0,'0'0'405'0'0,"0"0"-15"0"0,0 0-6 0 0,0 0-4 0 0,-4 2 231 0 0,6 0 2055 0 0,25 2-1448 0 0,0-1 1 0 0,0-1-1 0 0,51-3 1 0 0,87-18 14 0 0,-27 3-408 0 0,85-9-175 0 0,139-5-190 0 0,-16 44-320 0 0,-257-12-96 0 0,123-12-1 0 0,-104 4-28 0 0,-46 8 38 0 0,-36 0 155 0 0,46-3-1 0 0,-21-2-66 0 0,67 5 0 0 0,-26 1-28 0 0,-36-3 436 0 0,93-12 0 0 0,-96 5-408 0 0,-52 7-111 0 0,17 8 168 0 0,-16-5-161 0 0,0 1-1 0 0,-1-1 1 0 0,1 0-1 0 0,-1 1 1 0 0,0-1-1 0 0,0 1 1 0 0,-1 0-1 0 0,1-1 1 0 0,-1 1-1 0 0,1 0 1 0 0,-1-1 0 0 0,0 1-1 0 0,-2 7 1 0 0,-10 57 363 0 0,6-40-275 0 0,-9 48 129 0 0,3 1 0 0 0,3 0-1 0 0,3 107 1 0 0,7 112 315 0 0,-4-51-73 0 0,4-150-225 0 0,4 121 462 0 0,-6-205-684 0 0,0-7-31 0 0,1-1 0 0 0,0 1 1 0 0,0-1-1 0 0,0 1 0 0 0,0-1 0 0 0,1 1 0 0 0,-1-1 0 0 0,1 0 0 0 0,1 6 0 0 0,-1-8-16 0 0,-1-1 1 0 0,-2 8-32 0 0,33-16 30 0 0,9-3 7 0 0,0 3-1 0 0,59-6 0 0 0,-53 8-7 0 0,-34 4 1 0 0,0 0-1 0 0,1 1 1 0 0,14 0 0 0 0,123-3-9 0 0,-37-1 12 0 0,86-1 58 0 0,-13-6-120 0 0,99-3 79 0 0,-94 9-59 0 0,7-3 42 0 0,-40 0-20 0 0,28 3-247 0 0,-170 6 236 0 0,17 0-7 0 0,47 1 17 0 0,26 9-165 0 0,-7-1-827 0 0,-97-9 883 0 0,-2 0-69 0 0,0 0-99 0 0,0 0-123 0 0,-21-7-980 0 0,3 4-1668 0 0,1 1 0 0 0,-24 0 0 0 0,21 2-753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10.3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331 176 420 0 0,'1'-12'728'0'0,"0"0"-1"0"0,0 0 1 0 0,-2 0-1 0 0,1 0 1 0 0,-1 0-1 0 0,-1 1 1 0 0,-6-23 0 0 0,7 30-601 0 0,0 1-1 0 0,0 0 1 0 0,-1 0 0 0 0,1 0 0 0 0,-1 0 0 0 0,0 0 0 0 0,0 0 0 0 0,0 0 0 0 0,0 0 0 0 0,-1 1 0 0 0,1-1 0 0 0,-1 1 0 0 0,0-1 0 0 0,1 1 0 0 0,-1 0 0 0 0,0 0 0 0 0,0 1 0 0 0,0-1 0 0 0,0 1 0 0 0,-1-1 0 0 0,1 1-1 0 0,0 0 1 0 0,-1 0 0 0 0,1 0 0 0 0,-1 1 0 0 0,1-1 0 0 0,-1 1 0 0 0,1 0 0 0 0,-1 0 0 0 0,1 0 0 0 0,-5 1 0 0 0,-3 0-15 0 0,-1 2-1 0 0,0-1 1 0 0,1 1-1 0 0,0 1 1 0 0,-1 0 0 0 0,2 1-1 0 0,-1 0 1 0 0,0 1 0 0 0,1 0-1 0 0,0 0 1 0 0,1 1 0 0 0,-1 1-1 0 0,1-1 1 0 0,1 1-1 0 0,-1 1 1 0 0,1 0 0 0 0,-9 13-1 0 0,12-16-86 0 0,1 1 0 0 0,-1 0 0 0 0,1 0 0 0 0,1 0-1 0 0,-1 0 1 0 0,1 1 0 0 0,0-1 0 0 0,1 1 0 0 0,0 0 0 0 0,0 0-1 0 0,1 0 1 0 0,0 0 0 0 0,0 0 0 0 0,1 0 0 0 0,0 0-1 0 0,0 0 1 0 0,1 0 0 0 0,0 0 0 0 0,0 0 0 0 0,1 0 0 0 0,0 0-1 0 0,0-1 1 0 0,1 1 0 0 0,0-1 0 0 0,1 1 0 0 0,5 7 0 0 0,10 13-2 0 0,2-2 0 0 0,0 0 0 0 0,2-2 0 0 0,33 28 0 0 0,-2-6-48 0 0,-35-32 5 0 0,0 1 0 0 0,-2 1-1 0 0,0 1 1 0 0,0 0-1 0 0,-2 1 1 0 0,22 33 0 0 0,-35-48 19 0 0,-1 0 0 0 0,1 0 0 0 0,-1 0 0 0 0,1 0 0 0 0,-1 1 0 0 0,0-1 0 0 0,0 0 0 0 0,-1 1 0 0 0,1-1 0 0 0,-1 1 0 0 0,0-1 0 0 0,0 1 0 0 0,0-1 0 0 0,0 1 0 0 0,0-1 0 0 0,-1 0 0 0 0,1 1 1 0 0,-1-1-1 0 0,-2 5 0 0 0,1-3 7 0 0,-1-1 0 0 0,1 1 0 0 0,-1-1 0 0 0,0 0 1 0 0,-1 0-1 0 0,1 0 0 0 0,-1 0 0 0 0,1-1 0 0 0,-1 1 0 0 0,0-1 1 0 0,-9 6-1 0 0,3-4-19 0 0,0 1 1 0 0,0-2-1 0 0,-1 1 1 0 0,0-1-1 0 0,0-1 0 0 0,0 0 1 0 0,0 0-1 0 0,0-1 1 0 0,0-1-1 0 0,-1 0 1 0 0,-15 0-1 0 0,19-2-85 0 0,1 0 0 0 0,-1-1 0 0 0,1 0-1 0 0,-1 0 1 0 0,1 0 0 0 0,0-1 0 0 0,0 0 0 0 0,0-1-1 0 0,0 0 1 0 0,1 0 0 0 0,-1 0 0 0 0,1-1 0 0 0,-10-9-1 0 0,13 10-212 0 0,-1 1-1 0 0,1-1 0 0 0,0 0 0 0 0,0 0 1 0 0,1 0-1 0 0,-1 0 0 0 0,1 0 1 0 0,0 0-1 0 0,0-1 0 0 0,0 1 1 0 0,1-1-1 0 0,0 0 0 0 0,0 1 0 0 0,0-1 1 0 0,0 0-1 0 0,1 0 0 0 0,-1 0 1 0 0,1 1-1 0 0,1-1 0 0 0,-1 0 0 0 0,1 0 1 0 0,2-9-1 0 0,4-6-2103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10.8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100 37 572 0 0,'-24'-4'4420'0'0,"19"8"-4231"0"0,-1 0-1 0 0,1 0 1 0 0,0 0 0 0 0,0 1 0 0 0,1 0 0 0 0,0-1 0 0 0,-1 2-1 0 0,1-1 1 0 0,1 0 0 0 0,-1 1 0 0 0,1 0 0 0 0,0 0 0 0 0,1 0-1 0 0,-1 0 1 0 0,1 0 0 0 0,0 0 0 0 0,-1 9 0 0 0,1-6-41 0 0,0 1 1 0 0,0 0 0 0 0,2 0-1 0 0,-1 0 1 0 0,1 0 0 0 0,0-1-1 0 0,1 1 1 0 0,0 0-1 0 0,1 0 1 0 0,0 0 0 0 0,4 10-1 0 0,-5-16-105 0 0,1 0 0 0 0,0 0-1 0 0,0 0 1 0 0,0-1 0 0 0,0 1 0 0 0,1-1-1 0 0,0 1 1 0 0,-1-1 0 0 0,1 0-1 0 0,1 0 1 0 0,-1 0 0 0 0,0 0 0 0 0,0-1-1 0 0,1 0 1 0 0,0 1 0 0 0,-1-1-1 0 0,6 2 1 0 0,-6-3-31 0 0,-1-1-1 0 0,1 1 0 0 0,0 0 1 0 0,-1-1-1 0 0,1 0 1 0 0,0 0-1 0 0,0 1 0 0 0,0-2 1 0 0,-1 1-1 0 0,1 0 1 0 0,0 0-1 0 0,0-1 0 0 0,-1 0 1 0 0,1 1-1 0 0,0-1 1 0 0,-1 0-1 0 0,1 0 0 0 0,0-1 1 0 0,-1 1-1 0 0,0-1 1 0 0,1 1-1 0 0,-1-1 0 0 0,0 0 1 0 0,0 1-1 0 0,0-1 1 0 0,3-4-1 0 0,0 1-69 0 0,-1-1 0 0 0,1 0 1 0 0,-1 0-1 0 0,-1-1 0 0 0,1 1 0 0 0,-1-1 1 0 0,0 0-1 0 0,-1 0 0 0 0,1 0 0 0 0,-1 0 1 0 0,-1 0-1 0 0,1 0 0 0 0,-1 0 0 0 0,-1-1 1 0 0,1 1-1 0 0,-1-1 0 0 0,-1 1 0 0 0,1 0 1 0 0,-3-11-1 0 0,1 8-89 0 0,-1 0 0 0 0,0 0 1 0 0,0 1-1 0 0,-1-1 0 0 0,0 1 1 0 0,-1 0-1 0 0,0 0 0 0 0,-1 1 1 0 0,1 0-1 0 0,-1 0 0 0 0,-1 0 0 0 0,0 0 1 0 0,-13-11-1 0 0,-5 1-545 0 0,24 18 461 0 0,1 0-65 0 0,0 0-112 0 0,0 0-157 0 0,1 2-523 0 0,3 10-718 0 0,2-6 138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11.2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1 116 0 0,'0'0'655'0'0,"0"0"-9"0"0,0 0-18 0 0,0 0-20 0 0,0 0-20 0 0,-5 34 2004 0 0,7-21-2238 0 0,1 1 1 0 0,0-1-1 0 0,0 0 1 0 0,1 0 0 0 0,1-1-1 0 0,0 1 1 0 0,1-1 0 0 0,0 0-1 0 0,1 0 1 0 0,0-1 0 0 0,1 0-1 0 0,14 16 1 0 0,-20-25-309 0 0,0 1 0 0 0,0-1 0 0 0,0 0 0 0 0,0 0 0 0 0,0 0 0 0 0,0 0 0 0 0,1 0 0 0 0,-1-1 0 0 0,1 1 0 0 0,-1-1 0 0 0,1 0 0 0 0,0 0 0 0 0,-1 1 0 0 0,1-2 0 0 0,0 1 0 0 0,3 1 0 0 0,-4-3-55 0 0,0 1-1 0 0,0 0 1 0 0,0 0-1 0 0,0-1 1 0 0,0 0-1 0 0,0 1 1 0 0,0-1-1 0 0,-1 0 1 0 0,1 0-1 0 0,0 0 1 0 0,0 0-1 0 0,-1 0 1 0 0,1 0 0 0 0,-1 0-1 0 0,1 0 1 0 0,-1-1-1 0 0,1 1 1 0 0,-1-1-1 0 0,0 1 1 0 0,0-1-1 0 0,0 0 1 0 0,0 1-1 0 0,0-1 1 0 0,1-3-1 0 0,3-6-146 0 0,-1 0-1 0 0,0-1 0 0 0,0 0 1 0 0,-2 0-1 0 0,1 0 0 0 0,-2 0 0 0 0,1 0 1 0 0,-2-18-1 0 0,4-15-187 0 0,-5 44 339 0 0,1 1 0 0 0,0-1 0 0 0,0 1 0 0 0,0-1 0 0 0,0 1 0 0 0,0-1 0 0 0,1 0 0 0 0,-1 1 0 0 0,0-1 0 0 0,0 1 0 0 0,0-1 0 0 0,0 1 0 0 0,1-1 0 0 0,-1 1 0 0 0,0-1 0 0 0,0 1 0 0 0,1-1 1 0 0,-1 1-1 0 0,0-1 0 0 0,1 1 0 0 0,-1-1 0 0 0,1 1 0 0 0,-1 0 0 0 0,1-1 0 0 0,-1 1 0 0 0,1-1 0 0 0,11 9 0 0 0,8 24 112 0 0,40 107 155 0 0,-53-123-246 0 0,-6-13-117 0 0,0 0-1 0 0,0 0 1 0 0,1 0-1 0 0,-1 0 0 0 0,1-1 1 0 0,-1 1-1 0 0,1-1 1 0 0,3 5-1 0 0,-2-10-361 0 0,-1 0 0 0 0,0 0 0 0 0,0 0 1 0 0,0 0-1 0 0,0 0 0 0 0,-1 0 0 0 0,1 0 0 0 0,-1-1 0 0 0,0 1 0 0 0,2-7 0 0 0,-1-3-1491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11.6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2 332 0 0,'0'0'783'0'0,"0"0"-60"0"0,0 0-63 0 0,0 0-56 0 0,0 0-42 0 0,18-1 902 0 0,20 4-888 0 0,65 16-1 0 0,-92-17-902 0 0,-8-1 200 0 0,-1-1 0 0 0,1 0 0 0 0,-1 1 1 0 0,1 0-1 0 0,-1-1 0 0 0,1 1 0 0 0,-1 0 0 0 0,0 0 0 0 0,1 0 1 0 0,-1 1-1 0 0,0-1 0 0 0,4 3 0 0 0,-6-4-18 0 0,0 0 20 0 0,0 0 38 0 0,0 0 22 0 0,0 0 26 0 0,-70 0 1592 0 0,69 0-1330 0 0,2 9 172 0 0,0 1 1 0 0,1-1 0 0 0,0 0-1 0 0,0 0 1 0 0,5 12-1 0 0,6 25 427 0 0,-8-20-667 0 0,12 84 1262 0 0,-12-35-3479 0 0,-5-75 498 0 0,0 0-995 0 0,0 0 195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12.9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102 40 368 0 0,'-29'-20'2344'0'0,"26"19"-2219"0"0,-1-1-1 0 0,1 1 1 0 0,-1-1 0 0 0,0 1 0 0 0,0 0 0 0 0,0 0 0 0 0,0 1 0 0 0,1-1 0 0 0,-1 1 0 0 0,0 0 0 0 0,0 0 0 0 0,-8 1 0 0 0,10 0 65 0 0,-7-2 139 0 0,5 0 151 0 0,5 0 1107 0 0,28-2-1085 0 0,0 1 0 0 0,0 1-1 0 0,0 1 1 0 0,32 5 0 0 0,67 0 563 0 0,-53-8-619 0 0,202-7 1032 0 0,-271 10-1448 0 0,173 7 553 0 0,28 0-19 0 0,-77-5-288 0 0,-108 2-254 0 0,1 0 0 0 0,-1 2 0 0 0,0 0 0 0 0,-1 1 0 0 0,0 2 0 0 0,28 14-1 0 0,-2-2 1 0 0,-43-19-15 0 0,2 0-1 0 0,-1 1 1 0 0,0-2-1 0 0,0 1 1 0 0,1-1 0 0 0,-1 1-1 0 0,0-1 1 0 0,1-1 0 0 0,0 1-1 0 0,-1-1 1 0 0,1 0 0 0 0,-1-1-1 0 0,1 1 1 0 0,-1-1-1 0 0,1 0 1 0 0,-1 0 0 0 0,0-1-1 0 0,1 1 1 0 0,5-4 0 0 0,-5 2-279 0 0,18-7 476 0 0,-9 8-3942 0 0,-22 14-1381 0 0,1-4 2159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01.7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309 183 340 0 0,'3'-8'535'0'0,"0"-1"1"0"0,-1 1-1 0 0,0 0 0 0 0,0-1 0 0 0,-1 1 0 0 0,0-1 1 0 0,0 1-1 0 0,-1-1 0 0 0,0 1 0 0 0,-2-11 1 0 0,1 15-399 0 0,0 0 0 0 0,0 0 0 0 0,0 0 0 0 0,-1 1 0 0 0,0-1 1 0 0,1 0-1 0 0,-1 1 0 0 0,0-1 0 0 0,-1 1 0 0 0,1 0 0 0 0,-1 0 0 0 0,1 0 1 0 0,-1 0-1 0 0,0 0 0 0 0,0 0 0 0 0,0 1 0 0 0,-1-1 0 0 0,1 1 0 0 0,0 0 1 0 0,-1 0-1 0 0,0 0 0 0 0,1 1 0 0 0,-1-1 0 0 0,-4 0 0 0 0,-1 0-27 0 0,0 0 0 0 0,0 1 0 0 0,0 0 0 0 0,0 1-1 0 0,0 0 1 0 0,0 0 0 0 0,0 1 0 0 0,1 0 0 0 0,-1 0 0 0 0,0 1 0 0 0,0 0-1 0 0,1 1 1 0 0,-1 0 0 0 0,1 1 0 0 0,0-1 0 0 0,0 1 0 0 0,-9 6-1 0 0,11-6-83 0 0,-1 0-1 0 0,1 0 0 0 0,0 1 0 0 0,1 0 0 0 0,-1 0 0 0 0,1 0 1 0 0,0 0-1 0 0,0 1 0 0 0,1 0 0 0 0,-1 0 0 0 0,1 0 0 0 0,1 1 1 0 0,-1-1-1 0 0,1 1 0 0 0,0 0 0 0 0,1 0 0 0 0,-1 0 0 0 0,1 0 1 0 0,1 1-1 0 0,-1-1 0 0 0,1 9 0 0 0,1-11-16 0 0,1 1 1 0 0,0 0-1 0 0,0 0 0 0 0,0 0 0 0 0,1-1 1 0 0,0 1-1 0 0,0-1 0 0 0,1 1 0 0 0,-1-1 1 0 0,1 0-1 0 0,0 0 0 0 0,1 0 1 0 0,-1 0-1 0 0,1-1 0 0 0,0 1 0 0 0,7 6 1 0 0,8 5 7 0 0,0-1 0 0 0,36 22 0 0 0,-32-22 10 0 0,-2-1-17 0 0,18 11 39 0 0,50 43 0 0 0,-79-60-43 0 0,-1 0 0 0 0,0 1 0 0 0,-1 0 0 0 0,0 1 0 0 0,-1 0 0 0 0,0 0-1 0 0,0 0 1 0 0,-1 1 0 0 0,0 0 0 0 0,5 17 0 0 0,-9-21 0 0 0,0 0 1 0 0,-1 0 0 0 0,0 0-1 0 0,0 0 1 0 0,-1 0 0 0 0,0 0-1 0 0,0 0 1 0 0,-1 0 0 0 0,0 0-1 0 0,0 0 1 0 0,0 0 0 0 0,-1 0 0 0 0,0 0-1 0 0,-1-1 1 0 0,1 1 0 0 0,-1-1-1 0 0,-1 1 1 0 0,1-1 0 0 0,-1 0-1 0 0,0 0 1 0 0,0-1 0 0 0,-1 1-1 0 0,1-1 1 0 0,-1 0 0 0 0,-1 0-1 0 0,1-1 1 0 0,-1 1 0 0 0,1-1-1 0 0,-1-1 1 0 0,0 1 0 0 0,-1-1-1 0 0,1 0 1 0 0,-1 0 0 0 0,1-1-1 0 0,-1 1 1 0 0,0-2 0 0 0,0 1-1 0 0,0-1 1 0 0,0 0 0 0 0,0 0-1 0 0,0-1 1 0 0,0 0 0 0 0,0 0-1 0 0,0-1 1 0 0,-8-1 0 0 0,7 0-135 0 0,-1 0 1 0 0,0-1 0 0 0,1 1-1 0 0,0-2 1 0 0,-1 0 0 0 0,1 0 0 0 0,1 0-1 0 0,-11-7 1 0 0,13 7-78 0 0,1-1 0 0 0,-1 1-1 0 0,1 0 1 0 0,0-1 0 0 0,0 0 0 0 0,0 0-1 0 0,1 0 1 0 0,0-1 0 0 0,0 1 0 0 0,0-1-1 0 0,1 0 1 0 0,-4-11 0 0 0,-3-16-4289 0 0,9 18 1907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02.4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81 48 556 0 0,'0'0'831'0'0,"0"0"-48"0"0,0 0-56 0 0,0 0-47 0 0,-18 6 3500 0 0,15 48-2734 0 0,-2-1-1 0 0,-20 84 1 0 0,7-44-421 0 0,8-50-279 0 0,8-39-590 0 0,3-6-57 0 0,7-22-168 0 0,106-338-2124 0 0,-113 356 2140 0 0,1 1-1 0 0,0 0 0 0 0,0 0 1 0 0,1 0-1 0 0,-1 0 0 0 0,1 0 1 0 0,6-7-1 0 0,-8 11 48 0 0,14 12 25 0 0,-10-4-9 0 0,0 0 1 0 0,-1 0 0 0 0,1 0 0 0 0,-1 1-1 0 0,-1-1 1 0 0,1 1 0 0 0,-1 0-1 0 0,3 15 1 0 0,11 25 21 0 0,0-10 11 0 0,15 57 0 0 0,11 25 79 0 0,-39-112-150 0 0,-1 1 0 0 0,1 0 0 0 0,-1 0-1 0 0,3 16 1 0 0,-11-22-1155 0 0,-5-8 611 0 0,-14-12-573 0 0,21 15 714 0 0,-29-23-3691 0 0,16 11 1766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02.7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25 600 0 0,'0'0'800'0'0,"0"0"-68"0"0,0 0-72 0 0,0 0-60 0 0,0 0-64 0 0,0 0-52 0 0,0 0-64 0 0,0 0-32 0 0,0 0-27 0 0,20-6-77 0 0,-12 5-96 0 0,0 0-132 0 0,4-2-168 0 0,4-2-120 0 0,0 4-333 0 0,-2 1-303 0 0,7-4-940 0 0,4 1 416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05.6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335 121 56 0 0,'0'-6'610'0'0,"0"1"0"0"0,0-1 0 0 0,-1 0 0 0 0,0 1 1 0 0,0-1-1 0 0,0 1 0 0 0,-1-1 0 0 0,1 1 0 0 0,-1 0 0 0 0,-1-1 0 0 0,1 1 0 0 0,-1 0 1 0 0,-4-6-1 0 0,4 7-443 0 0,-1 1 1 0 0,1 0 0 0 0,-1 0-1 0 0,1 0 1 0 0,-1 0 0 0 0,0 1-1 0 0,0-1 1 0 0,0 1 0 0 0,0 0-1 0 0,0 0 1 0 0,-1 0-1 0 0,1 1 1 0 0,-1 0 0 0 0,1 0-1 0 0,-1 0 1 0 0,-8-1 0 0 0,4 2-56 0 0,-1 0 1 0 0,0 0 0 0 0,1 1-1 0 0,0 0 1 0 0,-1 1 0 0 0,1 0-1 0 0,0 1 1 0 0,0 0 0 0 0,0 0 0 0 0,0 1-1 0 0,-13 7 1 0 0,16-8-78 0 0,-1 1 0 0 0,1 0-1 0 0,0 0 1 0 0,1 1 0 0 0,-1-1 0 0 0,1 1 0 0 0,0 1 0 0 0,0-1-1 0 0,0 1 1 0 0,1 0 0 0 0,0 0 0 0 0,0 0 0 0 0,0 0 0 0 0,1 1-1 0 0,-4 11 1 0 0,6-15-26 0 0,1 1-1 0 0,-1-1 1 0 0,1 1-1 0 0,0-1 1 0 0,1 1-1 0 0,-1-1 0 0 0,0 0 1 0 0,1 1-1 0 0,0-1 1 0 0,0 0-1 0 0,0 1 1 0 0,0-1-1 0 0,0 0 1 0 0,1 0-1 0 0,0 0 1 0 0,-1 0-1 0 0,1 0 0 0 0,0-1 1 0 0,0 1-1 0 0,1 0 1 0 0,3 3-1 0 0,7 7 3 0 0,0-1 1 0 0,28 18-1 0 0,-28-20-12 0 0,12 8-23 0 0,78 61-141 0 0,-93-70 136 0 0,-1 1 0 0 0,0 0-1 0 0,0 0 1 0 0,-1 1 0 0 0,0 0-1 0 0,-1 0 1 0 0,9 19 0 0 0,-13-24 19 0 0,-1 0 1 0 0,0 0 0 0 0,0 0 0 0 0,-1 0 0 0 0,0 1 0 0 0,0-1 0 0 0,0 0 0 0 0,-1 1 0 0 0,0-1 0 0 0,0 1 0 0 0,-1-1 0 0 0,1 1 0 0 0,-1-1 0 0 0,-1 0 0 0 0,1 1 0 0 0,-4 5-1 0 0,2-3 28 0 0,-1-1-1 0 0,-1 0 0 0 0,1 0 1 0 0,-1-1-1 0 0,0 1 0 0 0,-1-1 1 0 0,0 0-1 0 0,0 0 0 0 0,-1-1 1 0 0,-12 10-1 0 0,10-9-13 0 0,0-1 1 0 0,-1-1-1 0 0,1 0 0 0 0,-1 0 0 0 0,0 0 1 0 0,0-2-1 0 0,0 1 0 0 0,-1-1 0 0 0,-11 2 1 0 0,14-4-48 0 0,1 0 0 0 0,-1-1 0 0 0,0 0 1 0 0,1 0-1 0 0,-1 0 0 0 0,0-1 0 0 0,1 0 1 0 0,-1-1-1 0 0,0 1 0 0 0,1-2 0 0 0,0 1 1 0 0,0-1-1 0 0,-8-4 0 0 0,11 5-44 0 0,1 0 0 0 0,-1-1 0 0 0,1 0 0 0 0,0 1 0 0 0,0-1-1 0 0,0 0 1 0 0,0-1 0 0 0,1 1 0 0 0,-1 0 0 0 0,1-1 0 0 0,0 0 0 0 0,0 1 0 0 0,0-1 0 0 0,1 0-1 0 0,-1 0 1 0 0,1 0 0 0 0,0 0 0 0 0,0 0 0 0 0,0 0 0 0 0,1 0 0 0 0,-1-1 0 0 0,1-7 0 0 0,0 5-412 0 0,1-1 0 0 0,0 1 0 0 0,0 0 0 0 0,0-1 0 0 0,1 1 0 0 0,0 0-1 0 0,0 0 1 0 0,1 0 0 0 0,0 0 0 0 0,0 1 0 0 0,1-1 0 0 0,6-9 0 0 0,4 0-1831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06.48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58 125 40 0 0,'0'0'699'0'0,"0"0"-27"0"0,-12 27 4240 0 0,13 1-4218 0 0,1-1-1 0 0,1 0 1 0 0,2 0 0 0 0,1 0-1 0 0,11 33 1 0 0,22 74 573 0 0,-39-130-1249 0 0,0-4-56 0 0,0 0-36 0 0,-2-2-22 0 0,-6-5-7 0 0,1 0 0 0 0,0-1 0 0 0,1 0 0 0 0,-1 0-1 0 0,2-1 1 0 0,-9-15 0 0 0,-25-64-275 0 0,34 74 372 0 0,0-1 0 0 0,1 1 1 0 0,1-1-1 0 0,1 0 0 0 0,0 0 0 0 0,0-1 0 0 0,2 1 0 0 0,0 0 0 0 0,1 0 0 0 0,5-28 0 0 0,-5 36 27 0 0,0 0 0 0 0,1 1-1 0 0,0-1 1 0 0,1 1 0 0 0,-1-1-1 0 0,1 1 1 0 0,1 0-1 0 0,-1 0 1 0 0,1 0 0 0 0,0 1-1 0 0,0-1 1 0 0,1 1 0 0 0,-1 0-1 0 0,1 0 1 0 0,0 1-1 0 0,1-1 1 0 0,-1 1 0 0 0,1 0-1 0 0,0 0 1 0 0,0 1 0 0 0,0 0-1 0 0,0 0 1 0 0,0 0-1 0 0,1 1 1 0 0,0 0 0 0 0,6-1-1 0 0,-6 2-6 0 0,-1 0 0 0 0,1 1 0 0 0,-1 0 0 0 0,0 0 0 0 0,1 1-1 0 0,-1 0 1 0 0,0 0 0 0 0,1 0 0 0 0,-1 1 0 0 0,0 0 0 0 0,0 0 0 0 0,0 0-1 0 0,0 1 1 0 0,0 0 0 0 0,-1 0 0 0 0,0 0 0 0 0,7 6 0 0 0,-9-7-10 0 0,0 1 1 0 0,0-1-1 0 0,0 1 1 0 0,-1 0-1 0 0,1-1 1 0 0,-1 1-1 0 0,0 0 1 0 0,0 1-1 0 0,0-1 1 0 0,0 0 0 0 0,-1 0-1 0 0,1 1 1 0 0,-1-1-1 0 0,0 1 1 0 0,0-1-1 0 0,0 1 1 0 0,0 0-1 0 0,-1-1 1 0 0,0 1-1 0 0,1 0 1 0 0,-1 0 0 0 0,-1-1-1 0 0,1 1 1 0 0,0 0-1 0 0,-1-1 1 0 0,0 1-1 0 0,0 0 1 0 0,0-1-1 0 0,0 1 1 0 0,-4 6-1 0 0,1-3 21 0 0,-1 1 0 0 0,0-1 0 0 0,0 0 0 0 0,-1-1-1 0 0,0 1 1 0 0,0-1 0 0 0,-1 0 0 0 0,0 0 0 0 0,0-1 0 0 0,-9 5-1 0 0,-10 6 218 0 0,-43 17-1 0 0,68-32-233 0 0,1-1 16 0 0,0 0-6 0 0,0 0-8 0 0,56-2 32 0 0,-30 0-44 0 0,0 2-1 0 0,1 0 1 0 0,33 6 0 0 0,-53-5-1 0 0,-1 0 0 0 0,1 1 0 0 0,-1 0 0 0 0,1 0 0 0 0,-1 0 0 0 0,0 1 0 0 0,1 0 0 0 0,-2 0 0 0 0,1 1 0 0 0,0 0 0 0 0,-1 0 0 0 0,1 0 0 0 0,-1 0 0 0 0,0 1 1 0 0,-1 0-1 0 0,1 0 0 0 0,6 10 0 0 0,-9-12 0 0 0,-1 0-1 0 0,1 0 1 0 0,0 1 0 0 0,-1-1 0 0 0,0 1 0 0 0,0-1 0 0 0,0 1-1 0 0,0 0 1 0 0,-1-1 0 0 0,1 1 0 0 0,-1 0 0 0 0,0-1 0 0 0,0 1-1 0 0,0 0 1 0 0,-2 6 0 0 0,1-4 7 0 0,-1 0 0 0 0,0 1 0 0 0,0-1 1 0 0,-1 0-1 0 0,0-1 0 0 0,0 1 0 0 0,-1 0 0 0 0,-5 7 0 0 0,0-3 13 0 0,0 0 1 0 0,0 0-1 0 0,-1-1 0 0 0,-1 0 0 0 0,1-1 0 0 0,-1 0 0 0 0,-1-1 0 0 0,-14 7 0 0 0,20-10-41 0 0,-1-1 0 0 0,0-1 0 0 0,-1 0-1 0 0,1 0 1 0 0,0 0 0 0 0,-1-1-1 0 0,1 0 1 0 0,-1 0 0 0 0,1-1 0 0 0,-11 0-1 0 0,14-1-154 0 0,0 1 1 0 0,1-1-1 0 0,-1 0 0 0 0,0 0 0 0 0,1-1 0 0 0,-1 1 1 0 0,1-1-1 0 0,-1 0 0 0 0,-4-3 0 0 0,5 3-309 0 0,0 0 0 0 0,0-1-1 0 0,0 0 1 0 0,1 0 0 0 0,-1 1 0 0 0,1-2-1 0 0,0 1 1 0 0,0 0 0 0 0,0 0 0 0 0,-3-7-1 0 0,-1-9-2241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20.5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 0 396 0 0,'0'0'543'0'0,"0"0"-8"0"0,0 0-14 0 0,0 0-25 0 0,0 0-13 0 0,0 0-13 0 0,21 21 3369 0 0,-17-12-3469 0 0,0 0 1 0 0,-1 0 0 0 0,0 1-1 0 0,-1-1 1 0 0,0 1 0 0 0,-1 0 0 0 0,0-1-1 0 0,0 1 1 0 0,-2 19 0 0 0,-2 10 348 0 0,-8 42 0 0 0,3-13-68 0 0,3-1 0 0 0,4 1 0 0 0,7 86-1 0 0,-2-78-105 0 0,-4-44-297 0 0,-2 1-1 0 0,-1-1 1 0 0,-2 0 0 0 0,-9 34-1 0 0,4-21 178 0 0,-3 47 0 0 0,12-64-261 0 0,2 0-1 0 0,1 0 1 0 0,1 0 0 0 0,8 31 0 0 0,3 34 203 0 0,-13-72-104 0 0,0 0 0 0 0,-4 28 0 0 0,-1 13 115 0 0,4-62-393 0 0,0 0-16 0 0,0 0-47 0 0,0 0-35 0 0,0 0-40 0 0,0 0-75 0 0,0 0-74 0 0,1-2-95 0 0,1-4-80 0 0,0 0 0 0 0,-1 0 0 0 0,0-1 0 0 0,0 1 0 0 0,0-6 0 0 0,-3-21-8033 0 0,0 21 4386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22.2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79 2 56 0 0,'1'0'358'0'0,"0"-1"0"0"0,0 1 0 0 0,0 0-1 0 0,0 0 1 0 0,-1 0 0 0 0,1 0 0 0 0,0 0 0 0 0,0-1 0 0 0,0 2 0 0 0,0-1 0 0 0,0 0-1 0 0,0 0 1 0 0,0 0 0 0 0,-1 0 0 0 0,1 1 0 0 0,0-1 0 0 0,0 0 0 0 0,0 1-1 0 0,0-1 1 0 0,-1 0 0 0 0,2 2 0 0 0,22 14 1709 0 0,-4-1-885 0 0,5-4-230 0 0,-13-6-612 0 0,-1 1 0 0 0,-1 0-1 0 0,14 9 1 0 0,-18-11-176 0 0,1-1 0 0 0,-1 1 0 0 0,1-1 0 0 0,0-1 0 0 0,0 1 0 0 0,11 2-1 0 0,9 2 195 0 0,155 63 1668 0 0,8 20-856 0 0,-178-83-1104 0 0,0 0 0 0 0,0 1-1 0 0,-1 0 1 0 0,0 1 0 0 0,0 0-1 0 0,-1 1 1 0 0,9 11 0 0 0,-3-3-35 0 0,35 31 1 0 0,10 11 73 0 0,117 131 275 0 0,-172-186-350 0 0,-1 1 0 0 0,0 0 0 0 0,0 0-1 0 0,0 1 1 0 0,-1-1 0 0 0,0 1 0 0 0,5 10 0 0 0,-8-13-20 0 0,0-1 0 0 0,0 1 0 0 0,0-1 0 0 0,0 1 0 0 0,-1 0 1 0 0,1-1-1 0 0,-1 1 0 0 0,0 0 0 0 0,0-1 0 0 0,0 1 0 0 0,-1-1 0 0 0,1 1 0 0 0,-1 0 0 0 0,0-1 0 0 0,0 1 0 0 0,0-1 0 0 0,-3 6 0 0 0,-6 13 2 0 0,-2-1 0 0 0,0 0 0 0 0,-1 0-1 0 0,-22 25 1 0 0,14-21 19 0 0,15-16-26 0 0,-1-1 0 0 0,-1 1-1 0 0,1-2 1 0 0,-16 13 0 0 0,-17 9 93 0 0,23-15-77 0 0,-1-1-1 0 0,-1-1 1 0 0,-26 13-1 0 0,-2-3 54 0 0,-95 37 40 0 0,135-57-107 0 0,-3 1 6 0 0,0 1 0 0 0,0-1 1 0 0,0 2-1 0 0,0-1 0 0 0,-14 10 1 0 0,-18 3 93 0 0,6 0 58 0 0,29-12-134 0 0,-1-1-1 0 0,0-1 1 0 0,0 1-1 0 0,0-1 1 0 0,0-1-1 0 0,-12 3 1 0 0,0-1 48 0 0,0 1 0 0 0,0 1 1 0 0,1 0-1 0 0,0 2 0 0 0,-30 15 1 0 0,-49 37 219 0 0,94-58-295 0 0,-7 6 29 0 0,0-2-1 0 0,0 1 1 0 0,-1-2 0 0 0,0 0-1 0 0,-14 5 1 0 0,-4-8-21 0 0,27-2-71 0 0,0 0 1 0 0,-1 0-1 0 0,1 0 0 0 0,0 0 0 0 0,0 1 1 0 0,0-1-1 0 0,0 1 0 0 0,-6 2 0 0 0,-4 8-995 0 0,12-10 765 0 0,0 0 0 0 0,1 0 0 0 0,-1 0 1 0 0,0 0-1 0 0,1-1 0 0 0,-1 1 0 0 0,0 0 0 0 0,1 0 0 0 0,0 1 0 0 0,-1-1 1 0 0,1 0-1 0 0,-1 0 0 0 0,1 0 0 0 0,0 1 0 0 0,0-1-2634 0 0,0 0-1954 0 0,1 4 371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32.9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1469 388 0 0,'15'-30'5603'0'0,"-13"27"-5310"0"0,-1 0 1 0 0,1 0-1 0 0,0 0 1 0 0,0 0-1 0 0,0 1 0 0 0,0-1 1 0 0,0 0-1 0 0,1 1 1 0 0,-1-1-1 0 0,1 1 1 0 0,0 0-1 0 0,5-3 1 0 0,41-20 853 0 0,-23 13-631 0 0,12-5 170 0 0,75-24 0 0 0,-19 16 10 0 0,102-12 0 0 0,100-8 30 0 0,-24 1-594 0 0,-225 35-131 0 0,-31 5-2 0 0,1 1 0 0 0,-1 1 0 0 0,19-1 0 0 0,19 3 10 0 0,-18 2 11 0 0,1-3-1 0 0,0-1 1 0 0,56-10 0 0 0,-46 3-23 0 0,64-5 1 0 0,2 11 4 0 0,11 0 28 0 0,-117 3-23 0 0,1 0 1 0 0,-1 1 0 0 0,0 0 0 0 0,11 3-1 0 0,21 1 20 0 0,4-9-25 0 0,-1-3 1 0 0,0-1-1 0 0,47-17 0 0 0,-87 25-5 0 0,4-2 14 0 0,1 0 0 0 0,-1 0 0 0 0,0 0 0 0 0,1 1 0 0 0,-1 0-1 0 0,1 1 1 0 0,9-1 0 0 0,-15 2 7 0 0,37 3 166 0 0,-23-3-102 0 0,1-2-1 0 0,0 0 1 0 0,18-3 0 0 0,-33 3-33 0 0,-1 1 3 0 0,0 0-4 0 0,0 0 4 0 0,0 0-7 0 0,0 0-6 0 0,0 0 7 0 0,0 0-4 0 0,0 0-7 0 0,0 0 3 0 0,0 0 5 0 0,0 0-20 0 0,0 0 6 0 0,0 0-5 0 0,0 0-1 0 0,0 0-13 0 0,0 0 7 0 0,0 0-1 0 0,0 0 1 0 0,0 0 11 0 0,0 0-25 0 0,0 0 4 0 0,0 0-3 0 0,-19-12 4 0 0,17-1 1 0 0,1 0 0 0 0,0 0-1 0 0,1 0 1 0 0,1-1 0 0 0,3-22 0 0 0,-1 2-1 0 0,4-223 24 0 0,8 150-12 0 0,0 1-20 0 0,-10-22 45 0 0,5 58-33 0 0,-12 43 27 0 0,2 21-48 0 0,-1-1-1 0 0,1 1 0 0 0,0-1 0 0 0,0 0 1 0 0,2-9-1 0 0,-1 11-2 0 0,-1 1 0 0 0,0 0 1 0 0,0-1-1 0 0,-1 1 0 0 0,1 0 0 0 0,-1-1 1 0 0,0 1-1 0 0,0 0 0 0 0,0-1 0 0 0,-3-4 1 0 0,-1-8-80 0 0,4 16 75 0 0,-2-5-268 0 0,4 9 277 0 0,8 13-48 0 0,-7-15 54 0 0,-1 1-1 0 0,1-1 1 0 0,0 0-1 0 0,0 0 0 0 0,0 0 1 0 0,-1 0-1 0 0,1 0 0 0 0,0 0 1 0 0,0 0-1 0 0,0 0 0 0 0,0-1 1 0 0,1 1-1 0 0,-1-1 1 0 0,0 0-1 0 0,0 0 0 0 0,0 1 1 0 0,0-1-1 0 0,0 0 0 0 0,0-1 1 0 0,5 0-1 0 0,1 1 2 0 0,82-7-31 0 0,-63 3 114 0 0,1 2 0 0 0,43 2 0 0 0,-41 3-51 0 0,0-2 0 0 0,-1-1 0 0 0,1-1-1 0 0,0-2 1 0 0,29-6 0 0 0,65-8 54 0 0,-32 7-57 0 0,-22 3 12 0 0,-55 7-45 0 0,0-1 0 0 0,0 0 1 0 0,-1-2-1 0 0,1 0 0 0 0,0 0 0 0 0,22-9 1 0 0,-33 9 4 0 0,-3 3-3 0 0,27-2 12 0 0,88-15-23 0 0,-86 15 7 0 0,50 2 0 0 0,7-1-6 0 0,-52 2 67 0 0,-29 0-84 0 0,1-1 0 0 0,-1 0-1 0 0,1 0 1 0 0,0 0 0 0 0,11-3 0 0 0,-17 3-123 0 0,-1 0-102 0 0,0 0-177 0 0,0 0-266 0 0,0 0-492 0 0,0 0-1351 0 0,-4-1-1719 0 0,-13-3 327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38.3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474 130 652 0 0,'-1'-8'472'0'0,"-1"1"-1"0"0,0 0 1 0 0,0 1-1 0 0,0-1 1 0 0,-1 0 0 0 0,-1 1-1 0 0,1-1 1 0 0,-1 1-1 0 0,0 0 1 0 0,0 0 0 0 0,0 0-1 0 0,-1 1 1 0 0,0 0-1 0 0,0 0 1 0 0,-1 0 0 0 0,-7-5-1 0 0,9 7-371 0 0,-1 1-1 0 0,1-1 0 0 0,-1 1 1 0 0,0 0-1 0 0,0 0 1 0 0,0 1-1 0 0,0-1 1 0 0,0 1-1 0 0,0 0 1 0 0,0 0-1 0 0,0 1 0 0 0,-1 0 1 0 0,1 0-1 0 0,0 0 1 0 0,0 0-1 0 0,-1 1 1 0 0,1 0-1 0 0,0 0 1 0 0,0 0-1 0 0,0 1 0 0 0,0 0 1 0 0,-9 4-1 0 0,-15 12 15 0 0,0 0 1 0 0,1 2-1 0 0,1 1 0 0 0,1 1 0 0 0,-30 32 0 0 0,49-47-89 0 0,1 0 0 0 0,0 0 0 0 0,1 0 0 0 0,-1 1-1 0 0,1 0 1 0 0,1 0 0 0 0,-6 13 0 0 0,9-18-19 0 0,0 0-1 0 0,0 0 1 0 0,0 0 0 0 0,0 0-1 0 0,1-1 1 0 0,0 1 0 0 0,-1 0-1 0 0,1 0 1 0 0,0 0 0 0 0,0 0-1 0 0,1 0 1 0 0,-1 0 0 0 0,1 0-1 0 0,-1 0 1 0 0,1 0 0 0 0,0 0-1 0 0,0 0 1 0 0,0-1 0 0 0,1 1-1 0 0,-1 0 1 0 0,0-1 0 0 0,1 1-1 0 0,0-1 1 0 0,0 0 0 0 0,0 1-1 0 0,3 2 1 0 0,7 4 5 0 0,0 0 0 0 0,0 0-1 0 0,1-2 1 0 0,1 1 0 0 0,-1-2 0 0 0,16 6-1 0 0,26 14-2 0 0,-29-12-72 0 0,0 1 0 0 0,-1 1 1 0 0,-1 2-1 0 0,44 40 1 0 0,-60-50 25 0 0,-1-1 0 0 0,0 1 0 0 0,0 1 0 0 0,-1-1 1 0 0,0 1-1 0 0,-1 0 0 0 0,0 1 0 0 0,-1-1 1 0 0,1 1-1 0 0,-2 0 0 0 0,0 0 0 0 0,0 0 1 0 0,0 0-1 0 0,-1 1 0 0 0,-1-1 0 0 0,0 1 0 0 0,0 16 1 0 0,-2-20 46 0 0,-1 0 0 0 0,1 0 1 0 0,-1 0-1 0 0,0-1 0 0 0,-1 1 1 0 0,0-1-1 0 0,0 1 0 0 0,0-1 1 0 0,0 0-1 0 0,-1 0 0 0 0,0-1 1 0 0,-1 1-1 0 0,1-1 0 0 0,-1 0 1 0 0,0 0-1 0 0,0 0 0 0 0,-1-1 1 0 0,1 1-1 0 0,-1-1 0 0 0,-6 3 1 0 0,-4 2 20 0 0,-1-1 0 0 0,1 0 0 0 0,-1-1 0 0 0,-1-1 0 0 0,1 0 0 0 0,-26 4 0 0 0,27-8-77 0 0,-1 1 0 0 0,1-2 0 0 0,0 0-1 0 0,-1-1 1 0 0,1-1 0 0 0,-33-5 0 0 0,45 6-28 0 0,0-1 1 0 0,0 0 0 0 0,0 0 0 0 0,0-1 0 0 0,0 1 0 0 0,0-1 0 0 0,0 0 0 0 0,0 0 0 0 0,1 0 0 0 0,-1 0 0 0 0,1 0 0 0 0,0-1-1 0 0,-1 0 1 0 0,1 0 0 0 0,0 0 0 0 0,1 0 0 0 0,-1 0 0 0 0,0 0 0 0 0,1-1 0 0 0,0 1 0 0 0,0-1 0 0 0,0 0 0 0 0,0 0 0 0 0,1 1-1 0 0,-1-1 1 0 0,1 0 0 0 0,0-1 0 0 0,0 1 0 0 0,0 0 0 0 0,1 0 0 0 0,0 0 0 0 0,0-7 0 0 0,0 3-315 0 0,1 0 1 0 0,1 1-1 0 0,-1-1 1 0 0,1 1-1 0 0,1-1 1 0 0,0 1-1 0 0,0 0 1 0 0,0 0-1 0 0,0 0 1 0 0,1 0-1 0 0,1 0 1 0 0,4-5-1 0 0,13-11-1669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38.8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127 65 240 0 0,'-3'-2'308'0'0,"1"1"-1"0"0,-1-1 1 0 0,0 1-1 0 0,0-1 1 0 0,-1 1-1 0 0,1 0 1 0 0,0 0 0 0 0,0 1-1 0 0,0-1 1 0 0,-1 1-1 0 0,1-1 1 0 0,0 1-1 0 0,-1 0 1 0 0,1 0 0 0 0,0 1-1 0 0,-1-1 1 0 0,1 1-1 0 0,0 0 1 0 0,0-1-1 0 0,-1 1 1 0 0,1 1 0 0 0,-4 1-1 0 0,3-1-180 0 0,1 1 1 0 0,0 0-1 0 0,-1 0 0 0 0,1 0 0 0 0,1 0 0 0 0,-1 1 1 0 0,0-1-1 0 0,1 1 0 0 0,-1 0 0 0 0,1-1 1 0 0,0 1-1 0 0,1 0 0 0 0,-1 0 0 0 0,0 0 0 0 0,1 1 1 0 0,-1 6-1 0 0,-1 1 75 0 0,1 1 0 0 0,1 0 0 0 0,0-1 0 0 0,1 1 1 0 0,0 0-1 0 0,1-1 0 0 0,4 22 0 0 0,-4-26-120 0 0,1 0 0 0 0,0-1 0 0 0,1 1-1 0 0,0-1 1 0 0,0 0 0 0 0,1 0 0 0 0,0 0 0 0 0,0 0 0 0 0,0-1-1 0 0,1 1 1 0 0,0-1 0 0 0,0 0 0 0 0,8 6 0 0 0,-11-10-69 0 0,-1-1 0 0 0,1 1 1 0 0,0-1-1 0 0,0 0 0 0 0,-1 0 0 0 0,1 0 1 0 0,0 0-1 0 0,0 0 0 0 0,0 0 1 0 0,0-1-1 0 0,0 1 0 0 0,1-1 0 0 0,-1 1 1 0 0,0-1-1 0 0,0 0 0 0 0,0 0 0 0 0,0 0 1 0 0,0 0-1 0 0,1 0 0 0 0,-1 0 1 0 0,0-1-1 0 0,0 1 0 0 0,0-1 0 0 0,0 1 1 0 0,0-1-1 0 0,0 0 0 0 0,0 0 0 0 0,0 0 1 0 0,0 0-1 0 0,0 0 0 0 0,0 0 1 0 0,-1 0-1 0 0,1-1 0 0 0,-1 1 0 0 0,1-1 1 0 0,-1 1-1 0 0,1-1 0 0 0,-1 0 0 0 0,0 1 1 0 0,3-5-1 0 0,0 0-15 0 0,-1 0-1 0 0,1 0 1 0 0,-1 0-1 0 0,0 0 1 0 0,-1-1 0 0 0,1 1-1 0 0,-1-1 1 0 0,-1 0-1 0 0,1 1 1 0 0,-1-1 0 0 0,0-11-1 0 0,-2 6-57 0 0,0-1 0 0 0,-1 1-1 0 0,-1 0 1 0 0,0 0 0 0 0,-1 0-1 0 0,0 1 1 0 0,0-1 0 0 0,-2 1-1 0 0,-6-13 1 0 0,-3 1-376 0 0,0 1 1 0 0,-1 1-1 0 0,-22-22 0 0 0,38 43 389 0 0,1 0 0 0 0,-1 0 0 0 0,0 0 0 0 0,1 0-1 0 0,-1 0 1 0 0,0 0 0 0 0,0 0 0 0 0,1 0 0 0 0,-1 0 0 0 0,0 0 0 0 0,1 0 0 0 0,-1 0 0 0 0,0 0 0 0 0,0 0-1 0 0,1 0 1 0 0,-1 0 0 0 0,0 0 0 0 0,1 0 0 0 0,-1 0 0 0 0,0 0 0 0 0,0-1 0 0 0,1 1 0 0 0,-1 0 0 0 0,0 0-1 0 0,0 0 1 0 0,0 0 0 0 0,1-1 0 0 0,-1 1 0 0 0,0 0 0 0 0,0 0 0 0 0,0-1 0 0 0,1 1 0 0 0,-1 0 0 0 0,0 0-1 0 0,0-1 1 0 0,0 1 0 0 0,0 0 0 0 0,0 0 0 0 0,0-1 0 0 0,1 1 0 0 0,-1 0 0 0 0,0 0 0 0 0,0-1 0 0 0,0 1-1 0 0,0 0 1 0 0,0-1 0 0 0,0 1 0 0 0,0 0 0 0 0,0-1 0 0 0,0 1 0 0 0,-1 0 0 0 0,1 0 0 0 0,0-1-1 0 0,0 1 1 0 0,0 0 0 0 0,0 0 0 0 0,0-1 0 0 0,0 1 0 0 0,-1 0 0 0 0,1 0 0 0 0,0-1 0 0 0,0 1 0 0 0,0 0-1 0 0,0 0 1 0 0,-1-1 0 0 0,25 5-3480 0 0,-9 1 1402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39.4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11 472 0 0,'-5'-10'5319'0'0,"5"22"-2999"0"0,1 1-2532 0 0,1 61 1364 0 0,-2-35-280 0 0,9 63 0 0 0,-8-91-718 0 0,1-1 1 0 0,1 0-1 0 0,0 0 0 0 0,0-1 1 0 0,1 1-1 0 0,0-1 1 0 0,0 0-1 0 0,1 0 1 0 0,0 0-1 0 0,1 0 0 0 0,7 8 1 0 0,-12-16-139 0 0,0 0 0 0 0,0 0 0 0 0,0 0 0 0 0,0 0 0 0 0,0 0 0 0 0,0 0 0 0 0,0-1 0 0 0,0 1 0 0 0,0 0 0 0 0,0-1 0 0 0,0 1 0 0 0,0-1 0 0 0,0 1 0 0 0,0-1 0 0 0,1 0 0 0 0,-1 1 0 0 0,0-1 0 0 0,0 0 0 0 0,1 0 0 0 0,-1 0 0 0 0,0 0 0 0 0,0 0 0 0 0,1 0 0 0 0,-1 0 0 0 0,0 0 0 0 0,2-1 0 0 0,-1 0-19 0 0,1 0 0 0 0,-1 0 0 0 0,1-1 0 0 0,-1 1 0 0 0,0-1 0 0 0,0 0 0 0 0,0 0 0 0 0,0 0 0 0 0,0 0 0 0 0,0 0 0 0 0,2-3 0 0 0,2-5-108 0 0,0 1-1 0 0,0-1 1 0 0,-1 0 0 0 0,-1 0-1 0 0,4-13 1 0 0,-3 3-187 0 0,-1-1 1 0 0,-2 0 0 0 0,0 0-1 0 0,-1 0 1 0 0,-2-37 0 0 0,-1 1-335 0 0,2 57 584 0 0,0 0 18 0 0,1 3 17 0 0,13 50 338 0 0,2-1 0 0 0,36 79 0 0 0,-49-125-282 0 0,0 1-1 0 0,1-1 1 0 0,0 0 0 0 0,0-1-1 0 0,8 9 1 0 0,-10-12-96 0 0,-1 0 1 0 0,1-1 0 0 0,0 1 0 0 0,0 0 0 0 0,0-1 0 0 0,-1 0 0 0 0,1 1 0 0 0,0-1 0 0 0,1 0 0 0 0,-1 0-1 0 0,0 0 1 0 0,0 0 0 0 0,0-1 0 0 0,1 1 0 0 0,-1 0 0 0 0,0-1 0 0 0,1 0 0 0 0,-1 1 0 0 0,3-1 0 0 0,-3-1-205 0 0,0 0 1 0 0,-1-1 0 0 0,1 1 0 0 0,-1 0 0 0 0,0 0 0 0 0,1-1 0 0 0,-1 1 0 0 0,0-1 0 0 0,0 0-1 0 0,0 1 1 0 0,0-1 0 0 0,0 0 0 0 0,0 1 0 0 0,0-1 0 0 0,0 0 0 0 0,-1 0 0 0 0,1 0 0 0 0,-1 0-1 0 0,1 1 1 0 0,-1-1 0 0 0,0-3 0 0 0,2-9-2231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39.6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16 228 0 0,'-5'-1'940'0'0,"6"0"1971"0"0,4-2-2565 0 0,0 1 0 0 0,1 0 0 0 0,-1 1-1 0 0,1-1 1 0 0,-1 1 0 0 0,1 0 0 0 0,11 0 0 0 0,50 2 961 0 0,-14-1-607 0 0,25-1-2165 0 0,-71 5 193 0 0,-6-3-1687 0 0,-1-1 1182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40.0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0 332 0 0,'-1'4'501'0'0,"1"1"-1"0"0,0-1 0 0 0,1 0 1 0 0,-1 0-1 0 0,1 0 1 0 0,0 0-1 0 0,0 0 1 0 0,0-1-1 0 0,0 1 1 0 0,1 0-1 0 0,2 4 1 0 0,2 10 333 0 0,3 25 795 0 0,7 87 0 0 0,-1-2-1608 0 0,-11-112-1588 0 0,0-7-2405 0 0,-2-4 1208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45.6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44 8 0 0,'-19'12'8434'0'0,"25"-9"-8215"0"0,1-1 0 0 0,0 0-1 0 0,0 0 1 0 0,0-1 0 0 0,1 0 0 0 0,-1 0 0 0 0,14-1-1 0 0,58-7 427 0 0,-4 0-134 0 0,10 6-215 0 0,-11 0-17 0 0,95 9 0 0 0,-126-4-196 0 0,1-3-1 0 0,63-6 1 0 0,22 0 20 0 0,44-1-7 0 0,-61 1-37 0 0,237-2 56 0 0,-180 8-61 0 0,-52 1-22 0 0,-29-1 323 0 0,-87-1-218 0 0,2 0 39 0 0,-1 1 1 0 0,1-1 0 0 0,-1 0-1 0 0,1 0 1 0 0,-1 0 0 0 0,1 0 0 0 0,-1-1-1 0 0,0 1 1 0 0,1-1 0 0 0,2 0 0 0 0,-2 0-387 0 0,184-36 540 0 0,-186 37-443 0 0,-1 0-66 0 0,0 0-113 0 0,0 0-158 0 0,0 0-236 0 0,-5 1-451 0 0,0 1 693 0 0,-34 8-5333 0 0,19-7 2182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27.5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404 73 332 0 0,'-5'-6'328'0'0,"0"0"-1"0"0,0 1 1 0 0,0-1-1 0 0,-1 1 1 0 0,0 0-1 0 0,0 1 1 0 0,0-1 0 0 0,0 1-1 0 0,-1 0 1 0 0,0 1-1 0 0,0 0 1 0 0,0 0-1 0 0,0 0 1 0 0,0 1-1 0 0,0 0 1 0 0,-1 0 0 0 0,-14-1-1 0 0,16 2-194 0 0,0 1 1 0 0,0-1-1 0 0,0 1 0 0 0,0 0 0 0 0,0 1 1 0 0,0-1-1 0 0,0 1 0 0 0,0 0 1 0 0,0 1-1 0 0,0-1 0 0 0,0 1 0 0 0,0 1 1 0 0,1-1-1 0 0,-1 1 0 0 0,1 0 1 0 0,-1 0-1 0 0,1 0 0 0 0,0 1 0 0 0,0-1 1 0 0,1 2-1 0 0,-1-1 0 0 0,-5 7 1 0 0,2 2-87 0 0,0 0 1 0 0,0 1-1 0 0,2 0 1 0 0,0 0-1 0 0,0 0 1 0 0,1 1 0 0 0,1 0-1 0 0,1 0 1 0 0,0 0-1 0 0,0 0 1 0 0,2 0-1 0 0,0 1 1 0 0,1-1 0 0 0,0 0-1 0 0,1 1 1 0 0,1-1-1 0 0,1 0 1 0 0,0 0-1 0 0,1 0 1 0 0,0 0 0 0 0,1 0-1 0 0,1-1 1 0 0,0 0-1 0 0,13 21 1 0 0,-2-9-87 0 0,2 0 0 0 0,0-2 0 0 0,1 0-1 0 0,1-1 1 0 0,2-1 0 0 0,47 36 0 0 0,-46-41-115 0 0,-1 1 0 0 0,-1 1-1 0 0,0 1 1 0 0,-2 1 0 0 0,0 1 0 0 0,19 28 0 0 0,-37-47 131 0 0,1 1 1 0 0,-1 0 0 0 0,-1-1 0 0 0,1 1 0 0 0,0 0 0 0 0,-1 0 0 0 0,0 0 0 0 0,0 1 0 0 0,0-1 0 0 0,-1 0 0 0 0,1 0 0 0 0,-1 0-1 0 0,0 1 1 0 0,0-1 0 0 0,0 0 0 0 0,-1 0 0 0 0,-1 7 0 0 0,0-5 20 0 0,0 1 1 0 0,-1-1-1 0 0,0 0 0 0 0,0 0 0 0 0,-1 0 1 0 0,0 0-1 0 0,0-1 0 0 0,0 1 0 0 0,0-1 1 0 0,-7 5-1 0 0,-2 2 41 0 0,0-2 1 0 0,-1 1-1 0 0,0-1 1 0 0,-1-1-1 0 0,0-1 1 0 0,-1 0-1 0 0,-29 10 1 0 0,31-14-28 0 0,0 0 0 0 0,0-1 0 0 0,0 0 0 0 0,0-2 0 0 0,-1 1 0 0 0,1-2 0 0 0,-1 0 0 0 0,1 0 0 0 0,0-2 0 0 0,-20-3 0 0 0,27 3-99 0 0,0 0 0 0 0,0 0 0 0 0,0-1 1 0 0,0 0-1 0 0,0 0 0 0 0,0 0 0 0 0,1-1 0 0 0,0 0 0 0 0,0-1 1 0 0,0 1-1 0 0,0-1 0 0 0,1 0 0 0 0,0-1 0 0 0,0 1 0 0 0,0-1 1 0 0,0 0-1 0 0,1 0 0 0 0,0-1 0 0 0,1 1 0 0 0,-1-1 0 0 0,-3-10 1 0 0,4 7-631 0 0,0 0 0 0 0,1 0 0 0 0,0-1 1 0 0,-1-15-1 0 0,2-13-1346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28.2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136 53 324 0 0,'0'0'794'0'0,"0"-5"413"0"0,-2 6 4205 0 0,-8 16-5145 0 0,0 0 1 0 0,0 1-1 0 0,2 0 0 0 0,0 0 0 0 0,1 1 0 0 0,-5 22 0 0 0,4-16-73 0 0,-9 24 85 0 0,6-18 29 0 0,1 0 1 0 0,1 1-1 0 0,-5 38 1 0 0,62-222-63 0 0,-33 93-567 0 0,-2 8-168 0 0,28-74 1 0 0,-39 121 459 0 0,-1 1 0 0 0,0-1-1 0 0,1 1 1 0 0,0-1 0 0 0,0 1 0 0 0,0 0-1 0 0,0 0 1 0 0,0 0 0 0 0,1 0-1 0 0,-1 0 1 0 0,1 0 0 0 0,0 1 0 0 0,6-5-1 0 0,-8 8 28 0 0,1-1 0 0 0,-1 1 0 0 0,0 0 0 0 0,0 0 0 0 0,1-1 0 0 0,-1 1 0 0 0,0 0 0 0 0,0 0 0 0 0,0 0 0 0 0,0 0 0 0 0,0 1-1 0 0,1 1 1 0 0,-1-3 1 0 0,11 17 17 0 0,0-1 0 0 0,-1 2-1 0 0,0-1 1 0 0,-2 2 0 0 0,0-1 0 0 0,6 21-1 0 0,-2-7 6 0 0,14 27 57 0 0,63 102 0 0 0,-89-160-125 0 0,1 2-110 0 0,0 0 0 0 0,0 0 0 0 0,-1 0 1 0 0,1 0-1 0 0,0 1 0 0 0,-1-1 0 0 0,0 0 1 0 0,0 1-1 0 0,0-1 0 0 0,1 6 0 0 0,-38-16-4664 0 0,22 4 2843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28.5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44 72 0 0,'0'0'564'0'0,"0"0"-28"0"0,0 0-12 0 0,0 0-12 0 0,31-6-72 0 0,-15 3-16 0 0,8-1-20 0 0,1 1-68 0 0,12-6-48 0 0,-2 5-144 0 0,5-2-212 0 0,-6-1-264 0 0,-10 6-312 0 0,0 1-692 0 0,-3 0 308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29.3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8 36 0 0,'-13'-5'4922'0'0,"21"9"-4801"0"0,-1-1 0 0 0,1 0-1 0 0,-1 0 1 0 0,1-1 0 0 0,0 0 0 0 0,0 0 0 0 0,0-1 0 0 0,1 0 0 0 0,-1 0 0 0 0,9-1 0 0 0,90-6 307 0 0,-95 5-374 0 0,20-2 19 0 0,49-6 45 0 0,2 4 0 0 0,135 8 0 0 0,-183 0-372 0 0,4 1-1033 0 0,-1 1 1 0 0,41 12-1 0 0,-54-10-448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32.9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427 128 520 0 0,'-2'-7'527'0'0,"0"1"1"0"0,-1-1-1 0 0,0 1 0 0 0,0 0 1 0 0,0 0-1 0 0,-1 0 0 0 0,0 0 1 0 0,-5-5-1 0 0,3 4 46 0 0,3 2-346 0 0,-1 0 1 0 0,1 1-1 0 0,-2 0 1 0 0,1 0-1 0 0,0 0 1 0 0,-1 0-1 0 0,1 1 1 0 0,-1 0-1 0 0,0 0 1 0 0,0 0-1 0 0,0 0 1 0 0,-1 1 0 0 0,-9-3-1 0 0,6 3-80 0 0,-1 0 1 0 0,1 0-1 0 0,0 2 0 0 0,-1-1 0 0 0,1 1 0 0 0,0 0 1 0 0,-1 1-1 0 0,-9 1 0 0 0,3 2-94 0 0,-1 0 0 0 0,1 1 0 0 0,-1 0 0 0 0,1 1 0 0 0,1 1 0 0 0,-1 1 0 0 0,1 0-1 0 0,1 1 1 0 0,-15 11 0 0 0,25-17-44 0 0,-1 1 0 0 0,1-1 0 0 0,0 1 0 0 0,1 0 0 0 0,-1 0 0 0 0,1 1-1 0 0,-1-1 1 0 0,1 1 0 0 0,0-1 0 0 0,1 1 0 0 0,-1 0 0 0 0,1 0 0 0 0,-2 7 0 0 0,4-8-8 0 0,-1-1 1 0 0,1 1-1 0 0,0-1 1 0 0,0 1-1 0 0,0 0 1 0 0,0-1-1 0 0,1 1 1 0 0,-1-1 0 0 0,1 1-1 0 0,0-1 1 0 0,0 0-1 0 0,1 1 1 0 0,-1-1-1 0 0,1 0 1 0 0,-1 0 0 0 0,1 1-1 0 0,0-2 1 0 0,0 1-1 0 0,0 0 1 0 0,1 0-1 0 0,3 3 1 0 0,45 43-17 0 0,60 46 0 0 0,38 34-237 0 0,-128-109 133 0 0,-1 1-1 0 0,-1 1 1 0 0,-2 1 0 0 0,26 40 0 0 0,-39-55 87 0 0,0 0 1 0 0,0 0-1 0 0,-1 0 1 0 0,0 1-1 0 0,0-1 1 0 0,-1 1-1 0 0,0-1 1 0 0,-1 1-1 0 0,0 0 1 0 0,0 0-1 0 0,-1 0 1 0 0,0-1-1 0 0,0 1 1 0 0,-1 0-1 0 0,-1 0 1 0 0,1 0-1 0 0,-1-1 1 0 0,-1 1-1 0 0,-4 12 1 0 0,2-12 24 0 0,1 0 0 0 0,-1 0 0 0 0,-1-1 0 0 0,0 1 0 0 0,0-1 0 0 0,-1 0 0 0 0,0-1 0 0 0,0 0 0 0 0,0 0 0 0 0,-1 0 0 0 0,0-1 0 0 0,-1 0 0 0 0,-17 9 0 0 0,13-9-24 0 0,-1-1-1 0 0,1 0 0 0 0,-1 0 0 0 0,0-1 1 0 0,-1-1-1 0 0,1 0 0 0 0,-1-2 1 0 0,1 1-1 0 0,-22-2 0 0 0,31 0-33 0 0,0 0 0 0 0,0 0 1 0 0,0-1-1 0 0,-1 0 0 0 0,1 0 0 0 0,0-1 0 0 0,0 1 0 0 0,1-1 0 0 0,-1 0 0 0 0,0 0 1 0 0,1-1-1 0 0,-1 1 0 0 0,1-1 0 0 0,-1 0 0 0 0,1-1 0 0 0,0 1 0 0 0,1 0 0 0 0,-1-1 0 0 0,-3-4 1 0 0,3 1-316 0 0,-1 0 1 0 0,2 1-1 0 0,-1-2 1 0 0,1 1 0 0 0,0 0-1 0 0,0-1 1 0 0,1 1-1 0 0,0-1 1 0 0,1 0-1 0 0,-1 0 1 0 0,1-14 0 0 0,1-9-1461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33.8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63 87 152 0 0,'0'0'546'0'0,"0"0"-48"0"0,0 0-41 0 0,0 0-14 0 0,0 0-53 0 0,0 0-40 0 0,0 0-29 0 0,-5 10 462 0 0,10 18-158 0 0,0 13 40 0 0,3 1 0 0 0,1-1 0 0 0,24 64 0 0 0,-27-86-496 0 0,-5-15-94 0 0,1 1 1 0 0,0 0 0 0 0,-1 0 0 0 0,2-1 0 0 0,-1 1 0 0 0,4 4 0 0 0,-6-8 28 0 0,0-1-16 0 0,0 0-23 0 0,0 0-19 0 0,-3-2-25 0 0,-8-5-49 0 0,1-1 1 0 0,0 1-1 0 0,1-2 1 0 0,0 1 0 0 0,0-1-1 0 0,1-1 1 0 0,0 0-1 0 0,1 0 1 0 0,0 0-1 0 0,0-1 1 0 0,1 0-1 0 0,0 0 1 0 0,1-1-1 0 0,-3-12 1 0 0,4 13 7 0 0,0 0-1 0 0,2-1 1 0 0,-1 1-1 0 0,1-1 1 0 0,1 0-1 0 0,0 0 1 0 0,1 0-1 0 0,0 1 1 0 0,1-1-1 0 0,0 0 1 0 0,1 0-1 0 0,0 1 1 0 0,1-1-1 0 0,0 1 1 0 0,7-17-1 0 0,-9 25 28 0 0,1 0 0 0 0,0 0 0 0 0,0 0 0 0 0,0 0 0 0 0,0 0 0 0 0,0 0 0 0 0,0 0 0 0 0,1 1 0 0 0,0-1 0 0 0,-1 1 0 0 0,1 0 0 0 0,0 0 0 0 0,0 0 0 0 0,0 0 0 0 0,0 0 0 0 0,0 1-1 0 0,1-1 1 0 0,-1 1 0 0 0,4-1 0 0 0,-1 1 2 0 0,-1 0 0 0 0,0 1 0 0 0,1-1 0 0 0,-1 1 0 0 0,1 0 0 0 0,-1 1 0 0 0,0 0 0 0 0,1-1 0 0 0,-1 2 0 0 0,0-1 0 0 0,9 4-1 0 0,-6-2 2 0 0,0 0 0 0 0,-1 1-1 0 0,1 0 1 0 0,-1 0-1 0 0,0 1 1 0 0,0 0-1 0 0,-1 0 1 0 0,0 0-1 0 0,1 1 1 0 0,-2 0-1 0 0,1 0 1 0 0,-1 1-1 0 0,0-1 1 0 0,0 1-1 0 0,-1 1 1 0 0,5 8-1 0 0,-9-14 0 0 0,1 1-1 0 0,-1-1 0 0 0,1 1 0 0 0,-1 0 1 0 0,0-1-1 0 0,0 1 0 0 0,0-1 0 0 0,0 1 1 0 0,0 0-1 0 0,-1-1 0 0 0,1 1 0 0 0,-1-1 1 0 0,0 1-1 0 0,0-1 0 0 0,0 1 0 0 0,0-1 1 0 0,0 0-1 0 0,0 1 0 0 0,-1-1 0 0 0,1 0 1 0 0,-1 0-1 0 0,1 0 0 0 0,-1 0 0 0 0,0 0 1 0 0,0 0-1 0 0,0-1 0 0 0,0 1 0 0 0,0 0 0 0 0,0-1 1 0 0,0 0-1 0 0,-1 1 0 0 0,-2 0 0 0 0,-8 4 111 0 0,1 0 0 0 0,-1-1-1 0 0,0-1 1 0 0,-22 5-1 0 0,91-29-46 0 0,-37 17-77 0 0,0 0 0 0 0,0 2 0 0 0,33 0 0 0 0,-47 1 3 0 0,0 0 1 0 0,0 1-1 0 0,0-1 0 0 0,-1 1 0 0 0,1 0 1 0 0,0 1-1 0 0,0-1 0 0 0,0 1 0 0 0,-1 0 1 0 0,1 0-1 0 0,-1 1 0 0 0,0-1 1 0 0,1 1-1 0 0,-1 0 0 0 0,0 0 0 0 0,-1 0 1 0 0,1 0-1 0 0,0 1 0 0 0,4 6 0 0 0,-7-7 5 0 0,0-1-1 0 0,0 1 1 0 0,0 0-1 0 0,0 0 0 0 0,-1-1 1 0 0,1 1-1 0 0,-1 0 0 0 0,0 0 1 0 0,0 0-1 0 0,0 0 0 0 0,0 0 1 0 0,0 0-1 0 0,-1-1 0 0 0,1 1 1 0 0,-1 0-1 0 0,0 0 0 0 0,0 0 1 0 0,0-1-1 0 0,0 1 0 0 0,0 0 1 0 0,-4 4-1 0 0,-1 3 13 0 0,-1 1 0 0 0,0-1 0 0 0,-13 15 0 0 0,12-17 4 0 0,-1 0 0 0 0,1-1 0 0 0,-1 0 0 0 0,-1 0 0 0 0,1-1 0 0 0,-1 0 0 0 0,-16 7 0 0 0,20-11-65 0 0,0 1 1 0 0,0-1-1 0 0,-1 0 0 0 0,1 0 1 0 0,0-1-1 0 0,-1 0 0 0 0,1 0 0 0 0,-1-1 1 0 0,1 0-1 0 0,-1 0 0 0 0,1 0 1 0 0,-1-1-1 0 0,1 1 0 0 0,-11-4 0 0 0,15 3-158 0 0,0 0 0 0 0,0-1 0 0 0,0 1 0 0 0,0 0 0 0 0,0 0 0 0 0,0-1 0 0 0,0 1 0 0 0,1-1 0 0 0,-1 0 0 0 0,1 0 0 0 0,-1 1 0 0 0,1-1-1 0 0,0 0 1 0 0,0 0 0 0 0,0 0 0 0 0,0 0 0 0 0,0 0 0 0 0,0 0 0 0 0,0-1 0 0 0,1 1 0 0 0,-1 0 0 0 0,0-4 0 0 0,1-9-1868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34.6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1 424 0 0,'0'0'453'0'0,"0"0"-34"0"0,0 0-43 0 0,2 0 2406 0 0,11 2-2666 0 0,193 1 1142 0 0,23 2-936 0 0,-111-2-167 0 0,-64-3-1123 0 0,106 14-1 0 0,-144-10-685 0 0,-2-1 128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43.0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65 24 0 0,'0'0'501'0'0,"0"0"15"0"0,0 0-5 0 0,0 0-8 0 0,0 0-25 0 0,0 0-21 0 0,0 0-17 0 0,0 0-22 0 0,0 0-34 0 0,0 0-18 0 0,0 0-34 0 0,0 0-36 0 0,0 0-22 0 0,0 0-27 0 0,0 0-26 0 0,0 0-11 0 0,0 0-16 0 0,0 0-20 0 0,0 0 0 0 0,16-3 459 0 0,253-30 1483 0 0,-47 23-1488 0 0,-148 8-489 0 0,222-8 145 0 0,-73 9-201 0 0,-114 2-55 0 0,4 5-3 0 0,-80-3-15 0 0,1-1 1 0 0,-1-1-1 0 0,0-2 0 0 0,60-10 0 0 0,-75 8-5 0 0,0 2 1 0 0,-1-1-1 0 0,1 2 0 0 0,34 3 1 0 0,7 0 12 0 0,3 10-1358 0 0,-81 1-3802 0 0,6-6 2736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44.1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20 288 0 0,'21'-13'2878'0'0,"-15"12"-2330"0"0,0 0-1 0 0,-1 1 1 0 0,1 0-1 0 0,0 0 1 0 0,10 2-1 0 0,-6-1-169 0 0,12 0 439 0 0,0-1 0 0 0,36-4-1 0 0,-39 1-496 0 0,0 2-1 0 0,1 0 1 0 0,30 3-1 0 0,110 7 1218 0 0,-12-2-917 0 0,173 23-5 0 0,-158-16-433 0 0,-87-4-47 0 0,121 33 1 0 0,-134-27-83 0 0,-11-7 3 0 0,0-3 0 0 0,1-1 0 0 0,0-3 1 0 0,59-5-1 0 0,95 4-3 0 0,-178 1 18 0 0,1-1 0 0 0,0-1 0 0 0,-1-2 0 0 0,1 0 0 0 0,57-14 0 0 0,-75 13 414 0 0,-5 2-2699 0 0,-6 0-4433 0 0,-22 1 3148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47.7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115 13 480 0 0,'0'0'595'0'0,"2"-10"3948"0"0,0 7-918 0 0,0 20-3346 0 0,0 0 0 0 0,-1 0 1 0 0,-1-1-1 0 0,-1 1 0 0 0,-4 30 0 0 0,-1 9 96 0 0,-23 215 790 0 0,12 14-380 0 0,8-115-415 0 0,-18 36 4 0 0,-1 28 135 0 0,27-219-456 0 0,1 1-1 0 0,0-1 1 0 0,1 0-1 0 0,1 1 1 0 0,0-1-1 0 0,2 0 1 0 0,-1 0-1 0 0,2-1 1 0 0,10 27-1 0 0,-6-31-790 0 0,-8-17-1418 0 0,-6-23-4561 0 0,2 20 3675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49.4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1 100 0 0,'3'0'390'0'0,"0"0"-1"0"0,1 0 1 0 0,-1 0-1 0 0,0 0 1 0 0,0 0-1 0 0,0 1 1 0 0,1 0 0 0 0,-1 0-1 0 0,0 0 1 0 0,0 0-1 0 0,0 0 1 0 0,0 0 0 0 0,-1 1-1 0 0,1-1 1 0 0,4 4-1 0 0,12 4 670 0 0,74 32 1442 0 0,-57-24-1634 0 0,43 14 1 0 0,-48-22-595 0 0,9 3 23 0 0,-1 1 1 0 0,0 2-1 0 0,42 23 0 0 0,-24-2 72 0 0,-25-16-40 0 0,56 27 1 0 0,-64-37-223 0 0,0 2 0 0 0,-1 0 0 0 0,0 1 1 0 0,-1 1-1 0 0,-1 1 0 0 0,0 2 0 0 0,-1 0 1 0 0,-1 0-1 0 0,-1 2 0 0 0,24 30 0 0 0,-13-10 138 0 0,-4-8-132 0 0,-1 1-1 0 0,-2 1 1 0 0,-1 1 0 0 0,-2 1 0 0 0,16 42 0 0 0,-30-63-90 0 0,-1 1 0 0 0,0 0 0 0 0,-1 0 0 0 0,-1 0 0 0 0,-1 1-1 0 0,0-1 1 0 0,0 0 0 0 0,-2 1 0 0 0,0-1 0 0 0,-5 22 0 0 0,4-29-16 0 0,-1 0 0 0 0,0-1 0 0 0,0 1 0 0 0,-1-1 0 0 0,0 0 0 0 0,-1 0 0 0 0,1-1 0 0 0,-1 1 0 0 0,-7 6 1 0 0,-68 78 29 0 0,56-70-7 0 0,-1 0 0 0 0,0-2 1 0 0,-2-1-1 0 0,0-1 0 0 0,-1-1 0 0 0,0-1 0 0 0,-2-2 0 0 0,-39 13 0 0 0,-87 29 28 0 0,-75 31-26 0 0,217-81-17 0 0,-12 4-6 0 0,0 2 1 0 0,0 1-1 0 0,-41 26 1 0 0,61-34-10 0 0,-13 11-2 0 0,-1-1 0 0 0,0-1 1 0 0,-1-1-1 0 0,0-1 0 0 0,-38 14 0 0 0,58-24-5 0 0,0 10 553 0 0,1-5-2402 0 0,-1 0-7541 0 0,1-6 5912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51.7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88 0 0,'0'0'429'0'0,"0"0"-5"0"0,0 0-32 0 0,0 0-22 0 0,10 17 2651 0 0,-8-7-2531 0 0,-1 0 1 0 0,0 0 0 0 0,0 0 0 0 0,-2 16-1 0 0,1 14-249 0 0,1-14-33 0 0,-2 0 0 0 0,-4 32 0 0 0,-1 24 115 0 0,13 69 309 0 0,-1 34 146 0 0,-8-134-525 0 0,1 117 397 0 0,16-20-5 0 0,0-53 250 0 0,-14-87-871 0 0,0 0 1 0 0,1-1-1 0 0,0 1 0 0 0,1 0 1 0 0,0-1-1 0 0,0 1 0 0 0,0-1 1 0 0,6 7-1 0 0,-8-13-20 0 0,0-1 0 0 0,1 0 0 0 0,-1 1-1 0 0,1-1 1 0 0,-1 0 0 0 0,1 0 0 0 0,-1 0 0 0 0,1 0-1 0 0,-1 0 1 0 0,1-1 0 0 0,-1 1 0 0 0,1 0 0 0 0,-1-1 0 0 0,0 1-1 0 0,1-1 1 0 0,-1 1 0 0 0,0-1 0 0 0,1 0 0 0 0,-1 0-1 0 0,1 0 1 0 0,30-17 11 0 0,-10 5-11 0 0,0 1 0 0 0,1 1 0 0 0,0 1 0 0 0,1 1-1 0 0,0 1 1 0 0,1 1 0 0 0,-1 1 0 0 0,1 1 0 0 0,29-1 0 0 0,8-1 5 0 0,-34 3 10 0 0,0 2 0 0 0,45 1 0 0 0,125 6 48 0 0,-44-3-8 0 0,29 16 54 0 0,-91-8 8 0 0,-49-8-34 0 0,77-6 0 0 0,-17 0 0 0 0,56 17 46 0 0,-46-10-72 0 0,7 4 102 0 0,-105-8 307 0 0,-23 0-3003 0 0,-25 1-3199 0 0,10 5 2460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53.6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55 544 240 0 0,'-1'-1'402'0'0,"0"-1"0"0"0,0 1 0 0 0,0-1 0 0 0,1 1 0 0 0,-1-1 0 0 0,0 0 0 0 0,0 1 0 0 0,1-1 0 0 0,-1 0 0 0 0,1 1 0 0 0,0-1 0 0 0,-1 0 0 0 0,1 0 0 0 0,0 1 0 0 0,0-4 0 0 0,-2-36 569 0 0,-12-147 174 0 0,4 90-799 0 0,9 71-139 0 0,0 13 41 0 0,0 0-1 0 0,0 0 1 0 0,-5-15 0 0 0,-3-16 441 0 0,9 45-660 0 0,1-18 131 0 0,59-6-33 0 0,-59 24-110 0 0,23-3 405 0 0,13 12 0 0 0,1-2 1 0 0,60 3-1 0 0,-16-2-105 0 0,6-1-2 0 0,123-5 0 0 0,-102-3-265 0 0,149-13 31 0 0,-102 3-53 0 0,20 10-9 0 0,-110-3-18 0 0,46-7 25 0 0,-103 12-754 0 0,-18 4 163 0 0,-36 12-1616 0 0,9-2-3418 0 0,24-9 2717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56.1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137 1662 312 0 0,'0'0'506'0'0,"0"0"-12"0"0,0 0-23 0 0,0 0-24 0 0,0 0-2 0 0,0 0-21 0 0,1-3 2865 0 0,2-11-2486 0 0,2-5 305 0 0,-4 16-1002 0 0,0 0 0 0 0,0 0 0 0 0,0 0 0 0 0,-1 1 0 0 0,0-1 0 0 0,1 0 0 0 0,-1 0 0 0 0,0 0 0 0 0,-1-6 0 0 0,-1-12 268 0 0,1-1 1 0 0,1 1-1 0 0,3-24 0 0 0,0-12 135 0 0,-4 33-284 0 0,-1 1-1 0 0,-1 0 1 0 0,-1 0-1 0 0,-13-40 1 0 0,14 52-171 0 0,-12-38 259 0 0,2-2 0 0 0,-12-90 0 0 0,23 112-251 0 0,1-1 0 0 0,1 1 0 0 0,2 0 0 0 0,1-1 0 0 0,10-46 0 0 0,-9 54-34 0 0,0 0 0 0 0,0-38 0 0 0,-3 33-12 0 0,-1-1 1 0 0,-1 0-1 0 0,-9-50 0 0 0,5 46-24 0 0,-1-49-1 0 0,6 74 12 0 0,-1 0 0 0 0,0 1 0 0 0,0-1 0 0 0,0 0 0 0 0,-1 1 0 0 0,0-1 0 0 0,0 1 0 0 0,-4-7 0 0 0,-32-53 37 0 0,36 63-36 0 0,-1-2-23 0 0,0-1 0 0 0,1 1 1 0 0,0-1-1 0 0,0 1 0 0 0,0-1 1 0 0,0 0-1 0 0,1 0 0 0 0,0 0 0 0 0,0 0 1 0 0,1 0-1 0 0,-1 0 0 0 0,1 0 0 0 0,1 0 1 0 0,-1 0-1 0 0,1 0 0 0 0,0 0 0 0 0,0 1 1 0 0,1-1-1 0 0,3-9 0 0 0,-3 9 13 0 0,0 0 1 0 0,-1 0-1 0 0,0 0 0 0 0,0 0 0 0 0,0 0 0 0 0,-1 0 0 0 0,0 0 0 0 0,-1-10 0 0 0,0-6 49 0 0,2 21-44 0 0,0 1-1 0 0,0 0 0 0 0,0-1 0 0 0,0 1 1 0 0,0 0-1 0 0,0 0 0 0 0,0 0 0 0 0,1 0 1 0 0,-1 0-1 0 0,0 0 0 0 0,0 0 1 0 0,0 1-1 0 0,0-1 0 0 0,0 0 0 0 0,0 1 1 0 0,1 0-1 0 0,6 0 15 0 0,-1 0-1 0 0,1 0 1 0 0,-1 0 0 0 0,14-2 0 0 0,-13 1-17 0 0,-1 0 1 0 0,1 0-1 0 0,-1 1 0 0 0,13 2 1 0 0,33 19-200 0 0,-16-5 157 0 0,-22-13 68 0 0,0 0 0 0 0,0-1 1 0 0,1 0-1 0 0,-1-1 0 0 0,1-1 1 0 0,28-1-1 0 0,-25-1-6 0 0,17 0 23 0 0,1-2-1 0 0,70-14 1 0 0,68-30-24 0 0,-85 23-10 0 0,-21 11-5 0 0,-7-3 6 0 0,9 8 6 0 0,-27 13 20 0 0,-43-5-16 0 0,-1 0 0 0 0,36-6 206 0 0,-10 4-166 0 0,-21 3-133 0 0,-16 4-189 0 0,-21 6-1333 0 0,-13 4-4849 0 0,23-7 3231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3:57.0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 84 0 0,'0'0'552'0'0,"0"0"-23"0"0,0 0-33 0 0,31-4 4003 0 0,-19 4-3983 0 0,0 1 1 0 0,0-2-1 0 0,14-1 0 0 0,-14 0-411 0 0,0 1-1 0 0,1 1 0 0 0,20 1 0 0 0,-8 1 195 0 0,1 0 0 0 0,35-4 1 0 0,-33 1-85 0 0,43 3 0 0 0,36 0 145 0 0,-106-2-343 0 0,0 0-8 0 0,6 2-3 0 0,-6-1 1 0 0,-1-1-18 0 0,0 0-21 0 0,0 0-42 0 0,0 0-53 0 0,0 0-59 0 0,0 0-103 0 0,0 0-136 0 0,0 0-266 0 0,0 0-872 0 0,-2 1-1076 0 0,-12 6 199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35.4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1 548 0 0,'18'40'5453'0'0,"17"19"-2002"0"0,-22-39-2561 0 0,-7-12-646 0 0,1 0-1 0 0,1-1 1 0 0,-1 1-1 0 0,1-1 1 0 0,0-1-1 0 0,1 0 0 0 0,15 9 1 0 0,13 10 351 0 0,53 35 345 0 0,-69-47-817 0 0,0 0 0 0 0,-1 1 0 0 0,0 1 0 0 0,-1 1 0 0 0,21 22 0 0 0,-25-17 97 0 0,0 1 0 0 0,-2 0 0 0 0,0 1 0 0 0,-1 0-1 0 0,11 33 1 0 0,15 30 181 0 0,-28-64-311 0 0,0 2 0 0 0,-1-1 0 0 0,-2 1 0 0 0,0 0 0 0 0,5 39 0 0 0,-8-23 92 0 0,-1 0-1 0 0,-5 70 1 0 0,-3-6 82 0 0,-5-1 0 0 0,-40 177 0 0 0,-81 87 594 0 0,111-314-718 0 0,-12 26 40 0 0,-4-1 1 0 0,-2-2-1 0 0,-59 86 1 0 0,90-152-175 0 0,-10 14 89 0 0,12-11-387 0 0,5-12 113 0 0,1-7-980 0 0,0 1-1 0 0,1-1 1 0 0,0 0-1 0 0,0 1 0 0 0,4-7 1 0 0,9-28-6072 0 0,-9 26 4237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37.6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10 316 0 0,'17'-8'1802'0'0,"-10"6"1355"0"0,-2 3-2866 0 0,-1-1 0 0 0,0 1 0 0 0,1 0-1 0 0,-1 0 1 0 0,0 1 0 0 0,7 2 0 0 0,15 6 611 0 0,75 4 957 0 0,-76-12-1625 0 0,-1 0 1 0 0,0 2-1 0 0,43 13 1 0 0,34 26 530 0 0,-67-27-348 0 0,1-1-1 0 0,47 12 1 0 0,158 21 434 0 0,-195-34-548 0 0,50 23 1 0 0,19 7 146 0 0,-103-40-408 0 0,146 50 704 0 0,-133-44-624 0 0,1 2 0 0 0,-2 1 0 0 0,0 1-1 0 0,24 18 1 0 0,40 37 418 0 0,117 120 0 0 0,-181-163-444 0 0,-2 0-1 0 0,0 2 0 0 0,-2 1 0 0 0,-1 0 1 0 0,-2 1-1 0 0,0 1 0 0 0,18 57 0 0 0,32 63 199 0 0,-64-145-280 0 0,36 117 431 0 0,-35-107-398 0 0,-1-1 1 0 0,0 1 0 0 0,0 0-1 0 0,-2 0 1 0 0,0 0-1 0 0,-3 18 1 0 0,-2 4 15 0 0,4-18 21 0 0,-1-1 1 0 0,-1 1 0 0 0,-1-1 0 0 0,-1 0 0 0 0,-1 0 0 0 0,0 0 0 0 0,-1-1 0 0 0,-11 19 0 0 0,7-20-20 0 0,-1-1 1 0 0,0-1-1 0 0,-1 0 1 0 0,0-1 0 0 0,-2-1-1 0 0,-17 14 1 0 0,-20 13 50 0 0,-77 44-1 0 0,84-56-97 0 0,-130 105 29 0 0,128-97-25 0 0,-91 53-1 0 0,40-43-16 0 0,1-1 25 0 0,-29 16-72 0 0,-5 3 55 0 0,119-58-12 0 0,0-1 0 0 0,0 0 1 0 0,-15 4-1 0 0,10-4-11 0 0,5-1 5 0 0,-6 4 4 0 0,-66 23-59 0 0,-47 0-119 0 0,71-24-121 0 0,45-7 255 0 0,1 2-1 0 0,-1 0 1 0 0,0 0 0 0 0,1 2-1 0 0,-24 7 1 0 0,6 1 44 0 0,10-8-434 0 0,8-2-1060 0 0,5-2-327 0 0,8 0 1466 0 0,1 0-233 0 0,0 0-719 0 0,-1-2-2538 0 0,0-4 754 0 0,-1 1-915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46.3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14 56 0 0,'0'-1'79'0'0,"-1"1"0"0"0,1 0 0 0 0,0 0 0 0 0,0 0 0 0 0,0-1 0 0 0,-1 1 0 0 0,1 0 0 0 0,0-1 0 0 0,0 1 0 0 0,0 0-1 0 0,0 0 1 0 0,0-1 0 0 0,0 1 0 0 0,0 0 0 0 0,0-1 0 0 0,-1 1 0 0 0,1 0 0 0 0,0 0 0 0 0,0-1 0 0 0,0 1 0 0 0,0 0 0 0 0,1-1 0 0 0,-1 1 0 0 0,0 0 0 0 0,0-1 0 0 0,0 1 0 0 0,0 0 0 0 0,0 0 0 0 0,0-1 0 0 0,0 1 0 0 0,1 0-1 0 0,-1-1 1 0 0,0 1 0 0 0,0 0 0 0 0,0 0 0 0 0,0 0 0 0 0,1-1 0 0 0,-1 1 0 0 0,0 0 0 0 0,0 0 0 0 0,1 0 0 0 0,-1-1 0 0 0,0 1 0 0 0,0 0 0 0 0,1 0 0 0 0,-1 0 0 0 0,0 0 0 0 0,1 0 0 0 0,-1 0 0 0 0,0 0 0 0 0,0-1-1 0 0,1 1 1 0 0,-1 0 0 0 0,0 0 0 0 0,1 0 0 0 0,-1 0 0 0 0,1 1 0 0 0,1-2-267 0 0,-1 1 351 0 0,-1 0-11 0 0,0 0 8 0 0,0 0 16 0 0,0 0-19 0 0,0 0 4 0 0,0 0 2 0 0,0 0 10 0 0,0 0-3 0 0,0 0-5 0 0,0 0 19 0 0,0 0-2 0 0,0 0-2 0 0,0 0-1 0 0,0 0-3 0 0,0 0-5 0 0,2 1-91 0 0,-1 0 0 0 0,0 1-1 0 0,0-1 1 0 0,1 0 0 0 0,-1 0 0 0 0,1 0 0 0 0,-1 0 0 0 0,1 0 0 0 0,-1 0 0 0 0,1 0 0 0 0,0-1 0 0 0,-1 1 0 0 0,1-1 0 0 0,0 1 0 0 0,0-1 0 0 0,-1 0 0 0 0,1 1-1 0 0,0-1 1 0 0,0 0 0 0 0,0 0 0 0 0,-1 0 0 0 0,1 0 0 0 0,0-1 0 0 0,0 1 0 0 0,-1 0 0 0 0,1-1 0 0 0,0 1 0 0 0,1-2 0 0 0,4 1 455 0 0,-5 1-435 0 0,-2 0-10 0 0,0 0-16 0 0,0 0-18 0 0,17 7-889 0 0,-10-2-7 0 0,7-1-430 0 0,-11 1-3323 0 0,-4 3 3021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49.1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2786 504 0 0,'0'0'454'0'0,"0"0"-45"0"0,0 0-35 0 0,-7-1-38 0 0,5 0 20 0 0,5 1 1824 0 0,66 7-426 0 0,142 10 1585 0 0,-162-16-2555 0 0,0-1-1 0 0,53-8 0 0 0,54-17 372 0 0,-53 8-432 0 0,110-5 0 0 0,109 10-206 0 0,-164 11-345 0 0,90-4 85 0 0,-139 4-231 0 0,-22 7 66 0 0,-83-6-65 0 0,18-2 47 0 0,-20 2-60 0 0,0 0 0 0 0,0 0-1 0 0,1 0 1 0 0,-1-1-1 0 0,0 1 1 0 0,0-1-1 0 0,0 1 1 0 0,-1-1-1 0 0,1 0 1 0 0,0 0-1 0 0,0 0 1 0 0,0 0-1 0 0,0 0 1 0 0,1-1-1 0 0,10-4 170 0 0,-6 1 547 0 0,-5-12-286 0 0,-2-12-100 0 0,-1-25 582 0 0,10-72 0 0 0,-3 63-567 0 0,-3-65-1 0 0,1 1-44 0 0,0 98-226 0 0,1-1-1 0 0,1 2 1 0 0,19-53 0 0 0,-12 44 15 0 0,10-52 1 0 0,-18 48 39 0 0,-1-84 1 0 0,-4 109-129 0 0,1-23-2 0 0,0 17 1 0 0,-1-1 0 0 0,-5-35 1 0 0,1 23 81 0 0,2 0 0 0 0,1 0 0 0 0,2 0 0 0 0,1 0 0 0 0,10-48 0 0 0,-10 70-72 0 0,0-11 65 0 0,-1 0 0 0 0,-2-31 0 0 0,-1 4-45 0 0,3-19 20 0 0,-1-65 107 0 0,-2 110-139 0 0,0 3 2 0 0,1-1 1 0 0,1 1-1 0 0,4-27 1 0 0,3-9 45 0 0,-1-95 0 0 0,-6 138-58 0 0,0 1 1 0 0,-1 0 0 0 0,0 0-1 0 0,-1-1 1 0 0,-1 1 0 0 0,-6-18-1 0 0,1-1 26 0 0,7 26-47 0 0,0 1 1 0 0,0 0-1 0 0,-1 0 0 0 0,0 0 1 0 0,-5-10-1 0 0,0 1-2 0 0,0-2 0 0 0,1 1-1 0 0,1-1 1 0 0,0 0 0 0 0,1 0-1 0 0,-2-24 1 0 0,6 37-2 0 0,-1 0 0 0 0,0 0-1 0 0,0 0 1 0 0,0 0 0 0 0,0 0 0 0 0,-1 0-1 0 0,-2-4 1 0 0,-26-36-23 0 0,29 43 19 0 0,1-8-31 0 0,0-10 17 0 0,0 1-1 0 0,1-1 0 0 0,4-19 1 0 0,-4 37 17 0 0,-1 1 4 0 0,0 0-10 0 0,1-10-114 0 0,3 9 119 0 0,47-3 8 0 0,193 15-11 0 0,-155-11 2 0 0,98 13-1 0 0,-144-9 0 0 0,114-3 14 0 0,-26-2 4 0 0,6-1 28 0 0,-39-2-78 0 0,105-9 9 0 0,-22-1-199 0 0,-178 14 223 0 0,330-14-379 0 0,-190 32-541 0 0,-142-17 750 0 0,35 2-2470 0 0,-14 4 308 0 0,-3-2-890 0 0,-8 1-2822 0 0,-3-1 2191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9-02T04:24:51.2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0 104 536 0 0,'0'0'738'0'0,"0"0"2"0"0,36-9 4787 0 0,-18 9-4167 0 0,-10-1-800 0 0,-1 1-1 0 0,1 0 1 0 0,0 1 0 0 0,14 2 0 0 0,-4 0-228 0 0,0-2-1 0 0,0 0 1 0 0,0-1 0 0 0,0-1 0 0 0,33-5 0 0 0,6 0 160 0 0,158-24 1127 0 0,-24 2-695 0 0,142 16-246 0 0,-175 9-577 0 0,-26-6-41 0 0,-63 4-13 0 0,71 3 0 0 0,-38 11-29 0 0,36 1 75 0 0,-88-9 21 0 0,90 14 0 0 0,-55-10 49 0 0,-61-4 88 0 0,40 5-1 0 0,-45-4-142 0 0,1-1 0 0 0,35-1 0 0 0,13 0 314 0 0,-49 0 1061 0 0,-12-4-4062 0 0,-6 0-7176 0 0,-1 3 4942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8/31/2020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.xml"/><Relationship Id="rId21" Type="http://schemas.openxmlformats.org/officeDocument/2006/relationships/image" Target="../media/image24.png"/><Relationship Id="rId34" Type="http://schemas.openxmlformats.org/officeDocument/2006/relationships/customXml" Target="../ink/ink26.xml"/><Relationship Id="rId42" Type="http://schemas.openxmlformats.org/officeDocument/2006/relationships/customXml" Target="../ink/ink30.xml"/><Relationship Id="rId47" Type="http://schemas.openxmlformats.org/officeDocument/2006/relationships/image" Target="../media/image37.png"/><Relationship Id="rId50" Type="http://schemas.openxmlformats.org/officeDocument/2006/relationships/customXml" Target="../ink/ink34.xml"/><Relationship Id="rId55" Type="http://schemas.openxmlformats.org/officeDocument/2006/relationships/image" Target="../media/image41.png"/><Relationship Id="rId63" Type="http://schemas.openxmlformats.org/officeDocument/2006/relationships/image" Target="../media/image45.png"/><Relationship Id="rId7" Type="http://schemas.openxmlformats.org/officeDocument/2006/relationships/image" Target="../media/image17.png"/><Relationship Id="rId2" Type="http://schemas.openxmlformats.org/officeDocument/2006/relationships/customXml" Target="../ink/ink10.xml"/><Relationship Id="rId16" Type="http://schemas.openxmlformats.org/officeDocument/2006/relationships/customXml" Target="../ink/ink17.xml"/><Relationship Id="rId29" Type="http://schemas.openxmlformats.org/officeDocument/2006/relationships/image" Target="../media/image28.png"/><Relationship Id="rId11" Type="http://schemas.openxmlformats.org/officeDocument/2006/relationships/image" Target="../media/image19.png"/><Relationship Id="rId24" Type="http://schemas.openxmlformats.org/officeDocument/2006/relationships/customXml" Target="../ink/ink21.xml"/><Relationship Id="rId32" Type="http://schemas.openxmlformats.org/officeDocument/2006/relationships/customXml" Target="../ink/ink25.xml"/><Relationship Id="rId37" Type="http://schemas.openxmlformats.org/officeDocument/2006/relationships/image" Target="../media/image32.png"/><Relationship Id="rId40" Type="http://schemas.openxmlformats.org/officeDocument/2006/relationships/customXml" Target="../ink/ink29.xml"/><Relationship Id="rId45" Type="http://schemas.openxmlformats.org/officeDocument/2006/relationships/image" Target="../media/image36.png"/><Relationship Id="rId53" Type="http://schemas.openxmlformats.org/officeDocument/2006/relationships/image" Target="../media/image40.png"/><Relationship Id="rId58" Type="http://schemas.openxmlformats.org/officeDocument/2006/relationships/customXml" Target="../ink/ink38.xml"/><Relationship Id="rId66" Type="http://schemas.openxmlformats.org/officeDocument/2006/relationships/customXml" Target="../ink/ink42.xml"/><Relationship Id="rId5" Type="http://schemas.openxmlformats.org/officeDocument/2006/relationships/image" Target="../media/image16.png"/><Relationship Id="rId61" Type="http://schemas.openxmlformats.org/officeDocument/2006/relationships/image" Target="../media/image44.png"/><Relationship Id="rId19" Type="http://schemas.openxmlformats.org/officeDocument/2006/relationships/image" Target="../media/image23.png"/><Relationship Id="rId14" Type="http://schemas.openxmlformats.org/officeDocument/2006/relationships/customXml" Target="../ink/ink16.xml"/><Relationship Id="rId22" Type="http://schemas.openxmlformats.org/officeDocument/2006/relationships/customXml" Target="../ink/ink20.xml"/><Relationship Id="rId27" Type="http://schemas.openxmlformats.org/officeDocument/2006/relationships/image" Target="../media/image27.png"/><Relationship Id="rId30" Type="http://schemas.openxmlformats.org/officeDocument/2006/relationships/customXml" Target="../ink/ink24.xml"/><Relationship Id="rId35" Type="http://schemas.openxmlformats.org/officeDocument/2006/relationships/image" Target="../media/image31.png"/><Relationship Id="rId43" Type="http://schemas.openxmlformats.org/officeDocument/2006/relationships/image" Target="../media/image35.png"/><Relationship Id="rId48" Type="http://schemas.openxmlformats.org/officeDocument/2006/relationships/customXml" Target="../ink/ink33.xml"/><Relationship Id="rId56" Type="http://schemas.openxmlformats.org/officeDocument/2006/relationships/customXml" Target="../ink/ink37.xml"/><Relationship Id="rId64" Type="http://schemas.openxmlformats.org/officeDocument/2006/relationships/customXml" Target="../ink/ink41.xml"/><Relationship Id="rId8" Type="http://schemas.openxmlformats.org/officeDocument/2006/relationships/customXml" Target="../ink/ink13.xml"/><Relationship Id="rId51" Type="http://schemas.openxmlformats.org/officeDocument/2006/relationships/image" Target="../media/image39.png"/><Relationship Id="rId3" Type="http://schemas.openxmlformats.org/officeDocument/2006/relationships/image" Target="../media/image15.png"/><Relationship Id="rId12" Type="http://schemas.openxmlformats.org/officeDocument/2006/relationships/customXml" Target="../ink/ink15.xml"/><Relationship Id="rId17" Type="http://schemas.openxmlformats.org/officeDocument/2006/relationships/image" Target="../media/image22.png"/><Relationship Id="rId25" Type="http://schemas.openxmlformats.org/officeDocument/2006/relationships/image" Target="../media/image26.png"/><Relationship Id="rId33" Type="http://schemas.openxmlformats.org/officeDocument/2006/relationships/image" Target="../media/image30.png"/><Relationship Id="rId38" Type="http://schemas.openxmlformats.org/officeDocument/2006/relationships/customXml" Target="../ink/ink28.xml"/><Relationship Id="rId46" Type="http://schemas.openxmlformats.org/officeDocument/2006/relationships/customXml" Target="../ink/ink32.xml"/><Relationship Id="rId59" Type="http://schemas.openxmlformats.org/officeDocument/2006/relationships/image" Target="../media/image43.png"/><Relationship Id="rId67" Type="http://schemas.openxmlformats.org/officeDocument/2006/relationships/image" Target="../media/image47.png"/><Relationship Id="rId20" Type="http://schemas.openxmlformats.org/officeDocument/2006/relationships/customXml" Target="../ink/ink19.xml"/><Relationship Id="rId41" Type="http://schemas.openxmlformats.org/officeDocument/2006/relationships/image" Target="../media/image34.png"/><Relationship Id="rId54" Type="http://schemas.openxmlformats.org/officeDocument/2006/relationships/customXml" Target="../ink/ink36.xml"/><Relationship Id="rId62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15" Type="http://schemas.openxmlformats.org/officeDocument/2006/relationships/image" Target="../media/image21.png"/><Relationship Id="rId23" Type="http://schemas.openxmlformats.org/officeDocument/2006/relationships/image" Target="../media/image25.png"/><Relationship Id="rId28" Type="http://schemas.openxmlformats.org/officeDocument/2006/relationships/customXml" Target="../ink/ink23.xml"/><Relationship Id="rId36" Type="http://schemas.openxmlformats.org/officeDocument/2006/relationships/customXml" Target="../ink/ink27.xml"/><Relationship Id="rId49" Type="http://schemas.openxmlformats.org/officeDocument/2006/relationships/image" Target="../media/image38.png"/><Relationship Id="rId57" Type="http://schemas.openxmlformats.org/officeDocument/2006/relationships/image" Target="../media/image42.png"/><Relationship Id="rId10" Type="http://schemas.openxmlformats.org/officeDocument/2006/relationships/customXml" Target="../ink/ink14.xml"/><Relationship Id="rId31" Type="http://schemas.openxmlformats.org/officeDocument/2006/relationships/image" Target="../media/image29.png"/><Relationship Id="rId44" Type="http://schemas.openxmlformats.org/officeDocument/2006/relationships/customXml" Target="../ink/ink31.xml"/><Relationship Id="rId52" Type="http://schemas.openxmlformats.org/officeDocument/2006/relationships/customXml" Target="../ink/ink35.xml"/><Relationship Id="rId60" Type="http://schemas.openxmlformats.org/officeDocument/2006/relationships/customXml" Target="../ink/ink39.xml"/><Relationship Id="rId65" Type="http://schemas.openxmlformats.org/officeDocument/2006/relationships/image" Target="../media/image46.png"/><Relationship Id="rId4" Type="http://schemas.openxmlformats.org/officeDocument/2006/relationships/customXml" Target="../ink/ink11.xml"/><Relationship Id="rId9" Type="http://schemas.openxmlformats.org/officeDocument/2006/relationships/image" Target="../media/image18.png"/><Relationship Id="rId13" Type="http://schemas.openxmlformats.org/officeDocument/2006/relationships/image" Target="../media/image20.png"/><Relationship Id="rId18" Type="http://schemas.openxmlformats.org/officeDocument/2006/relationships/customXml" Target="../ink/ink18.xml"/><Relationship Id="rId39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5.xml"/><Relationship Id="rId21" Type="http://schemas.openxmlformats.org/officeDocument/2006/relationships/image" Target="../media/image61.png"/><Relationship Id="rId42" Type="http://schemas.openxmlformats.org/officeDocument/2006/relationships/customXml" Target="../ink/ink63.xml"/><Relationship Id="rId47" Type="http://schemas.openxmlformats.org/officeDocument/2006/relationships/image" Target="../media/image74.png"/><Relationship Id="rId63" Type="http://schemas.openxmlformats.org/officeDocument/2006/relationships/image" Target="../media/image82.png"/><Relationship Id="rId68" Type="http://schemas.openxmlformats.org/officeDocument/2006/relationships/customXml" Target="../ink/ink76.xml"/><Relationship Id="rId16" Type="http://schemas.openxmlformats.org/officeDocument/2006/relationships/customXml" Target="../ink/ink50.xml"/><Relationship Id="rId11" Type="http://schemas.openxmlformats.org/officeDocument/2006/relationships/image" Target="../media/image56.png"/><Relationship Id="rId24" Type="http://schemas.openxmlformats.org/officeDocument/2006/relationships/customXml" Target="../ink/ink54.xml"/><Relationship Id="rId32" Type="http://schemas.openxmlformats.org/officeDocument/2006/relationships/customXml" Target="../ink/ink58.xml"/><Relationship Id="rId37" Type="http://schemas.openxmlformats.org/officeDocument/2006/relationships/image" Target="../media/image69.png"/><Relationship Id="rId40" Type="http://schemas.openxmlformats.org/officeDocument/2006/relationships/customXml" Target="../ink/ink62.xml"/><Relationship Id="rId45" Type="http://schemas.openxmlformats.org/officeDocument/2006/relationships/image" Target="../media/image73.png"/><Relationship Id="rId53" Type="http://schemas.openxmlformats.org/officeDocument/2006/relationships/image" Target="../media/image77.png"/><Relationship Id="rId58" Type="http://schemas.openxmlformats.org/officeDocument/2006/relationships/customXml" Target="../ink/ink71.xml"/><Relationship Id="rId66" Type="http://schemas.openxmlformats.org/officeDocument/2006/relationships/customXml" Target="../ink/ink75.xml"/><Relationship Id="rId74" Type="http://schemas.openxmlformats.org/officeDocument/2006/relationships/customXml" Target="../ink/ink79.xml"/><Relationship Id="rId79" Type="http://schemas.openxmlformats.org/officeDocument/2006/relationships/image" Target="../media/image90.png"/><Relationship Id="rId5" Type="http://schemas.openxmlformats.org/officeDocument/2006/relationships/image" Target="../media/image53.png"/><Relationship Id="rId61" Type="http://schemas.openxmlformats.org/officeDocument/2006/relationships/image" Target="../media/image81.png"/><Relationship Id="rId19" Type="http://schemas.openxmlformats.org/officeDocument/2006/relationships/image" Target="../media/image60.png"/><Relationship Id="rId14" Type="http://schemas.openxmlformats.org/officeDocument/2006/relationships/customXml" Target="../ink/ink49.xml"/><Relationship Id="rId22" Type="http://schemas.openxmlformats.org/officeDocument/2006/relationships/customXml" Target="../ink/ink53.xml"/><Relationship Id="rId27" Type="http://schemas.openxmlformats.org/officeDocument/2006/relationships/image" Target="../media/image64.png"/><Relationship Id="rId30" Type="http://schemas.openxmlformats.org/officeDocument/2006/relationships/customXml" Target="../ink/ink57.xml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48" Type="http://schemas.openxmlformats.org/officeDocument/2006/relationships/customXml" Target="../ink/ink66.xml"/><Relationship Id="rId56" Type="http://schemas.openxmlformats.org/officeDocument/2006/relationships/customXml" Target="../ink/ink70.xml"/><Relationship Id="rId64" Type="http://schemas.openxmlformats.org/officeDocument/2006/relationships/customXml" Target="../ink/ink74.xml"/><Relationship Id="rId69" Type="http://schemas.openxmlformats.org/officeDocument/2006/relationships/image" Target="../media/image85.png"/><Relationship Id="rId77" Type="http://schemas.openxmlformats.org/officeDocument/2006/relationships/image" Target="../media/image89.png"/><Relationship Id="rId8" Type="http://schemas.openxmlformats.org/officeDocument/2006/relationships/customXml" Target="../ink/ink46.xml"/><Relationship Id="rId51" Type="http://schemas.openxmlformats.org/officeDocument/2006/relationships/image" Target="../media/image76.png"/><Relationship Id="rId72" Type="http://schemas.openxmlformats.org/officeDocument/2006/relationships/customXml" Target="../ink/ink78.xml"/><Relationship Id="rId3" Type="http://schemas.openxmlformats.org/officeDocument/2006/relationships/image" Target="../media/image52.png"/><Relationship Id="rId12" Type="http://schemas.openxmlformats.org/officeDocument/2006/relationships/customXml" Target="../ink/ink48.xml"/><Relationship Id="rId17" Type="http://schemas.openxmlformats.org/officeDocument/2006/relationships/image" Target="../media/image59.png"/><Relationship Id="rId25" Type="http://schemas.openxmlformats.org/officeDocument/2006/relationships/image" Target="../media/image63.png"/><Relationship Id="rId33" Type="http://schemas.openxmlformats.org/officeDocument/2006/relationships/image" Target="../media/image67.png"/><Relationship Id="rId38" Type="http://schemas.openxmlformats.org/officeDocument/2006/relationships/customXml" Target="../ink/ink61.xml"/><Relationship Id="rId46" Type="http://schemas.openxmlformats.org/officeDocument/2006/relationships/customXml" Target="../ink/ink65.xml"/><Relationship Id="rId59" Type="http://schemas.openxmlformats.org/officeDocument/2006/relationships/image" Target="../media/image80.png"/><Relationship Id="rId67" Type="http://schemas.openxmlformats.org/officeDocument/2006/relationships/image" Target="../media/image84.png"/><Relationship Id="rId20" Type="http://schemas.openxmlformats.org/officeDocument/2006/relationships/customXml" Target="../ink/ink52.xml"/><Relationship Id="rId41" Type="http://schemas.openxmlformats.org/officeDocument/2006/relationships/image" Target="../media/image71.png"/><Relationship Id="rId54" Type="http://schemas.openxmlformats.org/officeDocument/2006/relationships/customXml" Target="../ink/ink69.xml"/><Relationship Id="rId62" Type="http://schemas.openxmlformats.org/officeDocument/2006/relationships/customXml" Target="../ink/ink73.xml"/><Relationship Id="rId70" Type="http://schemas.openxmlformats.org/officeDocument/2006/relationships/customXml" Target="../ink/ink77.xml"/><Relationship Id="rId75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.xml"/><Relationship Id="rId15" Type="http://schemas.openxmlformats.org/officeDocument/2006/relationships/image" Target="../media/image58.png"/><Relationship Id="rId23" Type="http://schemas.openxmlformats.org/officeDocument/2006/relationships/image" Target="../media/image62.png"/><Relationship Id="rId28" Type="http://schemas.openxmlformats.org/officeDocument/2006/relationships/customXml" Target="../ink/ink56.xml"/><Relationship Id="rId36" Type="http://schemas.openxmlformats.org/officeDocument/2006/relationships/customXml" Target="../ink/ink60.xml"/><Relationship Id="rId49" Type="http://schemas.openxmlformats.org/officeDocument/2006/relationships/image" Target="../media/image75.png"/><Relationship Id="rId57" Type="http://schemas.openxmlformats.org/officeDocument/2006/relationships/image" Target="../media/image79.png"/><Relationship Id="rId10" Type="http://schemas.openxmlformats.org/officeDocument/2006/relationships/customXml" Target="../ink/ink47.xml"/><Relationship Id="rId31" Type="http://schemas.openxmlformats.org/officeDocument/2006/relationships/image" Target="../media/image66.png"/><Relationship Id="rId44" Type="http://schemas.openxmlformats.org/officeDocument/2006/relationships/customXml" Target="../ink/ink64.xml"/><Relationship Id="rId52" Type="http://schemas.openxmlformats.org/officeDocument/2006/relationships/customXml" Target="../ink/ink68.xml"/><Relationship Id="rId60" Type="http://schemas.openxmlformats.org/officeDocument/2006/relationships/customXml" Target="../ink/ink72.xml"/><Relationship Id="rId65" Type="http://schemas.openxmlformats.org/officeDocument/2006/relationships/image" Target="../media/image83.png"/><Relationship Id="rId73" Type="http://schemas.openxmlformats.org/officeDocument/2006/relationships/image" Target="../media/image87.png"/><Relationship Id="rId78" Type="http://schemas.openxmlformats.org/officeDocument/2006/relationships/customXml" Target="../ink/ink81.xml"/><Relationship Id="rId4" Type="http://schemas.openxmlformats.org/officeDocument/2006/relationships/customXml" Target="../ink/ink44.xml"/><Relationship Id="rId9" Type="http://schemas.openxmlformats.org/officeDocument/2006/relationships/image" Target="../media/image55.png"/><Relationship Id="rId13" Type="http://schemas.openxmlformats.org/officeDocument/2006/relationships/image" Target="../media/image57.png"/><Relationship Id="rId18" Type="http://schemas.openxmlformats.org/officeDocument/2006/relationships/customXml" Target="../ink/ink51.xml"/><Relationship Id="rId39" Type="http://schemas.openxmlformats.org/officeDocument/2006/relationships/image" Target="../media/image70.png"/><Relationship Id="rId34" Type="http://schemas.openxmlformats.org/officeDocument/2006/relationships/customXml" Target="../ink/ink59.xml"/><Relationship Id="rId50" Type="http://schemas.openxmlformats.org/officeDocument/2006/relationships/customXml" Target="../ink/ink67.xml"/><Relationship Id="rId55" Type="http://schemas.openxmlformats.org/officeDocument/2006/relationships/image" Target="../media/image78.png"/><Relationship Id="rId76" Type="http://schemas.openxmlformats.org/officeDocument/2006/relationships/customXml" Target="../ink/ink80.xml"/><Relationship Id="rId7" Type="http://schemas.openxmlformats.org/officeDocument/2006/relationships/image" Target="../media/image54.png"/><Relationship Id="rId71" Type="http://schemas.openxmlformats.org/officeDocument/2006/relationships/image" Target="../media/image86.png"/><Relationship Id="rId2" Type="http://schemas.openxmlformats.org/officeDocument/2006/relationships/customXml" Target="../ink/ink43.xml"/><Relationship Id="rId29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4.xml"/><Relationship Id="rId21" Type="http://schemas.openxmlformats.org/officeDocument/2006/relationships/image" Target="../media/image100.png"/><Relationship Id="rId34" Type="http://schemas.openxmlformats.org/officeDocument/2006/relationships/customXml" Target="../ink/ink98.xml"/><Relationship Id="rId42" Type="http://schemas.openxmlformats.org/officeDocument/2006/relationships/customXml" Target="../ink/ink102.xml"/><Relationship Id="rId47" Type="http://schemas.openxmlformats.org/officeDocument/2006/relationships/image" Target="../media/image113.png"/><Relationship Id="rId50" Type="http://schemas.openxmlformats.org/officeDocument/2006/relationships/customXml" Target="../ink/ink106.xml"/><Relationship Id="rId55" Type="http://schemas.openxmlformats.org/officeDocument/2006/relationships/image" Target="../media/image117.png"/><Relationship Id="rId63" Type="http://schemas.openxmlformats.org/officeDocument/2006/relationships/image" Target="../media/image121.png"/><Relationship Id="rId7" Type="http://schemas.openxmlformats.org/officeDocument/2006/relationships/image" Target="../media/image93.png"/><Relationship Id="rId2" Type="http://schemas.openxmlformats.org/officeDocument/2006/relationships/customXml" Target="../ink/ink82.xml"/><Relationship Id="rId16" Type="http://schemas.openxmlformats.org/officeDocument/2006/relationships/customXml" Target="../ink/ink89.xml"/><Relationship Id="rId29" Type="http://schemas.openxmlformats.org/officeDocument/2006/relationships/image" Target="../media/image104.png"/><Relationship Id="rId11" Type="http://schemas.openxmlformats.org/officeDocument/2006/relationships/image" Target="../media/image95.png"/><Relationship Id="rId24" Type="http://schemas.openxmlformats.org/officeDocument/2006/relationships/customXml" Target="../ink/ink93.xml"/><Relationship Id="rId32" Type="http://schemas.openxmlformats.org/officeDocument/2006/relationships/customXml" Target="../ink/ink97.xml"/><Relationship Id="rId37" Type="http://schemas.openxmlformats.org/officeDocument/2006/relationships/image" Target="../media/image108.png"/><Relationship Id="rId40" Type="http://schemas.openxmlformats.org/officeDocument/2006/relationships/customXml" Target="../ink/ink101.xml"/><Relationship Id="rId45" Type="http://schemas.openxmlformats.org/officeDocument/2006/relationships/image" Target="../media/image112.png"/><Relationship Id="rId53" Type="http://schemas.openxmlformats.org/officeDocument/2006/relationships/image" Target="../media/image116.png"/><Relationship Id="rId58" Type="http://schemas.openxmlformats.org/officeDocument/2006/relationships/customXml" Target="../ink/ink110.xml"/><Relationship Id="rId66" Type="http://schemas.openxmlformats.org/officeDocument/2006/relationships/customXml" Target="../ink/ink114.xml"/><Relationship Id="rId5" Type="http://schemas.openxmlformats.org/officeDocument/2006/relationships/image" Target="../media/image92.png"/><Relationship Id="rId61" Type="http://schemas.openxmlformats.org/officeDocument/2006/relationships/image" Target="../media/image120.png"/><Relationship Id="rId19" Type="http://schemas.openxmlformats.org/officeDocument/2006/relationships/image" Target="../media/image99.png"/><Relationship Id="rId14" Type="http://schemas.openxmlformats.org/officeDocument/2006/relationships/customXml" Target="../ink/ink88.xml"/><Relationship Id="rId22" Type="http://schemas.openxmlformats.org/officeDocument/2006/relationships/customXml" Target="../ink/ink92.xml"/><Relationship Id="rId27" Type="http://schemas.openxmlformats.org/officeDocument/2006/relationships/image" Target="../media/image103.png"/><Relationship Id="rId30" Type="http://schemas.openxmlformats.org/officeDocument/2006/relationships/customXml" Target="../ink/ink96.xml"/><Relationship Id="rId35" Type="http://schemas.openxmlformats.org/officeDocument/2006/relationships/image" Target="../media/image107.png"/><Relationship Id="rId43" Type="http://schemas.openxmlformats.org/officeDocument/2006/relationships/image" Target="../media/image111.png"/><Relationship Id="rId48" Type="http://schemas.openxmlformats.org/officeDocument/2006/relationships/customXml" Target="../ink/ink105.xml"/><Relationship Id="rId56" Type="http://schemas.openxmlformats.org/officeDocument/2006/relationships/customXml" Target="../ink/ink109.xml"/><Relationship Id="rId64" Type="http://schemas.openxmlformats.org/officeDocument/2006/relationships/customXml" Target="../ink/ink113.xml"/><Relationship Id="rId8" Type="http://schemas.openxmlformats.org/officeDocument/2006/relationships/customXml" Target="../ink/ink85.xml"/><Relationship Id="rId51" Type="http://schemas.openxmlformats.org/officeDocument/2006/relationships/image" Target="../media/image115.png"/><Relationship Id="rId3" Type="http://schemas.openxmlformats.org/officeDocument/2006/relationships/image" Target="../media/image91.png"/><Relationship Id="rId12" Type="http://schemas.openxmlformats.org/officeDocument/2006/relationships/customXml" Target="../ink/ink87.xml"/><Relationship Id="rId17" Type="http://schemas.openxmlformats.org/officeDocument/2006/relationships/image" Target="../media/image98.png"/><Relationship Id="rId25" Type="http://schemas.openxmlformats.org/officeDocument/2006/relationships/image" Target="../media/image102.png"/><Relationship Id="rId33" Type="http://schemas.openxmlformats.org/officeDocument/2006/relationships/image" Target="../media/image106.png"/><Relationship Id="rId38" Type="http://schemas.openxmlformats.org/officeDocument/2006/relationships/customXml" Target="../ink/ink100.xml"/><Relationship Id="rId46" Type="http://schemas.openxmlformats.org/officeDocument/2006/relationships/customXml" Target="../ink/ink104.xml"/><Relationship Id="rId59" Type="http://schemas.openxmlformats.org/officeDocument/2006/relationships/image" Target="../media/image119.png"/><Relationship Id="rId67" Type="http://schemas.openxmlformats.org/officeDocument/2006/relationships/image" Target="../media/image123.png"/><Relationship Id="rId20" Type="http://schemas.openxmlformats.org/officeDocument/2006/relationships/customXml" Target="../ink/ink91.xml"/><Relationship Id="rId41" Type="http://schemas.openxmlformats.org/officeDocument/2006/relationships/image" Target="../media/image110.png"/><Relationship Id="rId54" Type="http://schemas.openxmlformats.org/officeDocument/2006/relationships/customXml" Target="../ink/ink108.xml"/><Relationship Id="rId62" Type="http://schemas.openxmlformats.org/officeDocument/2006/relationships/customXml" Target="../ink/ink1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4.xml"/><Relationship Id="rId15" Type="http://schemas.openxmlformats.org/officeDocument/2006/relationships/image" Target="../media/image97.png"/><Relationship Id="rId23" Type="http://schemas.openxmlformats.org/officeDocument/2006/relationships/image" Target="../media/image101.png"/><Relationship Id="rId28" Type="http://schemas.openxmlformats.org/officeDocument/2006/relationships/customXml" Target="../ink/ink95.xml"/><Relationship Id="rId36" Type="http://schemas.openxmlformats.org/officeDocument/2006/relationships/customXml" Target="../ink/ink99.xml"/><Relationship Id="rId49" Type="http://schemas.openxmlformats.org/officeDocument/2006/relationships/image" Target="../media/image114.png"/><Relationship Id="rId57" Type="http://schemas.openxmlformats.org/officeDocument/2006/relationships/image" Target="../media/image118.png"/><Relationship Id="rId10" Type="http://schemas.openxmlformats.org/officeDocument/2006/relationships/customXml" Target="../ink/ink86.xml"/><Relationship Id="rId31" Type="http://schemas.openxmlformats.org/officeDocument/2006/relationships/image" Target="../media/image105.png"/><Relationship Id="rId44" Type="http://schemas.openxmlformats.org/officeDocument/2006/relationships/customXml" Target="../ink/ink103.xml"/><Relationship Id="rId52" Type="http://schemas.openxmlformats.org/officeDocument/2006/relationships/customXml" Target="../ink/ink107.xml"/><Relationship Id="rId60" Type="http://schemas.openxmlformats.org/officeDocument/2006/relationships/customXml" Target="../ink/ink111.xml"/><Relationship Id="rId65" Type="http://schemas.openxmlformats.org/officeDocument/2006/relationships/image" Target="../media/image122.png"/><Relationship Id="rId4" Type="http://schemas.openxmlformats.org/officeDocument/2006/relationships/customXml" Target="../ink/ink83.xml"/><Relationship Id="rId9" Type="http://schemas.openxmlformats.org/officeDocument/2006/relationships/image" Target="../media/image94.png"/><Relationship Id="rId13" Type="http://schemas.openxmlformats.org/officeDocument/2006/relationships/image" Target="../media/image96.png"/><Relationship Id="rId18" Type="http://schemas.openxmlformats.org/officeDocument/2006/relationships/customXml" Target="../ink/ink90.xml"/><Relationship Id="rId39" Type="http://schemas.openxmlformats.org/officeDocument/2006/relationships/image" Target="../media/image10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1.png"/><Relationship Id="rId21" Type="http://schemas.openxmlformats.org/officeDocument/2006/relationships/image" Target="../media/image133.png"/><Relationship Id="rId63" Type="http://schemas.openxmlformats.org/officeDocument/2006/relationships/image" Target="../media/image154.png"/><Relationship Id="rId159" Type="http://schemas.openxmlformats.org/officeDocument/2006/relationships/image" Target="../media/image202.png"/><Relationship Id="rId170" Type="http://schemas.openxmlformats.org/officeDocument/2006/relationships/customXml" Target="../ink/ink199.xml"/><Relationship Id="rId226" Type="http://schemas.openxmlformats.org/officeDocument/2006/relationships/customXml" Target="../ink/ink227.xml"/><Relationship Id="rId268" Type="http://schemas.openxmlformats.org/officeDocument/2006/relationships/customXml" Target="../ink/ink248.xml"/><Relationship Id="rId32" Type="http://schemas.openxmlformats.org/officeDocument/2006/relationships/customXml" Target="../ink/ink130.xml"/><Relationship Id="rId74" Type="http://schemas.openxmlformats.org/officeDocument/2006/relationships/customXml" Target="../ink/ink151.xml"/><Relationship Id="rId128" Type="http://schemas.openxmlformats.org/officeDocument/2006/relationships/customXml" Target="../ink/ink178.xml"/><Relationship Id="rId5" Type="http://schemas.openxmlformats.org/officeDocument/2006/relationships/image" Target="../media/image125.png"/><Relationship Id="rId181" Type="http://schemas.openxmlformats.org/officeDocument/2006/relationships/image" Target="../media/image213.png"/><Relationship Id="rId237" Type="http://schemas.openxmlformats.org/officeDocument/2006/relationships/image" Target="../media/image241.png"/><Relationship Id="rId279" Type="http://schemas.openxmlformats.org/officeDocument/2006/relationships/image" Target="../media/image262.png"/><Relationship Id="rId43" Type="http://schemas.openxmlformats.org/officeDocument/2006/relationships/image" Target="../media/image144.png"/><Relationship Id="rId139" Type="http://schemas.openxmlformats.org/officeDocument/2006/relationships/image" Target="../media/image192.png"/><Relationship Id="rId290" Type="http://schemas.openxmlformats.org/officeDocument/2006/relationships/customXml" Target="../ink/ink259.xml"/><Relationship Id="rId85" Type="http://schemas.openxmlformats.org/officeDocument/2006/relationships/image" Target="../media/image165.png"/><Relationship Id="rId150" Type="http://schemas.openxmlformats.org/officeDocument/2006/relationships/customXml" Target="../ink/ink189.xml"/><Relationship Id="rId192" Type="http://schemas.openxmlformats.org/officeDocument/2006/relationships/customXml" Target="../ink/ink210.xml"/><Relationship Id="rId206" Type="http://schemas.openxmlformats.org/officeDocument/2006/relationships/customXml" Target="../ink/ink217.xml"/><Relationship Id="rId248" Type="http://schemas.openxmlformats.org/officeDocument/2006/relationships/customXml" Target="../ink/ink238.xml"/><Relationship Id="rId12" Type="http://schemas.openxmlformats.org/officeDocument/2006/relationships/customXml" Target="../ink/ink120.xml"/><Relationship Id="rId108" Type="http://schemas.openxmlformats.org/officeDocument/2006/relationships/customXml" Target="../ink/ink168.xml"/><Relationship Id="rId54" Type="http://schemas.openxmlformats.org/officeDocument/2006/relationships/customXml" Target="../ink/ink141.xml"/><Relationship Id="rId75" Type="http://schemas.openxmlformats.org/officeDocument/2006/relationships/image" Target="../media/image160.png"/><Relationship Id="rId96" Type="http://schemas.openxmlformats.org/officeDocument/2006/relationships/customXml" Target="../ink/ink162.xml"/><Relationship Id="rId140" Type="http://schemas.openxmlformats.org/officeDocument/2006/relationships/customXml" Target="../ink/ink184.xml"/><Relationship Id="rId161" Type="http://schemas.openxmlformats.org/officeDocument/2006/relationships/image" Target="../media/image203.png"/><Relationship Id="rId182" Type="http://schemas.openxmlformats.org/officeDocument/2006/relationships/customXml" Target="../ink/ink205.xml"/><Relationship Id="rId217" Type="http://schemas.openxmlformats.org/officeDocument/2006/relationships/image" Target="../media/image231.png"/><Relationship Id="rId6" Type="http://schemas.openxmlformats.org/officeDocument/2006/relationships/customXml" Target="../ink/ink117.xml"/><Relationship Id="rId238" Type="http://schemas.openxmlformats.org/officeDocument/2006/relationships/customXml" Target="../ink/ink233.xml"/><Relationship Id="rId259" Type="http://schemas.openxmlformats.org/officeDocument/2006/relationships/image" Target="../media/image252.png"/><Relationship Id="rId23" Type="http://schemas.openxmlformats.org/officeDocument/2006/relationships/image" Target="../media/image134.png"/><Relationship Id="rId119" Type="http://schemas.openxmlformats.org/officeDocument/2006/relationships/image" Target="../media/image182.png"/><Relationship Id="rId270" Type="http://schemas.openxmlformats.org/officeDocument/2006/relationships/customXml" Target="../ink/ink249.xml"/><Relationship Id="rId291" Type="http://schemas.openxmlformats.org/officeDocument/2006/relationships/image" Target="../media/image268.png"/><Relationship Id="rId44" Type="http://schemas.openxmlformats.org/officeDocument/2006/relationships/customXml" Target="../ink/ink136.xml"/><Relationship Id="rId65" Type="http://schemas.openxmlformats.org/officeDocument/2006/relationships/image" Target="../media/image155.png"/><Relationship Id="rId86" Type="http://schemas.openxmlformats.org/officeDocument/2006/relationships/customXml" Target="../ink/ink157.xml"/><Relationship Id="rId130" Type="http://schemas.openxmlformats.org/officeDocument/2006/relationships/customXml" Target="../ink/ink179.xml"/><Relationship Id="rId151" Type="http://schemas.openxmlformats.org/officeDocument/2006/relationships/image" Target="../media/image198.png"/><Relationship Id="rId172" Type="http://schemas.openxmlformats.org/officeDocument/2006/relationships/customXml" Target="../ink/ink200.xml"/><Relationship Id="rId193" Type="http://schemas.openxmlformats.org/officeDocument/2006/relationships/image" Target="../media/image219.png"/><Relationship Id="rId207" Type="http://schemas.openxmlformats.org/officeDocument/2006/relationships/image" Target="../media/image226.png"/><Relationship Id="rId228" Type="http://schemas.openxmlformats.org/officeDocument/2006/relationships/customXml" Target="../ink/ink228.xml"/><Relationship Id="rId249" Type="http://schemas.openxmlformats.org/officeDocument/2006/relationships/image" Target="../media/image247.png"/><Relationship Id="rId13" Type="http://schemas.openxmlformats.org/officeDocument/2006/relationships/image" Target="../media/image129.png"/><Relationship Id="rId109" Type="http://schemas.openxmlformats.org/officeDocument/2006/relationships/image" Target="../media/image177.png"/><Relationship Id="rId260" Type="http://schemas.openxmlformats.org/officeDocument/2006/relationships/customXml" Target="../ink/ink244.xml"/><Relationship Id="rId281" Type="http://schemas.openxmlformats.org/officeDocument/2006/relationships/image" Target="../media/image263.png"/><Relationship Id="rId34" Type="http://schemas.openxmlformats.org/officeDocument/2006/relationships/customXml" Target="../ink/ink131.xml"/><Relationship Id="rId55" Type="http://schemas.openxmlformats.org/officeDocument/2006/relationships/image" Target="../media/image150.png"/><Relationship Id="rId76" Type="http://schemas.openxmlformats.org/officeDocument/2006/relationships/customXml" Target="../ink/ink152.xml"/><Relationship Id="rId97" Type="http://schemas.openxmlformats.org/officeDocument/2006/relationships/image" Target="../media/image171.png"/><Relationship Id="rId120" Type="http://schemas.openxmlformats.org/officeDocument/2006/relationships/customXml" Target="../ink/ink174.xml"/><Relationship Id="rId141" Type="http://schemas.openxmlformats.org/officeDocument/2006/relationships/image" Target="../media/image193.png"/><Relationship Id="rId7" Type="http://schemas.openxmlformats.org/officeDocument/2006/relationships/image" Target="../media/image126.png"/><Relationship Id="rId162" Type="http://schemas.openxmlformats.org/officeDocument/2006/relationships/customXml" Target="../ink/ink195.xml"/><Relationship Id="rId183" Type="http://schemas.openxmlformats.org/officeDocument/2006/relationships/image" Target="../media/image214.png"/><Relationship Id="rId218" Type="http://schemas.openxmlformats.org/officeDocument/2006/relationships/customXml" Target="../ink/ink223.xml"/><Relationship Id="rId239" Type="http://schemas.openxmlformats.org/officeDocument/2006/relationships/image" Target="../media/image242.png"/><Relationship Id="rId250" Type="http://schemas.openxmlformats.org/officeDocument/2006/relationships/customXml" Target="../ink/ink239.xml"/><Relationship Id="rId271" Type="http://schemas.openxmlformats.org/officeDocument/2006/relationships/image" Target="../media/image258.png"/><Relationship Id="rId292" Type="http://schemas.openxmlformats.org/officeDocument/2006/relationships/customXml" Target="../ink/ink260.xml"/><Relationship Id="rId24" Type="http://schemas.openxmlformats.org/officeDocument/2006/relationships/customXml" Target="../ink/ink126.xml"/><Relationship Id="rId45" Type="http://schemas.openxmlformats.org/officeDocument/2006/relationships/image" Target="../media/image145.png"/><Relationship Id="rId66" Type="http://schemas.openxmlformats.org/officeDocument/2006/relationships/customXml" Target="../ink/ink147.xml"/><Relationship Id="rId87" Type="http://schemas.openxmlformats.org/officeDocument/2006/relationships/image" Target="../media/image166.png"/><Relationship Id="rId110" Type="http://schemas.openxmlformats.org/officeDocument/2006/relationships/customXml" Target="../ink/ink169.xml"/><Relationship Id="rId131" Type="http://schemas.openxmlformats.org/officeDocument/2006/relationships/image" Target="../media/image188.png"/><Relationship Id="rId152" Type="http://schemas.openxmlformats.org/officeDocument/2006/relationships/customXml" Target="../ink/ink190.xml"/><Relationship Id="rId173" Type="http://schemas.openxmlformats.org/officeDocument/2006/relationships/image" Target="../media/image209.png"/><Relationship Id="rId194" Type="http://schemas.openxmlformats.org/officeDocument/2006/relationships/customXml" Target="../ink/ink211.xml"/><Relationship Id="rId208" Type="http://schemas.openxmlformats.org/officeDocument/2006/relationships/customXml" Target="../ink/ink218.xml"/><Relationship Id="rId229" Type="http://schemas.openxmlformats.org/officeDocument/2006/relationships/image" Target="../media/image237.png"/><Relationship Id="rId240" Type="http://schemas.openxmlformats.org/officeDocument/2006/relationships/customXml" Target="../ink/ink234.xml"/><Relationship Id="rId261" Type="http://schemas.openxmlformats.org/officeDocument/2006/relationships/image" Target="../media/image253.png"/><Relationship Id="rId14" Type="http://schemas.openxmlformats.org/officeDocument/2006/relationships/customXml" Target="../ink/ink121.xml"/><Relationship Id="rId35" Type="http://schemas.openxmlformats.org/officeDocument/2006/relationships/image" Target="../media/image140.png"/><Relationship Id="rId56" Type="http://schemas.openxmlformats.org/officeDocument/2006/relationships/customXml" Target="../ink/ink142.xml"/><Relationship Id="rId77" Type="http://schemas.openxmlformats.org/officeDocument/2006/relationships/image" Target="../media/image161.png"/><Relationship Id="rId100" Type="http://schemas.openxmlformats.org/officeDocument/2006/relationships/customXml" Target="../ink/ink164.xml"/><Relationship Id="rId282" Type="http://schemas.openxmlformats.org/officeDocument/2006/relationships/customXml" Target="../ink/ink255.xml"/><Relationship Id="rId8" Type="http://schemas.openxmlformats.org/officeDocument/2006/relationships/customXml" Target="../ink/ink118.xml"/><Relationship Id="rId98" Type="http://schemas.openxmlformats.org/officeDocument/2006/relationships/customXml" Target="../ink/ink163.xml"/><Relationship Id="rId121" Type="http://schemas.openxmlformats.org/officeDocument/2006/relationships/image" Target="../media/image183.png"/><Relationship Id="rId142" Type="http://schemas.openxmlformats.org/officeDocument/2006/relationships/customXml" Target="../ink/ink185.xml"/><Relationship Id="rId163" Type="http://schemas.openxmlformats.org/officeDocument/2006/relationships/image" Target="../media/image204.png"/><Relationship Id="rId184" Type="http://schemas.openxmlformats.org/officeDocument/2006/relationships/customXml" Target="../ink/ink206.xml"/><Relationship Id="rId219" Type="http://schemas.openxmlformats.org/officeDocument/2006/relationships/image" Target="../media/image232.png"/><Relationship Id="rId230" Type="http://schemas.openxmlformats.org/officeDocument/2006/relationships/customXml" Target="../ink/ink229.xml"/><Relationship Id="rId251" Type="http://schemas.openxmlformats.org/officeDocument/2006/relationships/image" Target="../media/image248.png"/><Relationship Id="rId25" Type="http://schemas.openxmlformats.org/officeDocument/2006/relationships/image" Target="../media/image135.png"/><Relationship Id="rId46" Type="http://schemas.openxmlformats.org/officeDocument/2006/relationships/customXml" Target="../ink/ink137.xml"/><Relationship Id="rId67" Type="http://schemas.openxmlformats.org/officeDocument/2006/relationships/image" Target="../media/image156.png"/><Relationship Id="rId272" Type="http://schemas.openxmlformats.org/officeDocument/2006/relationships/customXml" Target="../ink/ink250.xml"/><Relationship Id="rId293" Type="http://schemas.openxmlformats.org/officeDocument/2006/relationships/image" Target="../media/image269.png"/><Relationship Id="rId88" Type="http://schemas.openxmlformats.org/officeDocument/2006/relationships/customXml" Target="../ink/ink158.xml"/><Relationship Id="rId111" Type="http://schemas.openxmlformats.org/officeDocument/2006/relationships/image" Target="../media/image178.png"/><Relationship Id="rId132" Type="http://schemas.openxmlformats.org/officeDocument/2006/relationships/customXml" Target="../ink/ink180.xml"/><Relationship Id="rId153" Type="http://schemas.openxmlformats.org/officeDocument/2006/relationships/image" Target="../media/image199.png"/><Relationship Id="rId174" Type="http://schemas.openxmlformats.org/officeDocument/2006/relationships/customXml" Target="../ink/ink201.xml"/><Relationship Id="rId195" Type="http://schemas.openxmlformats.org/officeDocument/2006/relationships/image" Target="../media/image220.png"/><Relationship Id="rId209" Type="http://schemas.openxmlformats.org/officeDocument/2006/relationships/image" Target="../media/image227.png"/><Relationship Id="rId220" Type="http://schemas.openxmlformats.org/officeDocument/2006/relationships/customXml" Target="../ink/ink224.xml"/><Relationship Id="rId241" Type="http://schemas.openxmlformats.org/officeDocument/2006/relationships/image" Target="../media/image243.png"/><Relationship Id="rId15" Type="http://schemas.openxmlformats.org/officeDocument/2006/relationships/image" Target="../media/image130.png"/><Relationship Id="rId36" Type="http://schemas.openxmlformats.org/officeDocument/2006/relationships/customXml" Target="../ink/ink132.xml"/><Relationship Id="rId57" Type="http://schemas.openxmlformats.org/officeDocument/2006/relationships/image" Target="../media/image151.png"/><Relationship Id="rId262" Type="http://schemas.openxmlformats.org/officeDocument/2006/relationships/customXml" Target="../ink/ink245.xml"/><Relationship Id="rId283" Type="http://schemas.openxmlformats.org/officeDocument/2006/relationships/image" Target="../media/image264.png"/><Relationship Id="rId78" Type="http://schemas.openxmlformats.org/officeDocument/2006/relationships/customXml" Target="../ink/ink153.xml"/><Relationship Id="rId99" Type="http://schemas.openxmlformats.org/officeDocument/2006/relationships/image" Target="../media/image172.png"/><Relationship Id="rId101" Type="http://schemas.openxmlformats.org/officeDocument/2006/relationships/image" Target="../media/image173.png"/><Relationship Id="rId122" Type="http://schemas.openxmlformats.org/officeDocument/2006/relationships/customXml" Target="../ink/ink175.xml"/><Relationship Id="rId143" Type="http://schemas.openxmlformats.org/officeDocument/2006/relationships/image" Target="../media/image194.png"/><Relationship Id="rId164" Type="http://schemas.openxmlformats.org/officeDocument/2006/relationships/customXml" Target="../ink/ink196.xml"/><Relationship Id="rId185" Type="http://schemas.openxmlformats.org/officeDocument/2006/relationships/image" Target="../media/image215.png"/><Relationship Id="rId9" Type="http://schemas.openxmlformats.org/officeDocument/2006/relationships/image" Target="../media/image127.png"/><Relationship Id="rId210" Type="http://schemas.openxmlformats.org/officeDocument/2006/relationships/customXml" Target="../ink/ink219.xml"/><Relationship Id="rId26" Type="http://schemas.openxmlformats.org/officeDocument/2006/relationships/customXml" Target="../ink/ink127.xml"/><Relationship Id="rId231" Type="http://schemas.openxmlformats.org/officeDocument/2006/relationships/image" Target="../media/image238.png"/><Relationship Id="rId252" Type="http://schemas.openxmlformats.org/officeDocument/2006/relationships/customXml" Target="../ink/ink240.xml"/><Relationship Id="rId273" Type="http://schemas.openxmlformats.org/officeDocument/2006/relationships/image" Target="../media/image259.png"/><Relationship Id="rId294" Type="http://schemas.openxmlformats.org/officeDocument/2006/relationships/customXml" Target="../ink/ink261.xml"/><Relationship Id="rId47" Type="http://schemas.openxmlformats.org/officeDocument/2006/relationships/image" Target="../media/image146.png"/><Relationship Id="rId68" Type="http://schemas.openxmlformats.org/officeDocument/2006/relationships/customXml" Target="../ink/ink148.xml"/><Relationship Id="rId89" Type="http://schemas.openxmlformats.org/officeDocument/2006/relationships/image" Target="../media/image167.png"/><Relationship Id="rId112" Type="http://schemas.openxmlformats.org/officeDocument/2006/relationships/customXml" Target="../ink/ink170.xml"/><Relationship Id="rId133" Type="http://schemas.openxmlformats.org/officeDocument/2006/relationships/image" Target="../media/image189.png"/><Relationship Id="rId154" Type="http://schemas.openxmlformats.org/officeDocument/2006/relationships/customXml" Target="../ink/ink191.xml"/><Relationship Id="rId175" Type="http://schemas.openxmlformats.org/officeDocument/2006/relationships/image" Target="../media/image210.png"/><Relationship Id="rId196" Type="http://schemas.openxmlformats.org/officeDocument/2006/relationships/customXml" Target="../ink/ink212.xml"/><Relationship Id="rId200" Type="http://schemas.openxmlformats.org/officeDocument/2006/relationships/customXml" Target="../ink/ink214.xml"/><Relationship Id="rId16" Type="http://schemas.openxmlformats.org/officeDocument/2006/relationships/customXml" Target="../ink/ink122.xml"/><Relationship Id="rId221" Type="http://schemas.openxmlformats.org/officeDocument/2006/relationships/image" Target="../media/image233.png"/><Relationship Id="rId242" Type="http://schemas.openxmlformats.org/officeDocument/2006/relationships/customXml" Target="../ink/ink235.xml"/><Relationship Id="rId263" Type="http://schemas.openxmlformats.org/officeDocument/2006/relationships/image" Target="../media/image254.png"/><Relationship Id="rId284" Type="http://schemas.openxmlformats.org/officeDocument/2006/relationships/customXml" Target="../ink/ink256.xml"/><Relationship Id="rId37" Type="http://schemas.openxmlformats.org/officeDocument/2006/relationships/image" Target="../media/image141.png"/><Relationship Id="rId58" Type="http://schemas.openxmlformats.org/officeDocument/2006/relationships/customXml" Target="../ink/ink143.xml"/><Relationship Id="rId79" Type="http://schemas.openxmlformats.org/officeDocument/2006/relationships/image" Target="../media/image162.png"/><Relationship Id="rId102" Type="http://schemas.openxmlformats.org/officeDocument/2006/relationships/customXml" Target="../ink/ink165.xml"/><Relationship Id="rId123" Type="http://schemas.openxmlformats.org/officeDocument/2006/relationships/image" Target="../media/image184.png"/><Relationship Id="rId144" Type="http://schemas.openxmlformats.org/officeDocument/2006/relationships/customXml" Target="../ink/ink186.xml"/><Relationship Id="rId90" Type="http://schemas.openxmlformats.org/officeDocument/2006/relationships/customXml" Target="../ink/ink159.xml"/><Relationship Id="rId165" Type="http://schemas.openxmlformats.org/officeDocument/2006/relationships/image" Target="../media/image205.png"/><Relationship Id="rId186" Type="http://schemas.openxmlformats.org/officeDocument/2006/relationships/customXml" Target="../ink/ink207.xml"/><Relationship Id="rId211" Type="http://schemas.openxmlformats.org/officeDocument/2006/relationships/image" Target="../media/image228.png"/><Relationship Id="rId232" Type="http://schemas.openxmlformats.org/officeDocument/2006/relationships/customXml" Target="../ink/ink230.xml"/><Relationship Id="rId253" Type="http://schemas.openxmlformats.org/officeDocument/2006/relationships/image" Target="../media/image249.png"/><Relationship Id="rId274" Type="http://schemas.openxmlformats.org/officeDocument/2006/relationships/customXml" Target="../ink/ink251.xml"/><Relationship Id="rId295" Type="http://schemas.openxmlformats.org/officeDocument/2006/relationships/image" Target="../media/image270.png"/><Relationship Id="rId27" Type="http://schemas.openxmlformats.org/officeDocument/2006/relationships/image" Target="../media/image136.png"/><Relationship Id="rId48" Type="http://schemas.openxmlformats.org/officeDocument/2006/relationships/customXml" Target="../ink/ink138.xml"/><Relationship Id="rId69" Type="http://schemas.openxmlformats.org/officeDocument/2006/relationships/image" Target="../media/image157.png"/><Relationship Id="rId113" Type="http://schemas.openxmlformats.org/officeDocument/2006/relationships/image" Target="../media/image179.png"/><Relationship Id="rId134" Type="http://schemas.openxmlformats.org/officeDocument/2006/relationships/customXml" Target="../ink/ink181.xml"/><Relationship Id="rId80" Type="http://schemas.openxmlformats.org/officeDocument/2006/relationships/customXml" Target="../ink/ink154.xml"/><Relationship Id="rId155" Type="http://schemas.openxmlformats.org/officeDocument/2006/relationships/image" Target="../media/image200.png"/><Relationship Id="rId176" Type="http://schemas.openxmlformats.org/officeDocument/2006/relationships/customXml" Target="../ink/ink202.xml"/><Relationship Id="rId197" Type="http://schemas.openxmlformats.org/officeDocument/2006/relationships/image" Target="../media/image221.png"/><Relationship Id="rId201" Type="http://schemas.openxmlformats.org/officeDocument/2006/relationships/image" Target="../media/image223.png"/><Relationship Id="rId222" Type="http://schemas.openxmlformats.org/officeDocument/2006/relationships/customXml" Target="../ink/ink225.xml"/><Relationship Id="rId243" Type="http://schemas.openxmlformats.org/officeDocument/2006/relationships/image" Target="../media/image244.png"/><Relationship Id="rId264" Type="http://schemas.openxmlformats.org/officeDocument/2006/relationships/customXml" Target="../ink/ink246.xml"/><Relationship Id="rId285" Type="http://schemas.openxmlformats.org/officeDocument/2006/relationships/image" Target="../media/image265.png"/><Relationship Id="rId17" Type="http://schemas.openxmlformats.org/officeDocument/2006/relationships/image" Target="../media/image131.png"/><Relationship Id="rId38" Type="http://schemas.openxmlformats.org/officeDocument/2006/relationships/customXml" Target="../ink/ink133.xml"/><Relationship Id="rId59" Type="http://schemas.openxmlformats.org/officeDocument/2006/relationships/image" Target="../media/image152.png"/><Relationship Id="rId103" Type="http://schemas.openxmlformats.org/officeDocument/2006/relationships/image" Target="../media/image174.png"/><Relationship Id="rId124" Type="http://schemas.openxmlformats.org/officeDocument/2006/relationships/customXml" Target="../ink/ink176.xml"/><Relationship Id="rId70" Type="http://schemas.openxmlformats.org/officeDocument/2006/relationships/customXml" Target="../ink/ink149.xml"/><Relationship Id="rId91" Type="http://schemas.openxmlformats.org/officeDocument/2006/relationships/image" Target="../media/image168.png"/><Relationship Id="rId145" Type="http://schemas.openxmlformats.org/officeDocument/2006/relationships/image" Target="../media/image195.png"/><Relationship Id="rId166" Type="http://schemas.openxmlformats.org/officeDocument/2006/relationships/customXml" Target="../ink/ink197.xml"/><Relationship Id="rId187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20.xml"/><Relationship Id="rId233" Type="http://schemas.openxmlformats.org/officeDocument/2006/relationships/image" Target="../media/image239.png"/><Relationship Id="rId254" Type="http://schemas.openxmlformats.org/officeDocument/2006/relationships/customXml" Target="../ink/ink241.xml"/><Relationship Id="rId28" Type="http://schemas.openxmlformats.org/officeDocument/2006/relationships/customXml" Target="../ink/ink128.xml"/><Relationship Id="rId49" Type="http://schemas.openxmlformats.org/officeDocument/2006/relationships/image" Target="../media/image147.png"/><Relationship Id="rId114" Type="http://schemas.openxmlformats.org/officeDocument/2006/relationships/customXml" Target="../ink/ink171.xml"/><Relationship Id="rId275" Type="http://schemas.openxmlformats.org/officeDocument/2006/relationships/image" Target="../media/image260.png"/><Relationship Id="rId296" Type="http://schemas.openxmlformats.org/officeDocument/2006/relationships/customXml" Target="../ink/ink262.xml"/><Relationship Id="rId60" Type="http://schemas.openxmlformats.org/officeDocument/2006/relationships/customXml" Target="../ink/ink144.xml"/><Relationship Id="rId81" Type="http://schemas.openxmlformats.org/officeDocument/2006/relationships/image" Target="../media/image163.png"/><Relationship Id="rId135" Type="http://schemas.openxmlformats.org/officeDocument/2006/relationships/image" Target="../media/image190.png"/><Relationship Id="rId156" Type="http://schemas.openxmlformats.org/officeDocument/2006/relationships/customXml" Target="../ink/ink192.xml"/><Relationship Id="rId177" Type="http://schemas.openxmlformats.org/officeDocument/2006/relationships/image" Target="../media/image211.png"/><Relationship Id="rId198" Type="http://schemas.openxmlformats.org/officeDocument/2006/relationships/customXml" Target="../ink/ink213.xml"/><Relationship Id="rId202" Type="http://schemas.openxmlformats.org/officeDocument/2006/relationships/customXml" Target="../ink/ink215.xml"/><Relationship Id="rId223" Type="http://schemas.openxmlformats.org/officeDocument/2006/relationships/image" Target="../media/image234.png"/><Relationship Id="rId244" Type="http://schemas.openxmlformats.org/officeDocument/2006/relationships/customXml" Target="../ink/ink236.xml"/><Relationship Id="rId18" Type="http://schemas.openxmlformats.org/officeDocument/2006/relationships/customXml" Target="../ink/ink123.xml"/><Relationship Id="rId39" Type="http://schemas.openxmlformats.org/officeDocument/2006/relationships/image" Target="../media/image142.png"/><Relationship Id="rId265" Type="http://schemas.openxmlformats.org/officeDocument/2006/relationships/image" Target="../media/image255.png"/><Relationship Id="rId286" Type="http://schemas.openxmlformats.org/officeDocument/2006/relationships/customXml" Target="../ink/ink257.xml"/><Relationship Id="rId50" Type="http://schemas.openxmlformats.org/officeDocument/2006/relationships/customXml" Target="../ink/ink139.xml"/><Relationship Id="rId104" Type="http://schemas.openxmlformats.org/officeDocument/2006/relationships/customXml" Target="../ink/ink166.xml"/><Relationship Id="rId125" Type="http://schemas.openxmlformats.org/officeDocument/2006/relationships/image" Target="../media/image185.png"/><Relationship Id="rId146" Type="http://schemas.openxmlformats.org/officeDocument/2006/relationships/customXml" Target="../ink/ink187.xml"/><Relationship Id="rId167" Type="http://schemas.openxmlformats.org/officeDocument/2006/relationships/image" Target="../media/image206.png"/><Relationship Id="rId188" Type="http://schemas.openxmlformats.org/officeDocument/2006/relationships/customXml" Target="../ink/ink208.xml"/><Relationship Id="rId71" Type="http://schemas.openxmlformats.org/officeDocument/2006/relationships/image" Target="../media/image158.png"/><Relationship Id="rId92" Type="http://schemas.openxmlformats.org/officeDocument/2006/relationships/customXml" Target="../ink/ink160.xml"/><Relationship Id="rId213" Type="http://schemas.openxmlformats.org/officeDocument/2006/relationships/image" Target="../media/image229.png"/><Relationship Id="rId234" Type="http://schemas.openxmlformats.org/officeDocument/2006/relationships/customXml" Target="../ink/ink231.xml"/><Relationship Id="rId2" Type="http://schemas.openxmlformats.org/officeDocument/2006/relationships/customXml" Target="../ink/ink115.xml"/><Relationship Id="rId29" Type="http://schemas.openxmlformats.org/officeDocument/2006/relationships/image" Target="../media/image137.png"/><Relationship Id="rId255" Type="http://schemas.openxmlformats.org/officeDocument/2006/relationships/image" Target="../media/image250.png"/><Relationship Id="rId276" Type="http://schemas.openxmlformats.org/officeDocument/2006/relationships/customXml" Target="../ink/ink252.xml"/><Relationship Id="rId297" Type="http://schemas.openxmlformats.org/officeDocument/2006/relationships/image" Target="../media/image271.png"/><Relationship Id="rId40" Type="http://schemas.openxmlformats.org/officeDocument/2006/relationships/customXml" Target="../ink/ink134.xml"/><Relationship Id="rId115" Type="http://schemas.openxmlformats.org/officeDocument/2006/relationships/image" Target="../media/image180.png"/><Relationship Id="rId136" Type="http://schemas.openxmlformats.org/officeDocument/2006/relationships/customXml" Target="../ink/ink182.xml"/><Relationship Id="rId157" Type="http://schemas.openxmlformats.org/officeDocument/2006/relationships/image" Target="../media/image201.png"/><Relationship Id="rId178" Type="http://schemas.openxmlformats.org/officeDocument/2006/relationships/customXml" Target="../ink/ink203.xml"/><Relationship Id="rId61" Type="http://schemas.openxmlformats.org/officeDocument/2006/relationships/image" Target="../media/image153.png"/><Relationship Id="rId82" Type="http://schemas.openxmlformats.org/officeDocument/2006/relationships/customXml" Target="../ink/ink155.xml"/><Relationship Id="rId199" Type="http://schemas.openxmlformats.org/officeDocument/2006/relationships/image" Target="../media/image222.png"/><Relationship Id="rId203" Type="http://schemas.openxmlformats.org/officeDocument/2006/relationships/image" Target="../media/image224.png"/><Relationship Id="rId19" Type="http://schemas.openxmlformats.org/officeDocument/2006/relationships/image" Target="../media/image132.png"/><Relationship Id="rId224" Type="http://schemas.openxmlformats.org/officeDocument/2006/relationships/customXml" Target="../ink/ink226.xml"/><Relationship Id="rId245" Type="http://schemas.openxmlformats.org/officeDocument/2006/relationships/image" Target="../media/image245.png"/><Relationship Id="rId266" Type="http://schemas.openxmlformats.org/officeDocument/2006/relationships/customXml" Target="../ink/ink247.xml"/><Relationship Id="rId287" Type="http://schemas.openxmlformats.org/officeDocument/2006/relationships/image" Target="../media/image266.png"/><Relationship Id="rId30" Type="http://schemas.openxmlformats.org/officeDocument/2006/relationships/customXml" Target="../ink/ink129.xml"/><Relationship Id="rId105" Type="http://schemas.openxmlformats.org/officeDocument/2006/relationships/image" Target="../media/image175.png"/><Relationship Id="rId126" Type="http://schemas.openxmlformats.org/officeDocument/2006/relationships/customXml" Target="../ink/ink177.xml"/><Relationship Id="rId147" Type="http://schemas.openxmlformats.org/officeDocument/2006/relationships/image" Target="../media/image196.png"/><Relationship Id="rId168" Type="http://schemas.openxmlformats.org/officeDocument/2006/relationships/customXml" Target="../ink/ink198.xml"/><Relationship Id="rId51" Type="http://schemas.openxmlformats.org/officeDocument/2006/relationships/image" Target="../media/image148.png"/><Relationship Id="rId72" Type="http://schemas.openxmlformats.org/officeDocument/2006/relationships/customXml" Target="../ink/ink150.xml"/><Relationship Id="rId93" Type="http://schemas.openxmlformats.org/officeDocument/2006/relationships/image" Target="../media/image169.png"/><Relationship Id="rId189" Type="http://schemas.openxmlformats.org/officeDocument/2006/relationships/image" Target="../media/image217.png"/><Relationship Id="rId3" Type="http://schemas.openxmlformats.org/officeDocument/2006/relationships/image" Target="../media/image124.png"/><Relationship Id="rId214" Type="http://schemas.openxmlformats.org/officeDocument/2006/relationships/customXml" Target="../ink/ink221.xml"/><Relationship Id="rId235" Type="http://schemas.openxmlformats.org/officeDocument/2006/relationships/image" Target="../media/image240.png"/><Relationship Id="rId256" Type="http://schemas.openxmlformats.org/officeDocument/2006/relationships/customXml" Target="../ink/ink242.xml"/><Relationship Id="rId277" Type="http://schemas.openxmlformats.org/officeDocument/2006/relationships/image" Target="../media/image261.png"/><Relationship Id="rId116" Type="http://schemas.openxmlformats.org/officeDocument/2006/relationships/customXml" Target="../ink/ink172.xml"/><Relationship Id="rId137" Type="http://schemas.openxmlformats.org/officeDocument/2006/relationships/image" Target="../media/image191.png"/><Relationship Id="rId158" Type="http://schemas.openxmlformats.org/officeDocument/2006/relationships/customXml" Target="../ink/ink193.xml"/><Relationship Id="rId20" Type="http://schemas.openxmlformats.org/officeDocument/2006/relationships/customXml" Target="../ink/ink124.xml"/><Relationship Id="rId41" Type="http://schemas.openxmlformats.org/officeDocument/2006/relationships/image" Target="../media/image143.png"/><Relationship Id="rId62" Type="http://schemas.openxmlformats.org/officeDocument/2006/relationships/customXml" Target="../ink/ink145.xml"/><Relationship Id="rId83" Type="http://schemas.openxmlformats.org/officeDocument/2006/relationships/image" Target="../media/image164.png"/><Relationship Id="rId179" Type="http://schemas.openxmlformats.org/officeDocument/2006/relationships/image" Target="../media/image212.png"/><Relationship Id="rId190" Type="http://schemas.openxmlformats.org/officeDocument/2006/relationships/customXml" Target="../ink/ink209.xml"/><Relationship Id="rId204" Type="http://schemas.openxmlformats.org/officeDocument/2006/relationships/customXml" Target="../ink/ink216.xml"/><Relationship Id="rId225" Type="http://schemas.openxmlformats.org/officeDocument/2006/relationships/image" Target="../media/image235.png"/><Relationship Id="rId246" Type="http://schemas.openxmlformats.org/officeDocument/2006/relationships/customXml" Target="../ink/ink237.xml"/><Relationship Id="rId267" Type="http://schemas.openxmlformats.org/officeDocument/2006/relationships/image" Target="../media/image256.png"/><Relationship Id="rId288" Type="http://schemas.openxmlformats.org/officeDocument/2006/relationships/customXml" Target="../ink/ink258.xml"/><Relationship Id="rId106" Type="http://schemas.openxmlformats.org/officeDocument/2006/relationships/customXml" Target="../ink/ink167.xml"/><Relationship Id="rId127" Type="http://schemas.openxmlformats.org/officeDocument/2006/relationships/image" Target="../media/image186.png"/><Relationship Id="rId10" Type="http://schemas.openxmlformats.org/officeDocument/2006/relationships/customXml" Target="../ink/ink119.xml"/><Relationship Id="rId31" Type="http://schemas.openxmlformats.org/officeDocument/2006/relationships/image" Target="../media/image138.png"/><Relationship Id="rId52" Type="http://schemas.openxmlformats.org/officeDocument/2006/relationships/customXml" Target="../ink/ink140.xml"/><Relationship Id="rId73" Type="http://schemas.openxmlformats.org/officeDocument/2006/relationships/image" Target="../media/image159.png"/><Relationship Id="rId94" Type="http://schemas.openxmlformats.org/officeDocument/2006/relationships/customXml" Target="../ink/ink161.xml"/><Relationship Id="rId148" Type="http://schemas.openxmlformats.org/officeDocument/2006/relationships/customXml" Target="../ink/ink188.xml"/><Relationship Id="rId169" Type="http://schemas.openxmlformats.org/officeDocument/2006/relationships/image" Target="../media/image207.png"/><Relationship Id="rId4" Type="http://schemas.openxmlformats.org/officeDocument/2006/relationships/customXml" Target="../ink/ink116.xml"/><Relationship Id="rId180" Type="http://schemas.openxmlformats.org/officeDocument/2006/relationships/customXml" Target="../ink/ink204.xml"/><Relationship Id="rId215" Type="http://schemas.openxmlformats.org/officeDocument/2006/relationships/image" Target="../media/image230.png"/><Relationship Id="rId236" Type="http://schemas.openxmlformats.org/officeDocument/2006/relationships/customXml" Target="../ink/ink232.xml"/><Relationship Id="rId257" Type="http://schemas.openxmlformats.org/officeDocument/2006/relationships/image" Target="../media/image251.png"/><Relationship Id="rId278" Type="http://schemas.openxmlformats.org/officeDocument/2006/relationships/customXml" Target="../ink/ink253.xml"/><Relationship Id="rId42" Type="http://schemas.openxmlformats.org/officeDocument/2006/relationships/customXml" Target="../ink/ink135.xml"/><Relationship Id="rId84" Type="http://schemas.openxmlformats.org/officeDocument/2006/relationships/customXml" Target="../ink/ink156.xml"/><Relationship Id="rId138" Type="http://schemas.openxmlformats.org/officeDocument/2006/relationships/customXml" Target="../ink/ink183.xml"/><Relationship Id="rId191" Type="http://schemas.openxmlformats.org/officeDocument/2006/relationships/image" Target="../media/image218.png"/><Relationship Id="rId205" Type="http://schemas.openxmlformats.org/officeDocument/2006/relationships/image" Target="../media/image225.png"/><Relationship Id="rId247" Type="http://schemas.openxmlformats.org/officeDocument/2006/relationships/image" Target="../media/image246.png"/><Relationship Id="rId107" Type="http://schemas.openxmlformats.org/officeDocument/2006/relationships/image" Target="../media/image176.png"/><Relationship Id="rId289" Type="http://schemas.openxmlformats.org/officeDocument/2006/relationships/image" Target="../media/image267.png"/><Relationship Id="rId11" Type="http://schemas.openxmlformats.org/officeDocument/2006/relationships/image" Target="../media/image128.png"/><Relationship Id="rId53" Type="http://schemas.openxmlformats.org/officeDocument/2006/relationships/image" Target="../media/image149.png"/><Relationship Id="rId149" Type="http://schemas.openxmlformats.org/officeDocument/2006/relationships/image" Target="../media/image197.png"/><Relationship Id="rId95" Type="http://schemas.openxmlformats.org/officeDocument/2006/relationships/image" Target="../media/image170.png"/><Relationship Id="rId160" Type="http://schemas.openxmlformats.org/officeDocument/2006/relationships/customXml" Target="../ink/ink194.xml"/><Relationship Id="rId216" Type="http://schemas.openxmlformats.org/officeDocument/2006/relationships/customXml" Target="../ink/ink222.xml"/><Relationship Id="rId258" Type="http://schemas.openxmlformats.org/officeDocument/2006/relationships/customXml" Target="../ink/ink243.xml"/><Relationship Id="rId22" Type="http://schemas.openxmlformats.org/officeDocument/2006/relationships/customXml" Target="../ink/ink125.xml"/><Relationship Id="rId64" Type="http://schemas.openxmlformats.org/officeDocument/2006/relationships/customXml" Target="../ink/ink146.xml"/><Relationship Id="rId118" Type="http://schemas.openxmlformats.org/officeDocument/2006/relationships/customXml" Target="../ink/ink173.xml"/><Relationship Id="rId171" Type="http://schemas.openxmlformats.org/officeDocument/2006/relationships/image" Target="../media/image208.png"/><Relationship Id="rId227" Type="http://schemas.openxmlformats.org/officeDocument/2006/relationships/image" Target="../media/image236.png"/><Relationship Id="rId269" Type="http://schemas.openxmlformats.org/officeDocument/2006/relationships/image" Target="../media/image257.png"/><Relationship Id="rId33" Type="http://schemas.openxmlformats.org/officeDocument/2006/relationships/image" Target="../media/image139.png"/><Relationship Id="rId129" Type="http://schemas.openxmlformats.org/officeDocument/2006/relationships/image" Target="../media/image187.png"/><Relationship Id="rId280" Type="http://schemas.openxmlformats.org/officeDocument/2006/relationships/customXml" Target="../ink/ink254.xml"/></Relationships>
</file>

<file path=ppt/slides/_rels/slide4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8.png"/><Relationship Id="rId21" Type="http://schemas.openxmlformats.org/officeDocument/2006/relationships/image" Target="../media/image281.png"/><Relationship Id="rId42" Type="http://schemas.openxmlformats.org/officeDocument/2006/relationships/customXml" Target="../ink/ink283.xml"/><Relationship Id="rId63" Type="http://schemas.openxmlformats.org/officeDocument/2006/relationships/image" Target="../media/image302.png"/><Relationship Id="rId84" Type="http://schemas.openxmlformats.org/officeDocument/2006/relationships/customXml" Target="../ink/ink304.xml"/><Relationship Id="rId138" Type="http://schemas.openxmlformats.org/officeDocument/2006/relationships/customXml" Target="../ink/ink331.xml"/><Relationship Id="rId159" Type="http://schemas.openxmlformats.org/officeDocument/2006/relationships/image" Target="../media/image349.png"/><Relationship Id="rId107" Type="http://schemas.openxmlformats.org/officeDocument/2006/relationships/image" Target="../media/image323.png"/><Relationship Id="rId11" Type="http://schemas.openxmlformats.org/officeDocument/2006/relationships/image" Target="../media/image276.png"/><Relationship Id="rId32" Type="http://schemas.openxmlformats.org/officeDocument/2006/relationships/customXml" Target="../ink/ink278.xml"/><Relationship Id="rId53" Type="http://schemas.openxmlformats.org/officeDocument/2006/relationships/image" Target="../media/image297.png"/><Relationship Id="rId74" Type="http://schemas.openxmlformats.org/officeDocument/2006/relationships/customXml" Target="../ink/ink299.xml"/><Relationship Id="rId128" Type="http://schemas.openxmlformats.org/officeDocument/2006/relationships/customXml" Target="../ink/ink326.xml"/><Relationship Id="rId149" Type="http://schemas.openxmlformats.org/officeDocument/2006/relationships/image" Target="../media/image344.png"/><Relationship Id="rId5" Type="http://schemas.openxmlformats.org/officeDocument/2006/relationships/image" Target="../media/image273.png"/><Relationship Id="rId95" Type="http://schemas.openxmlformats.org/officeDocument/2006/relationships/image" Target="../media/image317.png"/><Relationship Id="rId160" Type="http://schemas.openxmlformats.org/officeDocument/2006/relationships/customXml" Target="../ink/ink342.xml"/><Relationship Id="rId22" Type="http://schemas.openxmlformats.org/officeDocument/2006/relationships/customXml" Target="../ink/ink273.xml"/><Relationship Id="rId43" Type="http://schemas.openxmlformats.org/officeDocument/2006/relationships/image" Target="../media/image292.png"/><Relationship Id="rId64" Type="http://schemas.openxmlformats.org/officeDocument/2006/relationships/customXml" Target="../ink/ink294.xml"/><Relationship Id="rId118" Type="http://schemas.openxmlformats.org/officeDocument/2006/relationships/customXml" Target="../ink/ink321.xml"/><Relationship Id="rId139" Type="http://schemas.openxmlformats.org/officeDocument/2006/relationships/image" Target="../media/image339.png"/><Relationship Id="rId85" Type="http://schemas.openxmlformats.org/officeDocument/2006/relationships/image" Target="../media/image312.png"/><Relationship Id="rId150" Type="http://schemas.openxmlformats.org/officeDocument/2006/relationships/customXml" Target="../ink/ink337.xml"/><Relationship Id="rId12" Type="http://schemas.openxmlformats.org/officeDocument/2006/relationships/customXml" Target="../ink/ink268.xml"/><Relationship Id="rId17" Type="http://schemas.openxmlformats.org/officeDocument/2006/relationships/image" Target="../media/image279.png"/><Relationship Id="rId33" Type="http://schemas.openxmlformats.org/officeDocument/2006/relationships/image" Target="../media/image287.png"/><Relationship Id="rId38" Type="http://schemas.openxmlformats.org/officeDocument/2006/relationships/customXml" Target="../ink/ink281.xml"/><Relationship Id="rId59" Type="http://schemas.openxmlformats.org/officeDocument/2006/relationships/image" Target="../media/image300.png"/><Relationship Id="rId103" Type="http://schemas.openxmlformats.org/officeDocument/2006/relationships/image" Target="../media/image321.png"/><Relationship Id="rId108" Type="http://schemas.openxmlformats.org/officeDocument/2006/relationships/customXml" Target="../ink/ink316.xml"/><Relationship Id="rId124" Type="http://schemas.openxmlformats.org/officeDocument/2006/relationships/customXml" Target="../ink/ink324.xml"/><Relationship Id="rId129" Type="http://schemas.openxmlformats.org/officeDocument/2006/relationships/image" Target="../media/image334.png"/><Relationship Id="rId54" Type="http://schemas.openxmlformats.org/officeDocument/2006/relationships/customXml" Target="../ink/ink289.xml"/><Relationship Id="rId70" Type="http://schemas.openxmlformats.org/officeDocument/2006/relationships/customXml" Target="../ink/ink297.xml"/><Relationship Id="rId75" Type="http://schemas.openxmlformats.org/officeDocument/2006/relationships/image" Target="../media/image307.png"/><Relationship Id="rId91" Type="http://schemas.openxmlformats.org/officeDocument/2006/relationships/image" Target="../media/image315.png"/><Relationship Id="rId96" Type="http://schemas.openxmlformats.org/officeDocument/2006/relationships/customXml" Target="../ink/ink310.xml"/><Relationship Id="rId140" Type="http://schemas.openxmlformats.org/officeDocument/2006/relationships/customXml" Target="../ink/ink332.xml"/><Relationship Id="rId145" Type="http://schemas.openxmlformats.org/officeDocument/2006/relationships/image" Target="../media/image342.png"/><Relationship Id="rId161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5.xml"/><Relationship Id="rId23" Type="http://schemas.openxmlformats.org/officeDocument/2006/relationships/image" Target="../media/image282.png"/><Relationship Id="rId28" Type="http://schemas.openxmlformats.org/officeDocument/2006/relationships/customXml" Target="../ink/ink276.xml"/><Relationship Id="rId49" Type="http://schemas.openxmlformats.org/officeDocument/2006/relationships/image" Target="../media/image295.png"/><Relationship Id="rId114" Type="http://schemas.openxmlformats.org/officeDocument/2006/relationships/customXml" Target="../ink/ink319.xml"/><Relationship Id="rId119" Type="http://schemas.openxmlformats.org/officeDocument/2006/relationships/image" Target="../media/image329.png"/><Relationship Id="rId44" Type="http://schemas.openxmlformats.org/officeDocument/2006/relationships/customXml" Target="../ink/ink284.xml"/><Relationship Id="rId60" Type="http://schemas.openxmlformats.org/officeDocument/2006/relationships/customXml" Target="../ink/ink292.xml"/><Relationship Id="rId65" Type="http://schemas.openxmlformats.org/officeDocument/2006/relationships/image" Target="../media/image303.png"/><Relationship Id="rId81" Type="http://schemas.openxmlformats.org/officeDocument/2006/relationships/image" Target="../media/image310.png"/><Relationship Id="rId86" Type="http://schemas.openxmlformats.org/officeDocument/2006/relationships/customXml" Target="../ink/ink305.xml"/><Relationship Id="rId130" Type="http://schemas.openxmlformats.org/officeDocument/2006/relationships/customXml" Target="../ink/ink327.xml"/><Relationship Id="rId135" Type="http://schemas.openxmlformats.org/officeDocument/2006/relationships/image" Target="../media/image337.png"/><Relationship Id="rId151" Type="http://schemas.openxmlformats.org/officeDocument/2006/relationships/image" Target="../media/image345.png"/><Relationship Id="rId156" Type="http://schemas.openxmlformats.org/officeDocument/2006/relationships/customXml" Target="../ink/ink340.xml"/><Relationship Id="rId13" Type="http://schemas.openxmlformats.org/officeDocument/2006/relationships/image" Target="../media/image277.png"/><Relationship Id="rId18" Type="http://schemas.openxmlformats.org/officeDocument/2006/relationships/customXml" Target="../ink/ink271.xml"/><Relationship Id="rId39" Type="http://schemas.openxmlformats.org/officeDocument/2006/relationships/image" Target="../media/image290.png"/><Relationship Id="rId109" Type="http://schemas.openxmlformats.org/officeDocument/2006/relationships/image" Target="../media/image324.png"/><Relationship Id="rId34" Type="http://schemas.openxmlformats.org/officeDocument/2006/relationships/customXml" Target="../ink/ink279.xml"/><Relationship Id="rId50" Type="http://schemas.openxmlformats.org/officeDocument/2006/relationships/customXml" Target="../ink/ink287.xml"/><Relationship Id="rId55" Type="http://schemas.openxmlformats.org/officeDocument/2006/relationships/image" Target="../media/image298.png"/><Relationship Id="rId76" Type="http://schemas.openxmlformats.org/officeDocument/2006/relationships/customXml" Target="../ink/ink300.xml"/><Relationship Id="rId97" Type="http://schemas.openxmlformats.org/officeDocument/2006/relationships/image" Target="../media/image318.png"/><Relationship Id="rId104" Type="http://schemas.openxmlformats.org/officeDocument/2006/relationships/customXml" Target="../ink/ink314.xml"/><Relationship Id="rId120" Type="http://schemas.openxmlformats.org/officeDocument/2006/relationships/customXml" Target="../ink/ink322.xml"/><Relationship Id="rId125" Type="http://schemas.openxmlformats.org/officeDocument/2006/relationships/image" Target="../media/image332.png"/><Relationship Id="rId141" Type="http://schemas.openxmlformats.org/officeDocument/2006/relationships/image" Target="../media/image340.png"/><Relationship Id="rId146" Type="http://schemas.openxmlformats.org/officeDocument/2006/relationships/customXml" Target="../ink/ink335.xml"/><Relationship Id="rId7" Type="http://schemas.openxmlformats.org/officeDocument/2006/relationships/image" Target="../media/image274.png"/><Relationship Id="rId71" Type="http://schemas.openxmlformats.org/officeDocument/2006/relationships/image" Target="../media/image305.png"/><Relationship Id="rId92" Type="http://schemas.openxmlformats.org/officeDocument/2006/relationships/customXml" Target="../ink/ink308.xml"/><Relationship Id="rId162" Type="http://schemas.openxmlformats.org/officeDocument/2006/relationships/customXml" Target="../ink/ink343.xml"/><Relationship Id="rId2" Type="http://schemas.openxmlformats.org/officeDocument/2006/relationships/customXml" Target="../ink/ink263.xml"/><Relationship Id="rId29" Type="http://schemas.openxmlformats.org/officeDocument/2006/relationships/image" Target="../media/image285.png"/><Relationship Id="rId24" Type="http://schemas.openxmlformats.org/officeDocument/2006/relationships/customXml" Target="../ink/ink274.xml"/><Relationship Id="rId40" Type="http://schemas.openxmlformats.org/officeDocument/2006/relationships/customXml" Target="../ink/ink282.xml"/><Relationship Id="rId45" Type="http://schemas.openxmlformats.org/officeDocument/2006/relationships/image" Target="../media/image293.png"/><Relationship Id="rId66" Type="http://schemas.openxmlformats.org/officeDocument/2006/relationships/customXml" Target="../ink/ink295.xml"/><Relationship Id="rId87" Type="http://schemas.openxmlformats.org/officeDocument/2006/relationships/image" Target="../media/image313.png"/><Relationship Id="rId110" Type="http://schemas.openxmlformats.org/officeDocument/2006/relationships/customXml" Target="../ink/ink317.xml"/><Relationship Id="rId115" Type="http://schemas.openxmlformats.org/officeDocument/2006/relationships/image" Target="../media/image327.png"/><Relationship Id="rId131" Type="http://schemas.openxmlformats.org/officeDocument/2006/relationships/image" Target="../media/image335.png"/><Relationship Id="rId136" Type="http://schemas.openxmlformats.org/officeDocument/2006/relationships/customXml" Target="../ink/ink330.xml"/><Relationship Id="rId157" Type="http://schemas.openxmlformats.org/officeDocument/2006/relationships/image" Target="../media/image348.png"/><Relationship Id="rId61" Type="http://schemas.openxmlformats.org/officeDocument/2006/relationships/image" Target="../media/image301.png"/><Relationship Id="rId82" Type="http://schemas.openxmlformats.org/officeDocument/2006/relationships/customXml" Target="../ink/ink303.xml"/><Relationship Id="rId152" Type="http://schemas.openxmlformats.org/officeDocument/2006/relationships/customXml" Target="../ink/ink338.xml"/><Relationship Id="rId19" Type="http://schemas.openxmlformats.org/officeDocument/2006/relationships/image" Target="../media/image280.png"/><Relationship Id="rId14" Type="http://schemas.openxmlformats.org/officeDocument/2006/relationships/customXml" Target="../ink/ink269.xml"/><Relationship Id="rId30" Type="http://schemas.openxmlformats.org/officeDocument/2006/relationships/customXml" Target="../ink/ink277.xml"/><Relationship Id="rId35" Type="http://schemas.openxmlformats.org/officeDocument/2006/relationships/image" Target="../media/image288.png"/><Relationship Id="rId56" Type="http://schemas.openxmlformats.org/officeDocument/2006/relationships/customXml" Target="../ink/ink290.xml"/><Relationship Id="rId77" Type="http://schemas.openxmlformats.org/officeDocument/2006/relationships/image" Target="../media/image308.png"/><Relationship Id="rId100" Type="http://schemas.openxmlformats.org/officeDocument/2006/relationships/customXml" Target="../ink/ink312.xml"/><Relationship Id="rId105" Type="http://schemas.openxmlformats.org/officeDocument/2006/relationships/image" Target="../media/image322.png"/><Relationship Id="rId126" Type="http://schemas.openxmlformats.org/officeDocument/2006/relationships/customXml" Target="../ink/ink325.xml"/><Relationship Id="rId147" Type="http://schemas.openxmlformats.org/officeDocument/2006/relationships/image" Target="../media/image343.png"/><Relationship Id="rId8" Type="http://schemas.openxmlformats.org/officeDocument/2006/relationships/customXml" Target="../ink/ink266.xml"/><Relationship Id="rId51" Type="http://schemas.openxmlformats.org/officeDocument/2006/relationships/image" Target="../media/image296.png"/><Relationship Id="rId72" Type="http://schemas.openxmlformats.org/officeDocument/2006/relationships/customXml" Target="../ink/ink298.xml"/><Relationship Id="rId93" Type="http://schemas.openxmlformats.org/officeDocument/2006/relationships/image" Target="../media/image316.png"/><Relationship Id="rId98" Type="http://schemas.openxmlformats.org/officeDocument/2006/relationships/customXml" Target="../ink/ink311.xml"/><Relationship Id="rId121" Type="http://schemas.openxmlformats.org/officeDocument/2006/relationships/image" Target="../media/image330.png"/><Relationship Id="rId142" Type="http://schemas.openxmlformats.org/officeDocument/2006/relationships/customXml" Target="../ink/ink333.xml"/><Relationship Id="rId163" Type="http://schemas.openxmlformats.org/officeDocument/2006/relationships/image" Target="../media/image351.png"/><Relationship Id="rId3" Type="http://schemas.openxmlformats.org/officeDocument/2006/relationships/image" Target="../media/image272.png"/><Relationship Id="rId25" Type="http://schemas.openxmlformats.org/officeDocument/2006/relationships/image" Target="../media/image283.png"/><Relationship Id="rId46" Type="http://schemas.openxmlformats.org/officeDocument/2006/relationships/customXml" Target="../ink/ink285.xml"/><Relationship Id="rId67" Type="http://schemas.openxmlformats.org/officeDocument/2006/relationships/image" Target="../media/image304.png"/><Relationship Id="rId116" Type="http://schemas.openxmlformats.org/officeDocument/2006/relationships/customXml" Target="../ink/ink320.xml"/><Relationship Id="rId137" Type="http://schemas.openxmlformats.org/officeDocument/2006/relationships/image" Target="../media/image338.png"/><Relationship Id="rId158" Type="http://schemas.openxmlformats.org/officeDocument/2006/relationships/customXml" Target="../ink/ink341.xml"/><Relationship Id="rId20" Type="http://schemas.openxmlformats.org/officeDocument/2006/relationships/customXml" Target="../ink/ink272.xml"/><Relationship Id="rId41" Type="http://schemas.openxmlformats.org/officeDocument/2006/relationships/image" Target="../media/image291.png"/><Relationship Id="rId62" Type="http://schemas.openxmlformats.org/officeDocument/2006/relationships/customXml" Target="../ink/ink293.xml"/><Relationship Id="rId83" Type="http://schemas.openxmlformats.org/officeDocument/2006/relationships/image" Target="../media/image311.png"/><Relationship Id="rId88" Type="http://schemas.openxmlformats.org/officeDocument/2006/relationships/customXml" Target="../ink/ink306.xml"/><Relationship Id="rId111" Type="http://schemas.openxmlformats.org/officeDocument/2006/relationships/image" Target="../media/image325.png"/><Relationship Id="rId132" Type="http://schemas.openxmlformats.org/officeDocument/2006/relationships/customXml" Target="../ink/ink328.xml"/><Relationship Id="rId153" Type="http://schemas.openxmlformats.org/officeDocument/2006/relationships/image" Target="../media/image346.png"/><Relationship Id="rId15" Type="http://schemas.openxmlformats.org/officeDocument/2006/relationships/image" Target="../media/image278.png"/><Relationship Id="rId36" Type="http://schemas.openxmlformats.org/officeDocument/2006/relationships/customXml" Target="../ink/ink280.xml"/><Relationship Id="rId57" Type="http://schemas.openxmlformats.org/officeDocument/2006/relationships/image" Target="../media/image299.png"/><Relationship Id="rId106" Type="http://schemas.openxmlformats.org/officeDocument/2006/relationships/customXml" Target="../ink/ink315.xml"/><Relationship Id="rId127" Type="http://schemas.openxmlformats.org/officeDocument/2006/relationships/image" Target="../media/image333.png"/><Relationship Id="rId10" Type="http://schemas.openxmlformats.org/officeDocument/2006/relationships/customXml" Target="../ink/ink267.xml"/><Relationship Id="rId31" Type="http://schemas.openxmlformats.org/officeDocument/2006/relationships/image" Target="../media/image286.png"/><Relationship Id="rId52" Type="http://schemas.openxmlformats.org/officeDocument/2006/relationships/customXml" Target="../ink/ink288.xml"/><Relationship Id="rId73" Type="http://schemas.openxmlformats.org/officeDocument/2006/relationships/image" Target="../media/image306.png"/><Relationship Id="rId78" Type="http://schemas.openxmlformats.org/officeDocument/2006/relationships/customXml" Target="../ink/ink301.xml"/><Relationship Id="rId94" Type="http://schemas.openxmlformats.org/officeDocument/2006/relationships/customXml" Target="../ink/ink309.xml"/><Relationship Id="rId99" Type="http://schemas.openxmlformats.org/officeDocument/2006/relationships/image" Target="../media/image319.png"/><Relationship Id="rId101" Type="http://schemas.openxmlformats.org/officeDocument/2006/relationships/image" Target="../media/image320.png"/><Relationship Id="rId122" Type="http://schemas.openxmlformats.org/officeDocument/2006/relationships/customXml" Target="../ink/ink323.xml"/><Relationship Id="rId143" Type="http://schemas.openxmlformats.org/officeDocument/2006/relationships/image" Target="../media/image341.png"/><Relationship Id="rId148" Type="http://schemas.openxmlformats.org/officeDocument/2006/relationships/customXml" Target="../ink/ink336.xml"/><Relationship Id="rId4" Type="http://schemas.openxmlformats.org/officeDocument/2006/relationships/customXml" Target="../ink/ink264.xml"/><Relationship Id="rId9" Type="http://schemas.openxmlformats.org/officeDocument/2006/relationships/image" Target="../media/image275.png"/><Relationship Id="rId26" Type="http://schemas.openxmlformats.org/officeDocument/2006/relationships/customXml" Target="../ink/ink275.xml"/><Relationship Id="rId47" Type="http://schemas.openxmlformats.org/officeDocument/2006/relationships/image" Target="../media/image294.png"/><Relationship Id="rId68" Type="http://schemas.openxmlformats.org/officeDocument/2006/relationships/customXml" Target="../ink/ink296.xml"/><Relationship Id="rId89" Type="http://schemas.openxmlformats.org/officeDocument/2006/relationships/image" Target="../media/image314.png"/><Relationship Id="rId112" Type="http://schemas.openxmlformats.org/officeDocument/2006/relationships/customXml" Target="../ink/ink318.xml"/><Relationship Id="rId133" Type="http://schemas.openxmlformats.org/officeDocument/2006/relationships/image" Target="../media/image336.png"/><Relationship Id="rId154" Type="http://schemas.openxmlformats.org/officeDocument/2006/relationships/customXml" Target="../ink/ink339.xml"/><Relationship Id="rId16" Type="http://schemas.openxmlformats.org/officeDocument/2006/relationships/customXml" Target="../ink/ink270.xml"/><Relationship Id="rId37" Type="http://schemas.openxmlformats.org/officeDocument/2006/relationships/image" Target="../media/image289.png"/><Relationship Id="rId58" Type="http://schemas.openxmlformats.org/officeDocument/2006/relationships/customXml" Target="../ink/ink291.xml"/><Relationship Id="rId79" Type="http://schemas.openxmlformats.org/officeDocument/2006/relationships/image" Target="../media/image309.png"/><Relationship Id="rId102" Type="http://schemas.openxmlformats.org/officeDocument/2006/relationships/customXml" Target="../ink/ink313.xml"/><Relationship Id="rId123" Type="http://schemas.openxmlformats.org/officeDocument/2006/relationships/image" Target="../media/image331.png"/><Relationship Id="rId144" Type="http://schemas.openxmlformats.org/officeDocument/2006/relationships/customXml" Target="../ink/ink334.xml"/><Relationship Id="rId90" Type="http://schemas.openxmlformats.org/officeDocument/2006/relationships/customXml" Target="../ink/ink307.xml"/><Relationship Id="rId27" Type="http://schemas.openxmlformats.org/officeDocument/2006/relationships/image" Target="../media/image284.png"/><Relationship Id="rId48" Type="http://schemas.openxmlformats.org/officeDocument/2006/relationships/customXml" Target="../ink/ink286.xml"/><Relationship Id="rId69" Type="http://schemas.openxmlformats.org/officeDocument/2006/relationships/image" Target="../media/image82.png"/><Relationship Id="rId113" Type="http://schemas.openxmlformats.org/officeDocument/2006/relationships/image" Target="../media/image326.png"/><Relationship Id="rId134" Type="http://schemas.openxmlformats.org/officeDocument/2006/relationships/customXml" Target="../ink/ink329.xml"/><Relationship Id="rId80" Type="http://schemas.openxmlformats.org/officeDocument/2006/relationships/customXml" Target="../ink/ink302.xml"/><Relationship Id="rId155" Type="http://schemas.openxmlformats.org/officeDocument/2006/relationships/image" Target="../media/image347.png"/></Relationships>
</file>

<file path=ppt/slides/_rels/slide4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8.png"/><Relationship Id="rId299" Type="http://schemas.openxmlformats.org/officeDocument/2006/relationships/image" Target="../media/image499.png"/><Relationship Id="rId21" Type="http://schemas.openxmlformats.org/officeDocument/2006/relationships/image" Target="../media/image361.png"/><Relationship Id="rId63" Type="http://schemas.openxmlformats.org/officeDocument/2006/relationships/image" Target="../media/image382.png"/><Relationship Id="rId159" Type="http://schemas.openxmlformats.org/officeDocument/2006/relationships/image" Target="../media/image429.png"/><Relationship Id="rId324" Type="http://schemas.openxmlformats.org/officeDocument/2006/relationships/customXml" Target="../ink/ink505.xml"/><Relationship Id="rId170" Type="http://schemas.openxmlformats.org/officeDocument/2006/relationships/customXml" Target="../ink/ink428.xml"/><Relationship Id="rId226" Type="http://schemas.openxmlformats.org/officeDocument/2006/relationships/customXml" Target="../ink/ink456.xml"/><Relationship Id="rId268" Type="http://schemas.openxmlformats.org/officeDocument/2006/relationships/customXml" Target="../ink/ink477.xml"/><Relationship Id="rId32" Type="http://schemas.openxmlformats.org/officeDocument/2006/relationships/customXml" Target="../ink/ink359.xml"/><Relationship Id="rId74" Type="http://schemas.openxmlformats.org/officeDocument/2006/relationships/customXml" Target="../ink/ink380.xml"/><Relationship Id="rId128" Type="http://schemas.openxmlformats.org/officeDocument/2006/relationships/customXml" Target="../ink/ink407.xml"/><Relationship Id="rId335" Type="http://schemas.openxmlformats.org/officeDocument/2006/relationships/image" Target="../media/image517.png"/><Relationship Id="rId5" Type="http://schemas.openxmlformats.org/officeDocument/2006/relationships/image" Target="../media/image353.png"/><Relationship Id="rId181" Type="http://schemas.openxmlformats.org/officeDocument/2006/relationships/image" Target="../media/image440.png"/><Relationship Id="rId237" Type="http://schemas.openxmlformats.org/officeDocument/2006/relationships/image" Target="../media/image468.png"/><Relationship Id="rId279" Type="http://schemas.openxmlformats.org/officeDocument/2006/relationships/image" Target="../media/image489.png"/><Relationship Id="rId43" Type="http://schemas.openxmlformats.org/officeDocument/2006/relationships/image" Target="../media/image372.png"/><Relationship Id="rId139" Type="http://schemas.openxmlformats.org/officeDocument/2006/relationships/image" Target="../media/image419.png"/><Relationship Id="rId290" Type="http://schemas.openxmlformats.org/officeDocument/2006/relationships/customXml" Target="../ink/ink488.xml"/><Relationship Id="rId304" Type="http://schemas.openxmlformats.org/officeDocument/2006/relationships/customXml" Target="../ink/ink495.xml"/><Relationship Id="rId346" Type="http://schemas.openxmlformats.org/officeDocument/2006/relationships/customXml" Target="../ink/ink516.xml"/><Relationship Id="rId85" Type="http://schemas.openxmlformats.org/officeDocument/2006/relationships/image" Target="../media/image393.png"/><Relationship Id="rId150" Type="http://schemas.openxmlformats.org/officeDocument/2006/relationships/customXml" Target="../ink/ink418.xml"/><Relationship Id="rId192" Type="http://schemas.openxmlformats.org/officeDocument/2006/relationships/customXml" Target="../ink/ink439.xml"/><Relationship Id="rId206" Type="http://schemas.openxmlformats.org/officeDocument/2006/relationships/customXml" Target="../ink/ink446.xml"/><Relationship Id="rId248" Type="http://schemas.openxmlformats.org/officeDocument/2006/relationships/customXml" Target="../ink/ink467.xml"/><Relationship Id="rId12" Type="http://schemas.openxmlformats.org/officeDocument/2006/relationships/customXml" Target="../ink/ink349.xml"/><Relationship Id="rId108" Type="http://schemas.openxmlformats.org/officeDocument/2006/relationships/customXml" Target="../ink/ink397.xml"/><Relationship Id="rId315" Type="http://schemas.openxmlformats.org/officeDocument/2006/relationships/image" Target="../media/image507.png"/><Relationship Id="rId54" Type="http://schemas.openxmlformats.org/officeDocument/2006/relationships/customXml" Target="../ink/ink370.xml"/><Relationship Id="rId96" Type="http://schemas.openxmlformats.org/officeDocument/2006/relationships/customXml" Target="../ink/ink391.xml"/><Relationship Id="rId161" Type="http://schemas.openxmlformats.org/officeDocument/2006/relationships/image" Target="../media/image430.png"/><Relationship Id="rId217" Type="http://schemas.openxmlformats.org/officeDocument/2006/relationships/image" Target="../media/image458.png"/><Relationship Id="rId259" Type="http://schemas.openxmlformats.org/officeDocument/2006/relationships/image" Target="../media/image479.png"/><Relationship Id="rId23" Type="http://schemas.openxmlformats.org/officeDocument/2006/relationships/image" Target="../media/image362.png"/><Relationship Id="rId119" Type="http://schemas.openxmlformats.org/officeDocument/2006/relationships/image" Target="../media/image409.png"/><Relationship Id="rId270" Type="http://schemas.openxmlformats.org/officeDocument/2006/relationships/customXml" Target="../ink/ink478.xml"/><Relationship Id="rId326" Type="http://schemas.openxmlformats.org/officeDocument/2006/relationships/customXml" Target="../ink/ink506.xml"/><Relationship Id="rId65" Type="http://schemas.openxmlformats.org/officeDocument/2006/relationships/image" Target="../media/image383.png"/><Relationship Id="rId130" Type="http://schemas.openxmlformats.org/officeDocument/2006/relationships/customXml" Target="../ink/ink408.xml"/><Relationship Id="rId172" Type="http://schemas.openxmlformats.org/officeDocument/2006/relationships/customXml" Target="../ink/ink429.xml"/><Relationship Id="rId228" Type="http://schemas.openxmlformats.org/officeDocument/2006/relationships/customXml" Target="../ink/ink457.xml"/><Relationship Id="rId281" Type="http://schemas.openxmlformats.org/officeDocument/2006/relationships/image" Target="../media/image490.png"/><Relationship Id="rId337" Type="http://schemas.openxmlformats.org/officeDocument/2006/relationships/image" Target="../media/image518.png"/><Relationship Id="rId34" Type="http://schemas.openxmlformats.org/officeDocument/2006/relationships/customXml" Target="../ink/ink360.xml"/><Relationship Id="rId76" Type="http://schemas.openxmlformats.org/officeDocument/2006/relationships/customXml" Target="../ink/ink381.xml"/><Relationship Id="rId141" Type="http://schemas.openxmlformats.org/officeDocument/2006/relationships/image" Target="../media/image420.png"/><Relationship Id="rId7" Type="http://schemas.openxmlformats.org/officeDocument/2006/relationships/image" Target="../media/image354.png"/><Relationship Id="rId183" Type="http://schemas.openxmlformats.org/officeDocument/2006/relationships/image" Target="../media/image441.png"/><Relationship Id="rId239" Type="http://schemas.openxmlformats.org/officeDocument/2006/relationships/image" Target="../media/image469.png"/><Relationship Id="rId250" Type="http://schemas.openxmlformats.org/officeDocument/2006/relationships/customXml" Target="../ink/ink468.xml"/><Relationship Id="rId292" Type="http://schemas.openxmlformats.org/officeDocument/2006/relationships/customXml" Target="../ink/ink489.xml"/><Relationship Id="rId306" Type="http://schemas.openxmlformats.org/officeDocument/2006/relationships/customXml" Target="../ink/ink496.xml"/><Relationship Id="rId45" Type="http://schemas.openxmlformats.org/officeDocument/2006/relationships/image" Target="../media/image373.png"/><Relationship Id="rId87" Type="http://schemas.openxmlformats.org/officeDocument/2006/relationships/image" Target="../media/image394.png"/><Relationship Id="rId110" Type="http://schemas.openxmlformats.org/officeDocument/2006/relationships/customXml" Target="../ink/ink398.xml"/><Relationship Id="rId152" Type="http://schemas.openxmlformats.org/officeDocument/2006/relationships/customXml" Target="../ink/ink419.xml"/><Relationship Id="rId194" Type="http://schemas.openxmlformats.org/officeDocument/2006/relationships/customXml" Target="../ink/ink440.xml"/><Relationship Id="rId208" Type="http://schemas.openxmlformats.org/officeDocument/2006/relationships/customXml" Target="../ink/ink447.xml"/><Relationship Id="rId261" Type="http://schemas.openxmlformats.org/officeDocument/2006/relationships/image" Target="../media/image480.png"/><Relationship Id="rId14" Type="http://schemas.openxmlformats.org/officeDocument/2006/relationships/customXml" Target="../ink/ink350.xml"/><Relationship Id="rId35" Type="http://schemas.openxmlformats.org/officeDocument/2006/relationships/image" Target="../media/image368.png"/><Relationship Id="rId56" Type="http://schemas.openxmlformats.org/officeDocument/2006/relationships/customXml" Target="../ink/ink371.xml"/><Relationship Id="rId77" Type="http://schemas.openxmlformats.org/officeDocument/2006/relationships/image" Target="../media/image389.png"/><Relationship Id="rId100" Type="http://schemas.openxmlformats.org/officeDocument/2006/relationships/customXml" Target="../ink/ink393.xml"/><Relationship Id="rId282" Type="http://schemas.openxmlformats.org/officeDocument/2006/relationships/customXml" Target="../ink/ink484.xml"/><Relationship Id="rId317" Type="http://schemas.openxmlformats.org/officeDocument/2006/relationships/image" Target="../media/image508.png"/><Relationship Id="rId338" Type="http://schemas.openxmlformats.org/officeDocument/2006/relationships/customXml" Target="../ink/ink512.xml"/><Relationship Id="rId8" Type="http://schemas.openxmlformats.org/officeDocument/2006/relationships/customXml" Target="../ink/ink347.xml"/><Relationship Id="rId98" Type="http://schemas.openxmlformats.org/officeDocument/2006/relationships/customXml" Target="../ink/ink392.xml"/><Relationship Id="rId121" Type="http://schemas.openxmlformats.org/officeDocument/2006/relationships/image" Target="../media/image410.png"/><Relationship Id="rId142" Type="http://schemas.openxmlformats.org/officeDocument/2006/relationships/customXml" Target="../ink/ink414.xml"/><Relationship Id="rId163" Type="http://schemas.openxmlformats.org/officeDocument/2006/relationships/image" Target="../media/image431.png"/><Relationship Id="rId184" Type="http://schemas.openxmlformats.org/officeDocument/2006/relationships/customXml" Target="../ink/ink435.xml"/><Relationship Id="rId219" Type="http://schemas.openxmlformats.org/officeDocument/2006/relationships/image" Target="../media/image459.png"/><Relationship Id="rId230" Type="http://schemas.openxmlformats.org/officeDocument/2006/relationships/customXml" Target="../ink/ink458.xml"/><Relationship Id="rId251" Type="http://schemas.openxmlformats.org/officeDocument/2006/relationships/image" Target="../media/image475.png"/><Relationship Id="rId25" Type="http://schemas.openxmlformats.org/officeDocument/2006/relationships/image" Target="../media/image363.png"/><Relationship Id="rId46" Type="http://schemas.openxmlformats.org/officeDocument/2006/relationships/customXml" Target="../ink/ink366.xml"/><Relationship Id="rId67" Type="http://schemas.openxmlformats.org/officeDocument/2006/relationships/image" Target="../media/image384.png"/><Relationship Id="rId272" Type="http://schemas.openxmlformats.org/officeDocument/2006/relationships/customXml" Target="../ink/ink479.xml"/><Relationship Id="rId293" Type="http://schemas.openxmlformats.org/officeDocument/2006/relationships/image" Target="../media/image496.png"/><Relationship Id="rId307" Type="http://schemas.openxmlformats.org/officeDocument/2006/relationships/image" Target="../media/image503.png"/><Relationship Id="rId328" Type="http://schemas.openxmlformats.org/officeDocument/2006/relationships/customXml" Target="../ink/ink507.xml"/><Relationship Id="rId88" Type="http://schemas.openxmlformats.org/officeDocument/2006/relationships/customXml" Target="../ink/ink387.xml"/><Relationship Id="rId111" Type="http://schemas.openxmlformats.org/officeDocument/2006/relationships/image" Target="../media/image405.png"/><Relationship Id="rId132" Type="http://schemas.openxmlformats.org/officeDocument/2006/relationships/customXml" Target="../ink/ink409.xml"/><Relationship Id="rId153" Type="http://schemas.openxmlformats.org/officeDocument/2006/relationships/image" Target="../media/image426.png"/><Relationship Id="rId174" Type="http://schemas.openxmlformats.org/officeDocument/2006/relationships/customXml" Target="../ink/ink430.xml"/><Relationship Id="rId195" Type="http://schemas.openxmlformats.org/officeDocument/2006/relationships/image" Target="../media/image447.png"/><Relationship Id="rId209" Type="http://schemas.openxmlformats.org/officeDocument/2006/relationships/image" Target="../media/image454.png"/><Relationship Id="rId220" Type="http://schemas.openxmlformats.org/officeDocument/2006/relationships/customXml" Target="../ink/ink453.xml"/><Relationship Id="rId241" Type="http://schemas.openxmlformats.org/officeDocument/2006/relationships/image" Target="../media/image470.png"/><Relationship Id="rId15" Type="http://schemas.openxmlformats.org/officeDocument/2006/relationships/image" Target="../media/image358.png"/><Relationship Id="rId36" Type="http://schemas.openxmlformats.org/officeDocument/2006/relationships/customXml" Target="../ink/ink361.xml"/><Relationship Id="rId57" Type="http://schemas.openxmlformats.org/officeDocument/2006/relationships/image" Target="../media/image379.png"/><Relationship Id="rId262" Type="http://schemas.openxmlformats.org/officeDocument/2006/relationships/customXml" Target="../ink/ink474.xml"/><Relationship Id="rId283" Type="http://schemas.openxmlformats.org/officeDocument/2006/relationships/image" Target="../media/image491.png"/><Relationship Id="rId318" Type="http://schemas.openxmlformats.org/officeDocument/2006/relationships/customXml" Target="../ink/ink502.xml"/><Relationship Id="rId339" Type="http://schemas.openxmlformats.org/officeDocument/2006/relationships/image" Target="../media/image519.png"/><Relationship Id="rId78" Type="http://schemas.openxmlformats.org/officeDocument/2006/relationships/customXml" Target="../ink/ink382.xml"/><Relationship Id="rId99" Type="http://schemas.openxmlformats.org/officeDocument/2006/relationships/image" Target="../media/image399.png"/><Relationship Id="rId101" Type="http://schemas.openxmlformats.org/officeDocument/2006/relationships/image" Target="../media/image400.png"/><Relationship Id="rId122" Type="http://schemas.openxmlformats.org/officeDocument/2006/relationships/customXml" Target="../ink/ink404.xml"/><Relationship Id="rId143" Type="http://schemas.openxmlformats.org/officeDocument/2006/relationships/image" Target="../media/image421.png"/><Relationship Id="rId164" Type="http://schemas.openxmlformats.org/officeDocument/2006/relationships/customXml" Target="../ink/ink425.xml"/><Relationship Id="rId185" Type="http://schemas.openxmlformats.org/officeDocument/2006/relationships/image" Target="../media/image442.png"/><Relationship Id="rId9" Type="http://schemas.openxmlformats.org/officeDocument/2006/relationships/image" Target="../media/image355.png"/><Relationship Id="rId210" Type="http://schemas.openxmlformats.org/officeDocument/2006/relationships/customXml" Target="../ink/ink448.xml"/><Relationship Id="rId26" Type="http://schemas.openxmlformats.org/officeDocument/2006/relationships/customXml" Target="../ink/ink356.xml"/><Relationship Id="rId231" Type="http://schemas.openxmlformats.org/officeDocument/2006/relationships/image" Target="../media/image465.png"/><Relationship Id="rId252" Type="http://schemas.openxmlformats.org/officeDocument/2006/relationships/customXml" Target="../ink/ink469.xml"/><Relationship Id="rId273" Type="http://schemas.openxmlformats.org/officeDocument/2006/relationships/image" Target="../media/image486.png"/><Relationship Id="rId294" Type="http://schemas.openxmlformats.org/officeDocument/2006/relationships/customXml" Target="../ink/ink490.xml"/><Relationship Id="rId308" Type="http://schemas.openxmlformats.org/officeDocument/2006/relationships/customXml" Target="../ink/ink497.xml"/><Relationship Id="rId329" Type="http://schemas.openxmlformats.org/officeDocument/2006/relationships/image" Target="../media/image514.png"/><Relationship Id="rId47" Type="http://schemas.openxmlformats.org/officeDocument/2006/relationships/image" Target="../media/image374.png"/><Relationship Id="rId68" Type="http://schemas.openxmlformats.org/officeDocument/2006/relationships/customXml" Target="../ink/ink377.xml"/><Relationship Id="rId89" Type="http://schemas.openxmlformats.org/officeDocument/2006/relationships/image" Target="../media/image82.png"/><Relationship Id="rId112" Type="http://schemas.openxmlformats.org/officeDocument/2006/relationships/customXml" Target="../ink/ink399.xml"/><Relationship Id="rId133" Type="http://schemas.openxmlformats.org/officeDocument/2006/relationships/image" Target="../media/image416.png"/><Relationship Id="rId154" Type="http://schemas.openxmlformats.org/officeDocument/2006/relationships/customXml" Target="../ink/ink420.xml"/><Relationship Id="rId175" Type="http://schemas.openxmlformats.org/officeDocument/2006/relationships/image" Target="../media/image437.png"/><Relationship Id="rId340" Type="http://schemas.openxmlformats.org/officeDocument/2006/relationships/customXml" Target="../ink/ink513.xml"/><Relationship Id="rId196" Type="http://schemas.openxmlformats.org/officeDocument/2006/relationships/customXml" Target="../ink/ink441.xml"/><Relationship Id="rId200" Type="http://schemas.openxmlformats.org/officeDocument/2006/relationships/customXml" Target="../ink/ink443.xml"/><Relationship Id="rId16" Type="http://schemas.openxmlformats.org/officeDocument/2006/relationships/customXml" Target="../ink/ink351.xml"/><Relationship Id="rId221" Type="http://schemas.openxmlformats.org/officeDocument/2006/relationships/image" Target="../media/image460.png"/><Relationship Id="rId242" Type="http://schemas.openxmlformats.org/officeDocument/2006/relationships/customXml" Target="../ink/ink464.xml"/><Relationship Id="rId263" Type="http://schemas.openxmlformats.org/officeDocument/2006/relationships/image" Target="../media/image481.png"/><Relationship Id="rId284" Type="http://schemas.openxmlformats.org/officeDocument/2006/relationships/customXml" Target="../ink/ink485.xml"/><Relationship Id="rId319" Type="http://schemas.openxmlformats.org/officeDocument/2006/relationships/image" Target="../media/image509.png"/><Relationship Id="rId37" Type="http://schemas.openxmlformats.org/officeDocument/2006/relationships/image" Target="../media/image369.png"/><Relationship Id="rId58" Type="http://schemas.openxmlformats.org/officeDocument/2006/relationships/customXml" Target="../ink/ink372.xml"/><Relationship Id="rId79" Type="http://schemas.openxmlformats.org/officeDocument/2006/relationships/image" Target="../media/image390.png"/><Relationship Id="rId102" Type="http://schemas.openxmlformats.org/officeDocument/2006/relationships/customXml" Target="../ink/ink394.xml"/><Relationship Id="rId123" Type="http://schemas.openxmlformats.org/officeDocument/2006/relationships/image" Target="../media/image411.png"/><Relationship Id="rId144" Type="http://schemas.openxmlformats.org/officeDocument/2006/relationships/customXml" Target="../ink/ink415.xml"/><Relationship Id="rId330" Type="http://schemas.openxmlformats.org/officeDocument/2006/relationships/customXml" Target="../ink/ink508.xml"/><Relationship Id="rId90" Type="http://schemas.openxmlformats.org/officeDocument/2006/relationships/customXml" Target="../ink/ink388.xml"/><Relationship Id="rId165" Type="http://schemas.openxmlformats.org/officeDocument/2006/relationships/image" Target="../media/image432.png"/><Relationship Id="rId186" Type="http://schemas.openxmlformats.org/officeDocument/2006/relationships/customXml" Target="../ink/ink436.xml"/><Relationship Id="rId211" Type="http://schemas.openxmlformats.org/officeDocument/2006/relationships/image" Target="../media/image455.png"/><Relationship Id="rId232" Type="http://schemas.openxmlformats.org/officeDocument/2006/relationships/customXml" Target="../ink/ink459.xml"/><Relationship Id="rId253" Type="http://schemas.openxmlformats.org/officeDocument/2006/relationships/image" Target="../media/image476.png"/><Relationship Id="rId274" Type="http://schemas.openxmlformats.org/officeDocument/2006/relationships/customXml" Target="../ink/ink480.xml"/><Relationship Id="rId295" Type="http://schemas.openxmlformats.org/officeDocument/2006/relationships/image" Target="../media/image497.png"/><Relationship Id="rId309" Type="http://schemas.openxmlformats.org/officeDocument/2006/relationships/image" Target="../media/image504.png"/><Relationship Id="rId27" Type="http://schemas.openxmlformats.org/officeDocument/2006/relationships/image" Target="../media/image364.png"/><Relationship Id="rId48" Type="http://schemas.openxmlformats.org/officeDocument/2006/relationships/customXml" Target="../ink/ink367.xml"/><Relationship Id="rId69" Type="http://schemas.openxmlformats.org/officeDocument/2006/relationships/image" Target="../media/image385.png"/><Relationship Id="rId113" Type="http://schemas.openxmlformats.org/officeDocument/2006/relationships/image" Target="../media/image406.png"/><Relationship Id="rId134" Type="http://schemas.openxmlformats.org/officeDocument/2006/relationships/customXml" Target="../ink/ink410.xml"/><Relationship Id="rId320" Type="http://schemas.openxmlformats.org/officeDocument/2006/relationships/customXml" Target="../ink/ink503.xml"/><Relationship Id="rId80" Type="http://schemas.openxmlformats.org/officeDocument/2006/relationships/customXml" Target="../ink/ink383.xml"/><Relationship Id="rId155" Type="http://schemas.openxmlformats.org/officeDocument/2006/relationships/image" Target="../media/image427.png"/><Relationship Id="rId176" Type="http://schemas.openxmlformats.org/officeDocument/2006/relationships/customXml" Target="../ink/ink431.xml"/><Relationship Id="rId197" Type="http://schemas.openxmlformats.org/officeDocument/2006/relationships/image" Target="../media/image448.png"/><Relationship Id="rId341" Type="http://schemas.openxmlformats.org/officeDocument/2006/relationships/image" Target="../media/image520.png"/><Relationship Id="rId201" Type="http://schemas.openxmlformats.org/officeDocument/2006/relationships/image" Target="../media/image450.png"/><Relationship Id="rId222" Type="http://schemas.openxmlformats.org/officeDocument/2006/relationships/customXml" Target="../ink/ink454.xml"/><Relationship Id="rId243" Type="http://schemas.openxmlformats.org/officeDocument/2006/relationships/image" Target="../media/image471.png"/><Relationship Id="rId264" Type="http://schemas.openxmlformats.org/officeDocument/2006/relationships/customXml" Target="../ink/ink475.xml"/><Relationship Id="rId285" Type="http://schemas.openxmlformats.org/officeDocument/2006/relationships/image" Target="../media/image492.png"/><Relationship Id="rId17" Type="http://schemas.openxmlformats.org/officeDocument/2006/relationships/image" Target="../media/image359.png"/><Relationship Id="rId38" Type="http://schemas.openxmlformats.org/officeDocument/2006/relationships/customXml" Target="../ink/ink362.xml"/><Relationship Id="rId59" Type="http://schemas.openxmlformats.org/officeDocument/2006/relationships/image" Target="../media/image380.png"/><Relationship Id="rId103" Type="http://schemas.openxmlformats.org/officeDocument/2006/relationships/image" Target="../media/image401.png"/><Relationship Id="rId124" Type="http://schemas.openxmlformats.org/officeDocument/2006/relationships/customXml" Target="../ink/ink405.xml"/><Relationship Id="rId310" Type="http://schemas.openxmlformats.org/officeDocument/2006/relationships/customXml" Target="../ink/ink498.xml"/><Relationship Id="rId70" Type="http://schemas.openxmlformats.org/officeDocument/2006/relationships/customXml" Target="../ink/ink378.xml"/><Relationship Id="rId91" Type="http://schemas.openxmlformats.org/officeDocument/2006/relationships/image" Target="../media/image395.png"/><Relationship Id="rId145" Type="http://schemas.openxmlformats.org/officeDocument/2006/relationships/image" Target="../media/image422.png"/><Relationship Id="rId166" Type="http://schemas.openxmlformats.org/officeDocument/2006/relationships/customXml" Target="../ink/ink426.xml"/><Relationship Id="rId187" Type="http://schemas.openxmlformats.org/officeDocument/2006/relationships/image" Target="../media/image443.png"/><Relationship Id="rId331" Type="http://schemas.openxmlformats.org/officeDocument/2006/relationships/image" Target="../media/image51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449.xml"/><Relationship Id="rId233" Type="http://schemas.openxmlformats.org/officeDocument/2006/relationships/image" Target="../media/image466.png"/><Relationship Id="rId254" Type="http://schemas.openxmlformats.org/officeDocument/2006/relationships/customXml" Target="../ink/ink470.xml"/><Relationship Id="rId28" Type="http://schemas.openxmlformats.org/officeDocument/2006/relationships/customXml" Target="../ink/ink357.xml"/><Relationship Id="rId49" Type="http://schemas.openxmlformats.org/officeDocument/2006/relationships/image" Target="../media/image375.png"/><Relationship Id="rId114" Type="http://schemas.openxmlformats.org/officeDocument/2006/relationships/customXml" Target="../ink/ink400.xml"/><Relationship Id="rId275" Type="http://schemas.openxmlformats.org/officeDocument/2006/relationships/image" Target="../media/image487.png"/><Relationship Id="rId296" Type="http://schemas.openxmlformats.org/officeDocument/2006/relationships/customXml" Target="../ink/ink491.xml"/><Relationship Id="rId300" Type="http://schemas.openxmlformats.org/officeDocument/2006/relationships/customXml" Target="../ink/ink493.xml"/><Relationship Id="rId60" Type="http://schemas.openxmlformats.org/officeDocument/2006/relationships/customXml" Target="../ink/ink373.xml"/><Relationship Id="rId81" Type="http://schemas.openxmlformats.org/officeDocument/2006/relationships/image" Target="../media/image391.png"/><Relationship Id="rId135" Type="http://schemas.openxmlformats.org/officeDocument/2006/relationships/image" Target="../media/image417.png"/><Relationship Id="rId156" Type="http://schemas.openxmlformats.org/officeDocument/2006/relationships/customXml" Target="../ink/ink421.xml"/><Relationship Id="rId177" Type="http://schemas.openxmlformats.org/officeDocument/2006/relationships/image" Target="../media/image438.png"/><Relationship Id="rId198" Type="http://schemas.openxmlformats.org/officeDocument/2006/relationships/customXml" Target="../ink/ink442.xml"/><Relationship Id="rId321" Type="http://schemas.openxmlformats.org/officeDocument/2006/relationships/image" Target="../media/image510.png"/><Relationship Id="rId342" Type="http://schemas.openxmlformats.org/officeDocument/2006/relationships/customXml" Target="../ink/ink514.xml"/><Relationship Id="rId202" Type="http://schemas.openxmlformats.org/officeDocument/2006/relationships/customXml" Target="../ink/ink444.xml"/><Relationship Id="rId223" Type="http://schemas.openxmlformats.org/officeDocument/2006/relationships/image" Target="../media/image461.png"/><Relationship Id="rId244" Type="http://schemas.openxmlformats.org/officeDocument/2006/relationships/customXml" Target="../ink/ink465.xml"/><Relationship Id="rId18" Type="http://schemas.openxmlformats.org/officeDocument/2006/relationships/customXml" Target="../ink/ink352.xml"/><Relationship Id="rId39" Type="http://schemas.openxmlformats.org/officeDocument/2006/relationships/image" Target="../media/image370.png"/><Relationship Id="rId265" Type="http://schemas.openxmlformats.org/officeDocument/2006/relationships/image" Target="../media/image482.png"/><Relationship Id="rId286" Type="http://schemas.openxmlformats.org/officeDocument/2006/relationships/customXml" Target="../ink/ink486.xml"/><Relationship Id="rId50" Type="http://schemas.openxmlformats.org/officeDocument/2006/relationships/customXml" Target="../ink/ink368.xml"/><Relationship Id="rId104" Type="http://schemas.openxmlformats.org/officeDocument/2006/relationships/customXml" Target="../ink/ink395.xml"/><Relationship Id="rId125" Type="http://schemas.openxmlformats.org/officeDocument/2006/relationships/image" Target="../media/image412.png"/><Relationship Id="rId146" Type="http://schemas.openxmlformats.org/officeDocument/2006/relationships/customXml" Target="../ink/ink416.xml"/><Relationship Id="rId167" Type="http://schemas.openxmlformats.org/officeDocument/2006/relationships/image" Target="../media/image433.png"/><Relationship Id="rId188" Type="http://schemas.openxmlformats.org/officeDocument/2006/relationships/customXml" Target="../ink/ink437.xml"/><Relationship Id="rId311" Type="http://schemas.openxmlformats.org/officeDocument/2006/relationships/image" Target="../media/image505.png"/><Relationship Id="rId332" Type="http://schemas.openxmlformats.org/officeDocument/2006/relationships/customXml" Target="../ink/ink509.xml"/><Relationship Id="rId71" Type="http://schemas.openxmlformats.org/officeDocument/2006/relationships/image" Target="../media/image386.png"/><Relationship Id="rId92" Type="http://schemas.openxmlformats.org/officeDocument/2006/relationships/customXml" Target="../ink/ink389.xml"/><Relationship Id="rId213" Type="http://schemas.openxmlformats.org/officeDocument/2006/relationships/image" Target="../media/image456.png"/><Relationship Id="rId234" Type="http://schemas.openxmlformats.org/officeDocument/2006/relationships/customXml" Target="../ink/ink460.xml"/><Relationship Id="rId2" Type="http://schemas.openxmlformats.org/officeDocument/2006/relationships/customXml" Target="../ink/ink344.xml"/><Relationship Id="rId29" Type="http://schemas.openxmlformats.org/officeDocument/2006/relationships/image" Target="../media/image365.png"/><Relationship Id="rId255" Type="http://schemas.openxmlformats.org/officeDocument/2006/relationships/image" Target="../media/image477.png"/><Relationship Id="rId276" Type="http://schemas.openxmlformats.org/officeDocument/2006/relationships/customXml" Target="../ink/ink481.xml"/><Relationship Id="rId297" Type="http://schemas.openxmlformats.org/officeDocument/2006/relationships/image" Target="../media/image498.png"/><Relationship Id="rId40" Type="http://schemas.openxmlformats.org/officeDocument/2006/relationships/customXml" Target="../ink/ink363.xml"/><Relationship Id="rId115" Type="http://schemas.openxmlformats.org/officeDocument/2006/relationships/image" Target="../media/image407.png"/><Relationship Id="rId136" Type="http://schemas.openxmlformats.org/officeDocument/2006/relationships/customXml" Target="../ink/ink411.xml"/><Relationship Id="rId157" Type="http://schemas.openxmlformats.org/officeDocument/2006/relationships/image" Target="../media/image428.png"/><Relationship Id="rId178" Type="http://schemas.openxmlformats.org/officeDocument/2006/relationships/customXml" Target="../ink/ink432.xml"/><Relationship Id="rId301" Type="http://schemas.openxmlformats.org/officeDocument/2006/relationships/image" Target="../media/image500.png"/><Relationship Id="rId322" Type="http://schemas.openxmlformats.org/officeDocument/2006/relationships/customXml" Target="../ink/ink504.xml"/><Relationship Id="rId343" Type="http://schemas.openxmlformats.org/officeDocument/2006/relationships/image" Target="../media/image521.png"/><Relationship Id="rId61" Type="http://schemas.openxmlformats.org/officeDocument/2006/relationships/image" Target="../media/image381.png"/><Relationship Id="rId82" Type="http://schemas.openxmlformats.org/officeDocument/2006/relationships/customXml" Target="../ink/ink384.xml"/><Relationship Id="rId199" Type="http://schemas.openxmlformats.org/officeDocument/2006/relationships/image" Target="../media/image449.png"/><Relationship Id="rId203" Type="http://schemas.openxmlformats.org/officeDocument/2006/relationships/image" Target="../media/image451.png"/><Relationship Id="rId19" Type="http://schemas.openxmlformats.org/officeDocument/2006/relationships/image" Target="../media/image360.png"/><Relationship Id="rId224" Type="http://schemas.openxmlformats.org/officeDocument/2006/relationships/customXml" Target="../ink/ink455.xml"/><Relationship Id="rId245" Type="http://schemas.openxmlformats.org/officeDocument/2006/relationships/image" Target="../media/image472.png"/><Relationship Id="rId266" Type="http://schemas.openxmlformats.org/officeDocument/2006/relationships/customXml" Target="../ink/ink476.xml"/><Relationship Id="rId287" Type="http://schemas.openxmlformats.org/officeDocument/2006/relationships/image" Target="../media/image493.png"/><Relationship Id="rId30" Type="http://schemas.openxmlformats.org/officeDocument/2006/relationships/customXml" Target="../ink/ink358.xml"/><Relationship Id="rId105" Type="http://schemas.openxmlformats.org/officeDocument/2006/relationships/image" Target="../media/image402.png"/><Relationship Id="rId126" Type="http://schemas.openxmlformats.org/officeDocument/2006/relationships/customXml" Target="../ink/ink406.xml"/><Relationship Id="rId147" Type="http://schemas.openxmlformats.org/officeDocument/2006/relationships/image" Target="../media/image423.png"/><Relationship Id="rId168" Type="http://schemas.openxmlformats.org/officeDocument/2006/relationships/customXml" Target="../ink/ink427.xml"/><Relationship Id="rId312" Type="http://schemas.openxmlformats.org/officeDocument/2006/relationships/customXml" Target="../ink/ink499.xml"/><Relationship Id="rId333" Type="http://schemas.openxmlformats.org/officeDocument/2006/relationships/image" Target="../media/image516.png"/><Relationship Id="rId51" Type="http://schemas.openxmlformats.org/officeDocument/2006/relationships/image" Target="../media/image376.png"/><Relationship Id="rId72" Type="http://schemas.openxmlformats.org/officeDocument/2006/relationships/customXml" Target="../ink/ink379.xml"/><Relationship Id="rId93" Type="http://schemas.openxmlformats.org/officeDocument/2006/relationships/image" Target="../media/image396.png"/><Relationship Id="rId189" Type="http://schemas.openxmlformats.org/officeDocument/2006/relationships/image" Target="../media/image444.png"/><Relationship Id="rId3" Type="http://schemas.openxmlformats.org/officeDocument/2006/relationships/image" Target="../media/image352.png"/><Relationship Id="rId214" Type="http://schemas.openxmlformats.org/officeDocument/2006/relationships/customXml" Target="../ink/ink450.xml"/><Relationship Id="rId235" Type="http://schemas.openxmlformats.org/officeDocument/2006/relationships/image" Target="../media/image467.png"/><Relationship Id="rId256" Type="http://schemas.openxmlformats.org/officeDocument/2006/relationships/customXml" Target="../ink/ink471.xml"/><Relationship Id="rId277" Type="http://schemas.openxmlformats.org/officeDocument/2006/relationships/image" Target="../media/image488.png"/><Relationship Id="rId298" Type="http://schemas.openxmlformats.org/officeDocument/2006/relationships/customXml" Target="../ink/ink492.xml"/><Relationship Id="rId116" Type="http://schemas.openxmlformats.org/officeDocument/2006/relationships/customXml" Target="../ink/ink401.xml"/><Relationship Id="rId137" Type="http://schemas.openxmlformats.org/officeDocument/2006/relationships/image" Target="../media/image418.png"/><Relationship Id="rId158" Type="http://schemas.openxmlformats.org/officeDocument/2006/relationships/customXml" Target="../ink/ink422.xml"/><Relationship Id="rId302" Type="http://schemas.openxmlformats.org/officeDocument/2006/relationships/customXml" Target="../ink/ink494.xml"/><Relationship Id="rId323" Type="http://schemas.openxmlformats.org/officeDocument/2006/relationships/image" Target="../media/image511.png"/><Relationship Id="rId344" Type="http://schemas.openxmlformats.org/officeDocument/2006/relationships/customXml" Target="../ink/ink515.xml"/><Relationship Id="rId20" Type="http://schemas.openxmlformats.org/officeDocument/2006/relationships/customXml" Target="../ink/ink353.xml"/><Relationship Id="rId41" Type="http://schemas.openxmlformats.org/officeDocument/2006/relationships/image" Target="../media/image371.png"/><Relationship Id="rId62" Type="http://schemas.openxmlformats.org/officeDocument/2006/relationships/customXml" Target="../ink/ink374.xml"/><Relationship Id="rId83" Type="http://schemas.openxmlformats.org/officeDocument/2006/relationships/image" Target="../media/image392.png"/><Relationship Id="rId179" Type="http://schemas.openxmlformats.org/officeDocument/2006/relationships/image" Target="../media/image439.png"/><Relationship Id="rId190" Type="http://schemas.openxmlformats.org/officeDocument/2006/relationships/customXml" Target="../ink/ink438.xml"/><Relationship Id="rId204" Type="http://schemas.openxmlformats.org/officeDocument/2006/relationships/customXml" Target="../ink/ink445.xml"/><Relationship Id="rId225" Type="http://schemas.openxmlformats.org/officeDocument/2006/relationships/image" Target="../media/image462.png"/><Relationship Id="rId246" Type="http://schemas.openxmlformats.org/officeDocument/2006/relationships/customXml" Target="../ink/ink466.xml"/><Relationship Id="rId267" Type="http://schemas.openxmlformats.org/officeDocument/2006/relationships/image" Target="../media/image483.png"/><Relationship Id="rId288" Type="http://schemas.openxmlformats.org/officeDocument/2006/relationships/customXml" Target="../ink/ink487.xml"/><Relationship Id="rId106" Type="http://schemas.openxmlformats.org/officeDocument/2006/relationships/customXml" Target="../ink/ink396.xml"/><Relationship Id="rId127" Type="http://schemas.openxmlformats.org/officeDocument/2006/relationships/image" Target="../media/image413.png"/><Relationship Id="rId313" Type="http://schemas.openxmlformats.org/officeDocument/2006/relationships/image" Target="../media/image506.png"/><Relationship Id="rId10" Type="http://schemas.openxmlformats.org/officeDocument/2006/relationships/customXml" Target="../ink/ink348.xml"/><Relationship Id="rId31" Type="http://schemas.openxmlformats.org/officeDocument/2006/relationships/image" Target="../media/image366.png"/><Relationship Id="rId52" Type="http://schemas.openxmlformats.org/officeDocument/2006/relationships/customXml" Target="../ink/ink369.xml"/><Relationship Id="rId73" Type="http://schemas.openxmlformats.org/officeDocument/2006/relationships/image" Target="../media/image387.png"/><Relationship Id="rId94" Type="http://schemas.openxmlformats.org/officeDocument/2006/relationships/customXml" Target="../ink/ink390.xml"/><Relationship Id="rId148" Type="http://schemas.openxmlformats.org/officeDocument/2006/relationships/customXml" Target="../ink/ink417.xml"/><Relationship Id="rId169" Type="http://schemas.openxmlformats.org/officeDocument/2006/relationships/image" Target="../media/image434.png"/><Relationship Id="rId334" Type="http://schemas.openxmlformats.org/officeDocument/2006/relationships/customXml" Target="../ink/ink510.xml"/><Relationship Id="rId4" Type="http://schemas.openxmlformats.org/officeDocument/2006/relationships/customXml" Target="../ink/ink345.xml"/><Relationship Id="rId180" Type="http://schemas.openxmlformats.org/officeDocument/2006/relationships/customXml" Target="../ink/ink433.xml"/><Relationship Id="rId215" Type="http://schemas.openxmlformats.org/officeDocument/2006/relationships/image" Target="../media/image457.png"/><Relationship Id="rId236" Type="http://schemas.openxmlformats.org/officeDocument/2006/relationships/customXml" Target="../ink/ink461.xml"/><Relationship Id="rId257" Type="http://schemas.openxmlformats.org/officeDocument/2006/relationships/image" Target="../media/image478.png"/><Relationship Id="rId278" Type="http://schemas.openxmlformats.org/officeDocument/2006/relationships/customXml" Target="../ink/ink482.xml"/><Relationship Id="rId303" Type="http://schemas.openxmlformats.org/officeDocument/2006/relationships/image" Target="../media/image501.png"/><Relationship Id="rId42" Type="http://schemas.openxmlformats.org/officeDocument/2006/relationships/customXml" Target="../ink/ink364.xml"/><Relationship Id="rId84" Type="http://schemas.openxmlformats.org/officeDocument/2006/relationships/customXml" Target="../ink/ink385.xml"/><Relationship Id="rId138" Type="http://schemas.openxmlformats.org/officeDocument/2006/relationships/customXml" Target="../ink/ink412.xml"/><Relationship Id="rId345" Type="http://schemas.openxmlformats.org/officeDocument/2006/relationships/image" Target="../media/image522.png"/><Relationship Id="rId191" Type="http://schemas.openxmlformats.org/officeDocument/2006/relationships/image" Target="../media/image445.png"/><Relationship Id="rId205" Type="http://schemas.openxmlformats.org/officeDocument/2006/relationships/image" Target="../media/image452.png"/><Relationship Id="rId247" Type="http://schemas.openxmlformats.org/officeDocument/2006/relationships/image" Target="../media/image473.png"/><Relationship Id="rId107" Type="http://schemas.openxmlformats.org/officeDocument/2006/relationships/image" Target="../media/image403.png"/><Relationship Id="rId289" Type="http://schemas.openxmlformats.org/officeDocument/2006/relationships/image" Target="../media/image494.png"/><Relationship Id="rId11" Type="http://schemas.openxmlformats.org/officeDocument/2006/relationships/image" Target="../media/image356.png"/><Relationship Id="rId53" Type="http://schemas.openxmlformats.org/officeDocument/2006/relationships/image" Target="../media/image377.png"/><Relationship Id="rId149" Type="http://schemas.openxmlformats.org/officeDocument/2006/relationships/image" Target="../media/image424.png"/><Relationship Id="rId314" Type="http://schemas.openxmlformats.org/officeDocument/2006/relationships/customXml" Target="../ink/ink500.xml"/><Relationship Id="rId95" Type="http://schemas.openxmlformats.org/officeDocument/2006/relationships/image" Target="../media/image397.png"/><Relationship Id="rId160" Type="http://schemas.openxmlformats.org/officeDocument/2006/relationships/customXml" Target="../ink/ink423.xml"/><Relationship Id="rId216" Type="http://schemas.openxmlformats.org/officeDocument/2006/relationships/customXml" Target="../ink/ink451.xml"/><Relationship Id="rId258" Type="http://schemas.openxmlformats.org/officeDocument/2006/relationships/customXml" Target="../ink/ink472.xml"/><Relationship Id="rId22" Type="http://schemas.openxmlformats.org/officeDocument/2006/relationships/customXml" Target="../ink/ink354.xml"/><Relationship Id="rId64" Type="http://schemas.openxmlformats.org/officeDocument/2006/relationships/customXml" Target="../ink/ink375.xml"/><Relationship Id="rId118" Type="http://schemas.openxmlformats.org/officeDocument/2006/relationships/customXml" Target="../ink/ink402.xml"/><Relationship Id="rId325" Type="http://schemas.openxmlformats.org/officeDocument/2006/relationships/image" Target="../media/image512.png"/><Relationship Id="rId171" Type="http://schemas.openxmlformats.org/officeDocument/2006/relationships/image" Target="../media/image435.png"/><Relationship Id="rId227" Type="http://schemas.openxmlformats.org/officeDocument/2006/relationships/image" Target="../media/image463.png"/><Relationship Id="rId269" Type="http://schemas.openxmlformats.org/officeDocument/2006/relationships/image" Target="../media/image484.png"/><Relationship Id="rId33" Type="http://schemas.openxmlformats.org/officeDocument/2006/relationships/image" Target="../media/image367.png"/><Relationship Id="rId129" Type="http://schemas.openxmlformats.org/officeDocument/2006/relationships/image" Target="../media/image414.png"/><Relationship Id="rId280" Type="http://schemas.openxmlformats.org/officeDocument/2006/relationships/customXml" Target="../ink/ink483.xml"/><Relationship Id="rId336" Type="http://schemas.openxmlformats.org/officeDocument/2006/relationships/customXml" Target="../ink/ink511.xml"/><Relationship Id="rId75" Type="http://schemas.openxmlformats.org/officeDocument/2006/relationships/image" Target="../media/image388.png"/><Relationship Id="rId140" Type="http://schemas.openxmlformats.org/officeDocument/2006/relationships/customXml" Target="../ink/ink413.xml"/><Relationship Id="rId182" Type="http://schemas.openxmlformats.org/officeDocument/2006/relationships/customXml" Target="../ink/ink434.xml"/><Relationship Id="rId6" Type="http://schemas.openxmlformats.org/officeDocument/2006/relationships/customXml" Target="../ink/ink346.xml"/><Relationship Id="rId238" Type="http://schemas.openxmlformats.org/officeDocument/2006/relationships/customXml" Target="../ink/ink462.xml"/><Relationship Id="rId291" Type="http://schemas.openxmlformats.org/officeDocument/2006/relationships/image" Target="../media/image495.png"/><Relationship Id="rId305" Type="http://schemas.openxmlformats.org/officeDocument/2006/relationships/image" Target="../media/image502.png"/><Relationship Id="rId347" Type="http://schemas.openxmlformats.org/officeDocument/2006/relationships/image" Target="../media/image523.png"/><Relationship Id="rId44" Type="http://schemas.openxmlformats.org/officeDocument/2006/relationships/customXml" Target="../ink/ink365.xml"/><Relationship Id="rId86" Type="http://schemas.openxmlformats.org/officeDocument/2006/relationships/customXml" Target="../ink/ink386.xml"/><Relationship Id="rId151" Type="http://schemas.openxmlformats.org/officeDocument/2006/relationships/image" Target="../media/image425.png"/><Relationship Id="rId193" Type="http://schemas.openxmlformats.org/officeDocument/2006/relationships/image" Target="../media/image446.png"/><Relationship Id="rId207" Type="http://schemas.openxmlformats.org/officeDocument/2006/relationships/image" Target="../media/image453.png"/><Relationship Id="rId249" Type="http://schemas.openxmlformats.org/officeDocument/2006/relationships/image" Target="../media/image474.png"/><Relationship Id="rId13" Type="http://schemas.openxmlformats.org/officeDocument/2006/relationships/image" Target="../media/image357.png"/><Relationship Id="rId109" Type="http://schemas.openxmlformats.org/officeDocument/2006/relationships/image" Target="../media/image404.png"/><Relationship Id="rId260" Type="http://schemas.openxmlformats.org/officeDocument/2006/relationships/customXml" Target="../ink/ink473.xml"/><Relationship Id="rId316" Type="http://schemas.openxmlformats.org/officeDocument/2006/relationships/customXml" Target="../ink/ink501.xml"/><Relationship Id="rId55" Type="http://schemas.openxmlformats.org/officeDocument/2006/relationships/image" Target="../media/image378.png"/><Relationship Id="rId97" Type="http://schemas.openxmlformats.org/officeDocument/2006/relationships/image" Target="../media/image398.png"/><Relationship Id="rId120" Type="http://schemas.openxmlformats.org/officeDocument/2006/relationships/customXml" Target="../ink/ink403.xml"/><Relationship Id="rId162" Type="http://schemas.openxmlformats.org/officeDocument/2006/relationships/customXml" Target="../ink/ink424.xml"/><Relationship Id="rId218" Type="http://schemas.openxmlformats.org/officeDocument/2006/relationships/customXml" Target="../ink/ink452.xml"/><Relationship Id="rId271" Type="http://schemas.openxmlformats.org/officeDocument/2006/relationships/image" Target="../media/image485.png"/><Relationship Id="rId24" Type="http://schemas.openxmlformats.org/officeDocument/2006/relationships/customXml" Target="../ink/ink355.xml"/><Relationship Id="rId66" Type="http://schemas.openxmlformats.org/officeDocument/2006/relationships/customXml" Target="../ink/ink376.xml"/><Relationship Id="rId131" Type="http://schemas.openxmlformats.org/officeDocument/2006/relationships/image" Target="../media/image415.png"/><Relationship Id="rId327" Type="http://schemas.openxmlformats.org/officeDocument/2006/relationships/image" Target="../media/image513.png"/><Relationship Id="rId173" Type="http://schemas.openxmlformats.org/officeDocument/2006/relationships/image" Target="../media/image436.png"/><Relationship Id="rId229" Type="http://schemas.openxmlformats.org/officeDocument/2006/relationships/image" Target="../media/image464.png"/><Relationship Id="rId240" Type="http://schemas.openxmlformats.org/officeDocument/2006/relationships/customXml" Target="../ink/ink463.xml"/></Relationships>
</file>

<file path=ppt/slides/_rels/slide4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29.xml"/><Relationship Id="rId21" Type="http://schemas.openxmlformats.org/officeDocument/2006/relationships/image" Target="../media/image533.png"/><Relationship Id="rId42" Type="http://schemas.openxmlformats.org/officeDocument/2006/relationships/customXml" Target="../ink/ink537.xml"/><Relationship Id="rId47" Type="http://schemas.openxmlformats.org/officeDocument/2006/relationships/image" Target="../media/image546.png"/><Relationship Id="rId63" Type="http://schemas.openxmlformats.org/officeDocument/2006/relationships/image" Target="../media/image554.png"/><Relationship Id="rId68" Type="http://schemas.openxmlformats.org/officeDocument/2006/relationships/customXml" Target="../ink/ink550.xml"/><Relationship Id="rId84" Type="http://schemas.openxmlformats.org/officeDocument/2006/relationships/customXml" Target="../ink/ink558.xml"/><Relationship Id="rId16" Type="http://schemas.openxmlformats.org/officeDocument/2006/relationships/customXml" Target="../ink/ink524.xml"/><Relationship Id="rId11" Type="http://schemas.openxmlformats.org/officeDocument/2006/relationships/image" Target="../media/image528.png"/><Relationship Id="rId32" Type="http://schemas.openxmlformats.org/officeDocument/2006/relationships/customXml" Target="../ink/ink532.xml"/><Relationship Id="rId37" Type="http://schemas.openxmlformats.org/officeDocument/2006/relationships/image" Target="../media/image541.png"/><Relationship Id="rId53" Type="http://schemas.openxmlformats.org/officeDocument/2006/relationships/image" Target="../media/image549.png"/><Relationship Id="rId58" Type="http://schemas.openxmlformats.org/officeDocument/2006/relationships/customXml" Target="../ink/ink545.xml"/><Relationship Id="rId74" Type="http://schemas.openxmlformats.org/officeDocument/2006/relationships/customXml" Target="../ink/ink553.xml"/><Relationship Id="rId79" Type="http://schemas.openxmlformats.org/officeDocument/2006/relationships/image" Target="../media/image562.png"/><Relationship Id="rId5" Type="http://schemas.openxmlformats.org/officeDocument/2006/relationships/image" Target="../media/image525.png"/><Relationship Id="rId19" Type="http://schemas.openxmlformats.org/officeDocument/2006/relationships/image" Target="../media/image532.png"/><Relationship Id="rId14" Type="http://schemas.openxmlformats.org/officeDocument/2006/relationships/customXml" Target="../ink/ink523.xml"/><Relationship Id="rId22" Type="http://schemas.openxmlformats.org/officeDocument/2006/relationships/customXml" Target="../ink/ink527.xml"/><Relationship Id="rId27" Type="http://schemas.openxmlformats.org/officeDocument/2006/relationships/image" Target="../media/image536.png"/><Relationship Id="rId30" Type="http://schemas.openxmlformats.org/officeDocument/2006/relationships/customXml" Target="../ink/ink531.xml"/><Relationship Id="rId35" Type="http://schemas.openxmlformats.org/officeDocument/2006/relationships/image" Target="../media/image540.png"/><Relationship Id="rId43" Type="http://schemas.openxmlformats.org/officeDocument/2006/relationships/image" Target="../media/image544.png"/><Relationship Id="rId48" Type="http://schemas.openxmlformats.org/officeDocument/2006/relationships/customXml" Target="../ink/ink540.xml"/><Relationship Id="rId56" Type="http://schemas.openxmlformats.org/officeDocument/2006/relationships/customXml" Target="../ink/ink544.xml"/><Relationship Id="rId64" Type="http://schemas.openxmlformats.org/officeDocument/2006/relationships/customXml" Target="../ink/ink548.xml"/><Relationship Id="rId69" Type="http://schemas.openxmlformats.org/officeDocument/2006/relationships/image" Target="../media/image557.png"/><Relationship Id="rId77" Type="http://schemas.openxmlformats.org/officeDocument/2006/relationships/image" Target="../media/image561.png"/><Relationship Id="rId8" Type="http://schemas.openxmlformats.org/officeDocument/2006/relationships/customXml" Target="../ink/ink520.xml"/><Relationship Id="rId51" Type="http://schemas.openxmlformats.org/officeDocument/2006/relationships/image" Target="../media/image548.png"/><Relationship Id="rId72" Type="http://schemas.openxmlformats.org/officeDocument/2006/relationships/customXml" Target="../ink/ink552.xml"/><Relationship Id="rId80" Type="http://schemas.openxmlformats.org/officeDocument/2006/relationships/customXml" Target="../ink/ink556.xml"/><Relationship Id="rId85" Type="http://schemas.openxmlformats.org/officeDocument/2006/relationships/image" Target="../media/image565.png"/><Relationship Id="rId3" Type="http://schemas.openxmlformats.org/officeDocument/2006/relationships/image" Target="../media/image524.png"/><Relationship Id="rId12" Type="http://schemas.openxmlformats.org/officeDocument/2006/relationships/customXml" Target="../ink/ink522.xml"/><Relationship Id="rId17" Type="http://schemas.openxmlformats.org/officeDocument/2006/relationships/image" Target="../media/image531.png"/><Relationship Id="rId25" Type="http://schemas.openxmlformats.org/officeDocument/2006/relationships/image" Target="../media/image535.png"/><Relationship Id="rId33" Type="http://schemas.openxmlformats.org/officeDocument/2006/relationships/image" Target="../media/image539.png"/><Relationship Id="rId38" Type="http://schemas.openxmlformats.org/officeDocument/2006/relationships/customXml" Target="../ink/ink535.xml"/><Relationship Id="rId46" Type="http://schemas.openxmlformats.org/officeDocument/2006/relationships/customXml" Target="../ink/ink539.xml"/><Relationship Id="rId59" Type="http://schemas.openxmlformats.org/officeDocument/2006/relationships/image" Target="../media/image552.png"/><Relationship Id="rId67" Type="http://schemas.openxmlformats.org/officeDocument/2006/relationships/image" Target="../media/image556.png"/><Relationship Id="rId20" Type="http://schemas.openxmlformats.org/officeDocument/2006/relationships/customXml" Target="../ink/ink526.xml"/><Relationship Id="rId41" Type="http://schemas.openxmlformats.org/officeDocument/2006/relationships/image" Target="../media/image543.png"/><Relationship Id="rId54" Type="http://schemas.openxmlformats.org/officeDocument/2006/relationships/customXml" Target="../ink/ink543.xml"/><Relationship Id="rId62" Type="http://schemas.openxmlformats.org/officeDocument/2006/relationships/customXml" Target="../ink/ink547.xml"/><Relationship Id="rId70" Type="http://schemas.openxmlformats.org/officeDocument/2006/relationships/customXml" Target="../ink/ink551.xml"/><Relationship Id="rId75" Type="http://schemas.openxmlformats.org/officeDocument/2006/relationships/image" Target="../media/image560.png"/><Relationship Id="rId83" Type="http://schemas.openxmlformats.org/officeDocument/2006/relationships/image" Target="../media/image56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9.xml"/><Relationship Id="rId15" Type="http://schemas.openxmlformats.org/officeDocument/2006/relationships/image" Target="../media/image530.png"/><Relationship Id="rId23" Type="http://schemas.openxmlformats.org/officeDocument/2006/relationships/image" Target="../media/image534.png"/><Relationship Id="rId28" Type="http://schemas.openxmlformats.org/officeDocument/2006/relationships/customXml" Target="../ink/ink530.xml"/><Relationship Id="rId36" Type="http://schemas.openxmlformats.org/officeDocument/2006/relationships/customXml" Target="../ink/ink534.xml"/><Relationship Id="rId49" Type="http://schemas.openxmlformats.org/officeDocument/2006/relationships/image" Target="../media/image547.png"/><Relationship Id="rId57" Type="http://schemas.openxmlformats.org/officeDocument/2006/relationships/image" Target="../media/image551.png"/><Relationship Id="rId10" Type="http://schemas.openxmlformats.org/officeDocument/2006/relationships/customXml" Target="../ink/ink521.xml"/><Relationship Id="rId31" Type="http://schemas.openxmlformats.org/officeDocument/2006/relationships/image" Target="../media/image538.png"/><Relationship Id="rId44" Type="http://schemas.openxmlformats.org/officeDocument/2006/relationships/customXml" Target="../ink/ink538.xml"/><Relationship Id="rId52" Type="http://schemas.openxmlformats.org/officeDocument/2006/relationships/customXml" Target="../ink/ink542.xml"/><Relationship Id="rId60" Type="http://schemas.openxmlformats.org/officeDocument/2006/relationships/customXml" Target="../ink/ink546.xml"/><Relationship Id="rId65" Type="http://schemas.openxmlformats.org/officeDocument/2006/relationships/image" Target="../media/image555.png"/><Relationship Id="rId73" Type="http://schemas.openxmlformats.org/officeDocument/2006/relationships/image" Target="../media/image559.png"/><Relationship Id="rId78" Type="http://schemas.openxmlformats.org/officeDocument/2006/relationships/customXml" Target="../ink/ink555.xml"/><Relationship Id="rId81" Type="http://schemas.openxmlformats.org/officeDocument/2006/relationships/image" Target="../media/image563.png"/><Relationship Id="rId4" Type="http://schemas.openxmlformats.org/officeDocument/2006/relationships/customXml" Target="../ink/ink518.xml"/><Relationship Id="rId9" Type="http://schemas.openxmlformats.org/officeDocument/2006/relationships/image" Target="../media/image527.png"/><Relationship Id="rId13" Type="http://schemas.openxmlformats.org/officeDocument/2006/relationships/image" Target="../media/image529.png"/><Relationship Id="rId18" Type="http://schemas.openxmlformats.org/officeDocument/2006/relationships/customXml" Target="../ink/ink525.xml"/><Relationship Id="rId39" Type="http://schemas.openxmlformats.org/officeDocument/2006/relationships/image" Target="../media/image542.png"/><Relationship Id="rId34" Type="http://schemas.openxmlformats.org/officeDocument/2006/relationships/customXml" Target="../ink/ink533.xml"/><Relationship Id="rId50" Type="http://schemas.openxmlformats.org/officeDocument/2006/relationships/customXml" Target="../ink/ink541.xml"/><Relationship Id="rId55" Type="http://schemas.openxmlformats.org/officeDocument/2006/relationships/image" Target="../media/image550.png"/><Relationship Id="rId76" Type="http://schemas.openxmlformats.org/officeDocument/2006/relationships/customXml" Target="../ink/ink554.xml"/><Relationship Id="rId7" Type="http://schemas.openxmlformats.org/officeDocument/2006/relationships/image" Target="../media/image526.png"/><Relationship Id="rId71" Type="http://schemas.openxmlformats.org/officeDocument/2006/relationships/image" Target="../media/image558.png"/><Relationship Id="rId2" Type="http://schemas.openxmlformats.org/officeDocument/2006/relationships/customXml" Target="../ink/ink517.xml"/><Relationship Id="rId29" Type="http://schemas.openxmlformats.org/officeDocument/2006/relationships/image" Target="../media/image537.png"/><Relationship Id="rId24" Type="http://schemas.openxmlformats.org/officeDocument/2006/relationships/customXml" Target="../ink/ink528.xml"/><Relationship Id="rId40" Type="http://schemas.openxmlformats.org/officeDocument/2006/relationships/customXml" Target="../ink/ink536.xml"/><Relationship Id="rId45" Type="http://schemas.openxmlformats.org/officeDocument/2006/relationships/image" Target="../media/image545.png"/><Relationship Id="rId66" Type="http://schemas.openxmlformats.org/officeDocument/2006/relationships/customXml" Target="../ink/ink549.xml"/><Relationship Id="rId61" Type="http://schemas.openxmlformats.org/officeDocument/2006/relationships/image" Target="../media/image553.png"/><Relationship Id="rId82" Type="http://schemas.openxmlformats.org/officeDocument/2006/relationships/customXml" Target="../ink/ink55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994E-AFA2-4BC4-AA44-1E1C2C55B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449 Recitation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5B194-DBA4-48FB-B12B-8EECAEA57F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Gordon Lu</a:t>
            </a:r>
          </a:p>
        </p:txBody>
      </p:sp>
    </p:spTree>
    <p:extLst>
      <p:ext uri="{BB962C8B-B14F-4D97-AF65-F5344CB8AC3E}">
        <p14:creationId xmlns:p14="http://schemas.microsoft.com/office/powerpoint/2010/main" val="1871567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4E1F-50C7-4B61-B329-1E9C1EA4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 after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8656D-2B48-43F9-B676-04E1A6A2C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Repeat after me: </a:t>
            </a:r>
          </a:p>
          <a:p>
            <a:r>
              <a:rPr lang="en-US" dirty="0"/>
              <a:t>Arrays aren’t real in C!</a:t>
            </a:r>
          </a:p>
          <a:p>
            <a:r>
              <a:rPr lang="en-US" dirty="0"/>
              <a:t>Never invoke </a:t>
            </a:r>
            <a:r>
              <a:rPr lang="en-US" dirty="0" err="1"/>
              <a:t>sizeof</a:t>
            </a:r>
            <a:r>
              <a:rPr lang="en-US" dirty="0"/>
              <a:t>() on a pointer!</a:t>
            </a:r>
          </a:p>
          <a:p>
            <a:r>
              <a:rPr lang="en-US" dirty="0"/>
              <a:t>Never do heavy string manipulation in C!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06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994E-AFA2-4BC4-AA44-1E1C2C55B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455583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B86E-1E19-41E5-AF81-893AF5CD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369BE-292D-4C5E-B6C6-7D0079852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Before we talk about what pointers are… it’s helpful to understand memory a little more!</a:t>
            </a:r>
          </a:p>
          <a:p>
            <a:endParaRPr lang="en-US" dirty="0"/>
          </a:p>
          <a:p>
            <a:r>
              <a:rPr lang="en-US" dirty="0"/>
              <a:t>Memory is …. a huge one-dimensional array of bytes</a:t>
            </a:r>
          </a:p>
          <a:p>
            <a:r>
              <a:rPr lang="en-US" dirty="0"/>
              <a:t>Every byte has an associated address</a:t>
            </a:r>
          </a:p>
          <a:p>
            <a:pPr lvl="1"/>
            <a:r>
              <a:rPr lang="en-US" dirty="0"/>
              <a:t>That address is its </a:t>
            </a:r>
            <a:r>
              <a:rPr lang="en-US" b="1" dirty="0"/>
              <a:t>array index</a:t>
            </a:r>
            <a:r>
              <a:rPr lang="en-US" dirty="0"/>
              <a:t> </a:t>
            </a:r>
          </a:p>
          <a:p>
            <a:r>
              <a:rPr lang="en-US" dirty="0"/>
              <a:t>For values </a:t>
            </a:r>
            <a:r>
              <a:rPr lang="en-US" b="1" dirty="0"/>
              <a:t>bigger than a byte</a:t>
            </a:r>
            <a:r>
              <a:rPr lang="en-US" dirty="0"/>
              <a:t>, we scale up, and use consecutive bytes!</a:t>
            </a:r>
          </a:p>
          <a:p>
            <a:r>
              <a:rPr lang="en-US" dirty="0"/>
              <a:t>But… regardless of size, the address of any value is the </a:t>
            </a:r>
            <a:r>
              <a:rPr lang="en-US" b="1" dirty="0"/>
              <a:t>address of the first byte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6848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4D832-01D7-44AE-9CC9-0BA5F920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sizeof</a:t>
            </a:r>
            <a:r>
              <a:rPr lang="en-US" dirty="0"/>
              <a:t>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72294-9339-46E8-B718-F23431069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sizeof</a:t>
            </a:r>
            <a:r>
              <a:rPr lang="en-US" dirty="0"/>
              <a:t>() is a </a:t>
            </a:r>
            <a:r>
              <a:rPr lang="en-US" b="1" dirty="0"/>
              <a:t>compile-time </a:t>
            </a:r>
            <a:r>
              <a:rPr lang="en-US" dirty="0"/>
              <a:t>operation which tells you how many </a:t>
            </a:r>
            <a:r>
              <a:rPr lang="en-US" b="1" dirty="0"/>
              <a:t>bytes </a:t>
            </a:r>
            <a:r>
              <a:rPr lang="en-US" dirty="0"/>
              <a:t>something takes up!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EXTREMELY IMPORTANT:</a:t>
            </a:r>
          </a:p>
          <a:p>
            <a:r>
              <a:rPr lang="en-US" b="1" dirty="0"/>
              <a:t>C does not know how big an array of a pointer is!!</a:t>
            </a:r>
            <a:r>
              <a:rPr lang="en-US" dirty="0"/>
              <a:t> </a:t>
            </a:r>
          </a:p>
          <a:p>
            <a:r>
              <a:rPr lang="en-US" dirty="0"/>
              <a:t>All pointers in C will be 8 bytes.</a:t>
            </a:r>
          </a:p>
          <a:p>
            <a:r>
              <a:rPr lang="en-US" dirty="0"/>
              <a:t>Repeat after me: </a:t>
            </a:r>
            <a:r>
              <a:rPr lang="en-US" b="1" dirty="0"/>
              <a:t>NEVER INVOKE SIZEOF ON A POINTER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ANOTHER THING:</a:t>
            </a:r>
          </a:p>
          <a:p>
            <a:r>
              <a:rPr lang="en-US" dirty="0" err="1"/>
              <a:t>sizeof</a:t>
            </a:r>
            <a:r>
              <a:rPr lang="en-US" dirty="0"/>
              <a:t>(array) </a:t>
            </a:r>
            <a:r>
              <a:rPr lang="en-US" b="1" dirty="0"/>
              <a:t>GIVES YOU THE BYTE SIZE!!</a:t>
            </a:r>
          </a:p>
        </p:txBody>
      </p:sp>
    </p:spTree>
    <p:extLst>
      <p:ext uri="{BB962C8B-B14F-4D97-AF65-F5344CB8AC3E}">
        <p14:creationId xmlns:p14="http://schemas.microsoft.com/office/powerpoint/2010/main" val="49320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994E-AFA2-4BC4-AA44-1E1C2C55B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Pointers: An Analogy</a:t>
            </a:r>
          </a:p>
        </p:txBody>
      </p:sp>
    </p:spTree>
    <p:extLst>
      <p:ext uri="{BB962C8B-B14F-4D97-AF65-F5344CB8AC3E}">
        <p14:creationId xmlns:p14="http://schemas.microsoft.com/office/powerpoint/2010/main" val="2539915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083F-A4C7-47D3-8A86-5E5996E3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F9F2B-E49A-4F85-B99B-1E99AD5BC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1) Let’s think about lockers… what’s its purpose?</a:t>
            </a:r>
          </a:p>
          <a:p>
            <a:r>
              <a:rPr lang="en-US" dirty="0"/>
              <a:t>… to store things…</a:t>
            </a:r>
          </a:p>
          <a:p>
            <a:pPr marL="0" indent="0">
              <a:buNone/>
            </a:pPr>
            <a:r>
              <a:rPr lang="en-US" dirty="0"/>
              <a:t>2) How do we identify lockers from one another?</a:t>
            </a:r>
          </a:p>
          <a:p>
            <a:r>
              <a:rPr lang="en-US" dirty="0"/>
              <a:t>Using their locker numbers…</a:t>
            </a:r>
          </a:p>
          <a:p>
            <a:pPr marL="0" indent="0">
              <a:buNone/>
            </a:pPr>
            <a:r>
              <a:rPr lang="en-US" dirty="0"/>
              <a:t>3) How do you access a locker?</a:t>
            </a:r>
          </a:p>
          <a:p>
            <a:r>
              <a:rPr lang="en-US" dirty="0"/>
              <a:t>By knowing the locker number and combination….</a:t>
            </a:r>
          </a:p>
          <a:p>
            <a:pPr lvl="1"/>
            <a:r>
              <a:rPr lang="en-US" dirty="0"/>
              <a:t>For our purposes, let’s assume the lockers are combo-less</a:t>
            </a:r>
          </a:p>
          <a:p>
            <a:pPr marL="0" indent="0">
              <a:buNone/>
            </a:pPr>
            <a:r>
              <a:rPr lang="en-US" dirty="0"/>
              <a:t>4) If I wanted to give someone else access to my locker, what would I do?</a:t>
            </a:r>
          </a:p>
          <a:p>
            <a:r>
              <a:rPr lang="en-US" dirty="0"/>
              <a:t>RIP IT OUT AND HAND IT TO THEM!</a:t>
            </a:r>
          </a:p>
          <a:p>
            <a:r>
              <a:rPr lang="en-US" dirty="0"/>
              <a:t>Hehe… </a:t>
            </a:r>
            <a:r>
              <a:rPr lang="en-US" dirty="0" err="1"/>
              <a:t>ya</a:t>
            </a:r>
            <a:r>
              <a:rPr lang="en-US" dirty="0"/>
              <a:t> just give them the locker number!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E515C4-2C6D-48E6-B3AE-694D19429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1685" y="2412215"/>
            <a:ext cx="2498357" cy="332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34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97899-211B-4840-A2B3-B7748BED1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Locker Rooms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59053-70D6-4760-8A2D-024B9EFFC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4932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200" dirty="0"/>
              <a:t>Just like a locker </a:t>
            </a:r>
            <a:r>
              <a:rPr lang="en-US" sz="1200" b="1" dirty="0"/>
              <a:t>stores things</a:t>
            </a:r>
            <a:endParaRPr lang="en-US" sz="1200" dirty="0"/>
          </a:p>
          <a:p>
            <a:r>
              <a:rPr lang="en-US" sz="1200" dirty="0"/>
              <a:t>A variable stores things…</a:t>
            </a:r>
          </a:p>
          <a:p>
            <a:r>
              <a:rPr lang="en-US" sz="1200" dirty="0"/>
              <a:t>But a variable is a thing itself…</a:t>
            </a:r>
          </a:p>
          <a:p>
            <a:pPr marL="0" indent="0">
              <a:buNone/>
            </a:pPr>
            <a:r>
              <a:rPr lang="en-US" sz="1200" dirty="0"/>
              <a:t>Each variable is just like a locker!</a:t>
            </a:r>
          </a:p>
          <a:p>
            <a:r>
              <a:rPr lang="en-US" sz="1200" dirty="0"/>
              <a:t>It has a </a:t>
            </a:r>
            <a:r>
              <a:rPr lang="en-US" sz="1200" b="1" dirty="0"/>
              <a:t>number</a:t>
            </a:r>
            <a:r>
              <a:rPr lang="en-US" sz="1200" dirty="0"/>
              <a:t>: its </a:t>
            </a:r>
            <a:r>
              <a:rPr lang="en-US" sz="1200" b="1" dirty="0"/>
              <a:t>address</a:t>
            </a:r>
            <a:endParaRPr lang="en-US" sz="1200" dirty="0"/>
          </a:p>
          <a:p>
            <a:r>
              <a:rPr lang="en-US" sz="1200" dirty="0"/>
              <a:t>It stores something: its </a:t>
            </a:r>
            <a:r>
              <a:rPr lang="en-US" sz="1200" b="1" dirty="0"/>
              <a:t>value</a:t>
            </a:r>
            <a:endParaRPr lang="en-US" sz="1200" dirty="0"/>
          </a:p>
          <a:p>
            <a:r>
              <a:rPr lang="en-US" sz="1200" dirty="0"/>
              <a:t>It </a:t>
            </a:r>
            <a:r>
              <a:rPr lang="en-US" sz="1200" b="1" dirty="0"/>
              <a:t>belongs </a:t>
            </a:r>
            <a:r>
              <a:rPr lang="en-US" sz="1200" dirty="0"/>
              <a:t>to someone: its </a:t>
            </a:r>
            <a:r>
              <a:rPr lang="en-US" sz="1200" b="1" dirty="0"/>
              <a:t>owner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How would I </a:t>
            </a:r>
            <a:r>
              <a:rPr lang="en-US" sz="1200" b="1" dirty="0"/>
              <a:t>give someone else access </a:t>
            </a:r>
            <a:r>
              <a:rPr lang="en-US" sz="1200" dirty="0"/>
              <a:t>to my variable?</a:t>
            </a:r>
          </a:p>
          <a:p>
            <a:r>
              <a:rPr lang="en-US" sz="1200" dirty="0"/>
              <a:t>Give’m the locker number…</a:t>
            </a:r>
          </a:p>
          <a:p>
            <a:r>
              <a:rPr lang="en-US" sz="1200" dirty="0"/>
              <a:t>Which is… the </a:t>
            </a:r>
            <a:r>
              <a:rPr lang="en-US" sz="1200" b="1" dirty="0"/>
              <a:t>memory address</a:t>
            </a:r>
            <a:r>
              <a:rPr lang="en-US" sz="1200" dirty="0"/>
              <a:t>!</a:t>
            </a:r>
          </a:p>
          <a:p>
            <a:r>
              <a:rPr lang="en-US" sz="1200" dirty="0"/>
              <a:t>So what’s a variable?</a:t>
            </a:r>
          </a:p>
          <a:p>
            <a:pPr lvl="1"/>
            <a:r>
              <a:rPr lang="en-US" sz="1100" dirty="0"/>
              <a:t>It’s just a way to conveniently refer to their memory address!</a:t>
            </a:r>
          </a:p>
        </p:txBody>
      </p:sp>
    </p:spTree>
    <p:extLst>
      <p:ext uri="{BB962C8B-B14F-4D97-AF65-F5344CB8AC3E}">
        <p14:creationId xmlns:p14="http://schemas.microsoft.com/office/powerpoint/2010/main" val="265914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0773-0691-4225-AF33-988166C47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D0650-BDCB-414B-A5AE-EF3407825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pointer </a:t>
            </a:r>
            <a:r>
              <a:rPr lang="en-US" dirty="0"/>
              <a:t>is a variable which holds </a:t>
            </a:r>
            <a:r>
              <a:rPr lang="en-US" b="1" dirty="0"/>
              <a:t>another variable’s memory address</a:t>
            </a:r>
            <a:r>
              <a:rPr lang="en-US" dirty="0"/>
              <a:t>.</a:t>
            </a:r>
          </a:p>
          <a:p>
            <a:r>
              <a:rPr lang="en-US" dirty="0"/>
              <a:t>Once you have a pointer, you have access to two things:</a:t>
            </a:r>
          </a:p>
          <a:p>
            <a:pPr marL="342900" indent="-342900">
              <a:buAutoNum type="arabicParenR"/>
            </a:pPr>
            <a:r>
              <a:rPr lang="en-US" dirty="0"/>
              <a:t>The pointer </a:t>
            </a:r>
            <a:r>
              <a:rPr lang="en-US" b="1" dirty="0"/>
              <a:t>itself</a:t>
            </a: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The variable it </a:t>
            </a:r>
            <a:r>
              <a:rPr lang="en-US" b="1" dirty="0"/>
              <a:t>points to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90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994E-AFA2-4BC4-AA44-1E1C2C55B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</p:spTree>
    <p:extLst>
      <p:ext uri="{BB962C8B-B14F-4D97-AF65-F5344CB8AC3E}">
        <p14:creationId xmlns:p14="http://schemas.microsoft.com/office/powerpoint/2010/main" val="3387005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92F0-A47B-4FEB-96CA-A6D39CC22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Pointer?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9A594-7A28-4A9E-AE3C-1B5016A79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pointer </a:t>
            </a:r>
            <a:r>
              <a:rPr lang="en-US" dirty="0"/>
              <a:t>is a variable that holds a memory address of another variable.</a:t>
            </a:r>
          </a:p>
          <a:p>
            <a:r>
              <a:rPr lang="en-US" dirty="0"/>
              <a:t>Essentially, anytime you would use an array in Java, you’d use a pointer in C.</a:t>
            </a:r>
          </a:p>
          <a:p>
            <a:r>
              <a:rPr lang="en-US" dirty="0"/>
              <a:t>You can access a value a pointer points to using the </a:t>
            </a:r>
            <a:r>
              <a:rPr lang="en-US" b="1" dirty="0"/>
              <a:t>dereference operator (*)</a:t>
            </a:r>
            <a:r>
              <a:rPr lang="en-US" dirty="0"/>
              <a:t>.</a:t>
            </a:r>
          </a:p>
          <a:p>
            <a:r>
              <a:rPr lang="en-US" dirty="0"/>
              <a:t>C uses pointers because it’s easier to say, “that’s the place that has that data” rather than saying “This is the entire thing that which includes the data I’m interested in!”</a:t>
            </a:r>
          </a:p>
          <a:p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B4DA161-E3E5-4336-8569-50D8B49BD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3014" y="4738271"/>
            <a:ext cx="2668676" cy="200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19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9C37-1B73-4827-89A7-BF3BD807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thing… Arrays don’t Exist in C!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865A0-9C36-4558-8BCA-F449E7FAB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Wait… what???</a:t>
            </a:r>
          </a:p>
          <a:p>
            <a:endParaRPr lang="en-US" dirty="0"/>
          </a:p>
          <a:p>
            <a:r>
              <a:rPr lang="en-US" dirty="0"/>
              <a:t>You heard me… ARRAYS DON’T EXIST IN C</a:t>
            </a:r>
            <a:endParaRPr lang="en-US" b="1" dirty="0"/>
          </a:p>
          <a:p>
            <a:r>
              <a:rPr lang="en-US" dirty="0"/>
              <a:t>Basically, arrays are considered as local variables in C.</a:t>
            </a:r>
          </a:p>
          <a:p>
            <a:r>
              <a:rPr lang="en-US" dirty="0"/>
              <a:t>Meaning, we can’t return an array in C!</a:t>
            </a:r>
          </a:p>
          <a:p>
            <a:r>
              <a:rPr lang="en-US" dirty="0"/>
              <a:t>So, what do we do instead?</a:t>
            </a:r>
          </a:p>
          <a:p>
            <a:pPr lvl="1"/>
            <a:r>
              <a:rPr lang="en-US" dirty="0"/>
              <a:t>We return a pointer to the array instead!</a:t>
            </a:r>
          </a:p>
          <a:p>
            <a:r>
              <a:rPr lang="en-US" dirty="0"/>
              <a:t>BIG POINT: </a:t>
            </a:r>
            <a:r>
              <a:rPr lang="en-US" b="1" dirty="0"/>
              <a:t>Arrays become pointers when passed into functions!</a:t>
            </a:r>
            <a:endParaRPr lang="en-US" dirty="0"/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F57B6FA-68DE-4B2F-AB19-A544DA12C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799" y="2327460"/>
            <a:ext cx="4134130" cy="258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40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4EFD-478E-475A-8DD5-6CE61302E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Address-OF (&amp;)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42539-E31A-44B5-8AA8-71185E643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get the address of a variable via the </a:t>
            </a:r>
            <a:r>
              <a:rPr lang="en-US" b="1" dirty="0"/>
              <a:t>address-of operator (&amp;)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int x;</a:t>
            </a:r>
          </a:p>
          <a:p>
            <a:pPr marL="0" indent="0">
              <a:buNone/>
            </a:pPr>
            <a:r>
              <a:rPr lang="en-US" dirty="0"/>
              <a:t>int* p = &amp;x;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31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E614-5F50-4C2F-A563-009CAE73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E1635-0224-4E3D-B298-753F97011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 x = 10;</a:t>
            </a:r>
          </a:p>
          <a:p>
            <a:pPr marL="0" indent="0">
              <a:buNone/>
            </a:pPr>
            <a:r>
              <a:rPr lang="en-US" dirty="0"/>
              <a:t>int y = 20;</a:t>
            </a:r>
          </a:p>
          <a:p>
            <a:pPr marL="0" indent="0">
              <a:buNone/>
            </a:pPr>
            <a:r>
              <a:rPr lang="en-US" dirty="0"/>
              <a:t>int* p = &amp;x;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say “p points to x”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32CB4-4AEB-4BF6-8AA4-BA927B6DB0CB}"/>
              </a:ext>
            </a:extLst>
          </p:cNvPr>
          <p:cNvSpPr/>
          <p:nvPr/>
        </p:nvSpPr>
        <p:spPr>
          <a:xfrm>
            <a:off x="6631805" y="2829827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34974-ABB9-4974-A99B-4EEAEC5C45AD}"/>
              </a:ext>
            </a:extLst>
          </p:cNvPr>
          <p:cNvSpPr txBox="1"/>
          <p:nvPr/>
        </p:nvSpPr>
        <p:spPr>
          <a:xfrm>
            <a:off x="6096000" y="29706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DC23A8-BE15-4061-8871-4915DAECD020}"/>
              </a:ext>
            </a:extLst>
          </p:cNvPr>
          <p:cNvSpPr/>
          <p:nvPr/>
        </p:nvSpPr>
        <p:spPr>
          <a:xfrm>
            <a:off x="6631806" y="3531749"/>
            <a:ext cx="1453414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18AAD-C306-424C-8AEF-1D978431BCA6}"/>
              </a:ext>
            </a:extLst>
          </p:cNvPr>
          <p:cNvSpPr txBox="1"/>
          <p:nvPr/>
        </p:nvSpPr>
        <p:spPr>
          <a:xfrm>
            <a:off x="6096000" y="3672556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07C877-D89B-4478-BB41-E840AC7F1B39}"/>
              </a:ext>
            </a:extLst>
          </p:cNvPr>
          <p:cNvSpPr/>
          <p:nvPr/>
        </p:nvSpPr>
        <p:spPr>
          <a:xfrm>
            <a:off x="6631805" y="4284927"/>
            <a:ext cx="1453415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BB243-D3A1-4C9F-88B1-4186876AEF04}"/>
              </a:ext>
            </a:extLst>
          </p:cNvPr>
          <p:cNvSpPr txBox="1"/>
          <p:nvPr/>
        </p:nvSpPr>
        <p:spPr>
          <a:xfrm>
            <a:off x="6096000" y="44257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2DE5274-CD5E-4D71-B574-44DED7CEE120}"/>
                  </a:ext>
                </a:extLst>
              </p14:cNvPr>
              <p14:cNvContentPartPr/>
              <p14:nvPr/>
            </p14:nvContentPartPr>
            <p14:xfrm>
              <a:off x="8331224" y="3159880"/>
              <a:ext cx="635040" cy="1415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2DE5274-CD5E-4D71-B574-44DED7CEE1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95584" y="3123880"/>
                <a:ext cx="706680" cy="148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883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7" grpId="0" animBg="1"/>
      <p:bldP spid="8" grpId="0"/>
      <p:bldP spid="9" grpId="0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1E614-5F50-4C2F-A563-009CAE73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E1635-0224-4E3D-B298-753F97011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 = &amp;y;</a:t>
            </a:r>
          </a:p>
          <a:p>
            <a:pPr marL="0" indent="0">
              <a:buNone/>
            </a:pPr>
            <a:r>
              <a:rPr lang="en-US" dirty="0"/>
              <a:t>int** pp = &amp;p;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32CB4-4AEB-4BF6-8AA4-BA927B6DB0CB}"/>
              </a:ext>
            </a:extLst>
          </p:cNvPr>
          <p:cNvSpPr/>
          <p:nvPr/>
        </p:nvSpPr>
        <p:spPr>
          <a:xfrm>
            <a:off x="6631805" y="2829827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34974-ABB9-4974-A99B-4EEAEC5C45AD}"/>
              </a:ext>
            </a:extLst>
          </p:cNvPr>
          <p:cNvSpPr txBox="1"/>
          <p:nvPr/>
        </p:nvSpPr>
        <p:spPr>
          <a:xfrm>
            <a:off x="6096000" y="29706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DC23A8-BE15-4061-8871-4915DAECD020}"/>
              </a:ext>
            </a:extLst>
          </p:cNvPr>
          <p:cNvSpPr/>
          <p:nvPr/>
        </p:nvSpPr>
        <p:spPr>
          <a:xfrm>
            <a:off x="6631806" y="3531749"/>
            <a:ext cx="1453414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18AAD-C306-424C-8AEF-1D978431BCA6}"/>
              </a:ext>
            </a:extLst>
          </p:cNvPr>
          <p:cNvSpPr txBox="1"/>
          <p:nvPr/>
        </p:nvSpPr>
        <p:spPr>
          <a:xfrm>
            <a:off x="6096000" y="3672556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07C877-D89B-4478-BB41-E840AC7F1B39}"/>
              </a:ext>
            </a:extLst>
          </p:cNvPr>
          <p:cNvSpPr/>
          <p:nvPr/>
        </p:nvSpPr>
        <p:spPr>
          <a:xfrm>
            <a:off x="6631805" y="4284927"/>
            <a:ext cx="1453415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8BB243-D3A1-4C9F-88B1-4186876AEF04}"/>
              </a:ext>
            </a:extLst>
          </p:cNvPr>
          <p:cNvSpPr txBox="1"/>
          <p:nvPr/>
        </p:nvSpPr>
        <p:spPr>
          <a:xfrm>
            <a:off x="6096000" y="44257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2DE5274-CD5E-4D71-B574-44DED7CEE120}"/>
                  </a:ext>
                </a:extLst>
              </p14:cNvPr>
              <p14:cNvContentPartPr/>
              <p14:nvPr/>
            </p14:nvContentPartPr>
            <p14:xfrm>
              <a:off x="8331224" y="3159880"/>
              <a:ext cx="635040" cy="14158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2DE5274-CD5E-4D71-B574-44DED7CEE1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95224" y="3123880"/>
                <a:ext cx="706680" cy="148752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FEEAC7B0-0247-4EAD-BC4E-C8E2184EF1EC}"/>
              </a:ext>
            </a:extLst>
          </p:cNvPr>
          <p:cNvSpPr/>
          <p:nvPr/>
        </p:nvSpPr>
        <p:spPr>
          <a:xfrm>
            <a:off x="6636946" y="4288231"/>
            <a:ext cx="1453415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A8C50F-7F81-4160-AF95-4DD9AA5C5B69}"/>
                  </a:ext>
                </a:extLst>
              </p14:cNvPr>
              <p14:cNvContentPartPr/>
              <p14:nvPr/>
            </p14:nvContentPartPr>
            <p14:xfrm>
              <a:off x="8173360" y="3839560"/>
              <a:ext cx="423000" cy="766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A8C50F-7F81-4160-AF95-4DD9AA5C5B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37720" y="3803920"/>
                <a:ext cx="494640" cy="83808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74974FCB-9405-462F-A2CD-835F3EEE2E26}"/>
              </a:ext>
            </a:extLst>
          </p:cNvPr>
          <p:cNvSpPr/>
          <p:nvPr/>
        </p:nvSpPr>
        <p:spPr>
          <a:xfrm>
            <a:off x="6631805" y="5063834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02D0C8-7AF1-4801-A5C8-4966B480A434}"/>
              </a:ext>
            </a:extLst>
          </p:cNvPr>
          <p:cNvSpPr txBox="1"/>
          <p:nvPr/>
        </p:nvSpPr>
        <p:spPr>
          <a:xfrm>
            <a:off x="6096000" y="52046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320C181-0495-4EE1-B49B-2AD6E94FE40E}"/>
                  </a:ext>
                </a:extLst>
              </p14:cNvPr>
              <p14:cNvContentPartPr/>
              <p14:nvPr/>
            </p14:nvContentPartPr>
            <p14:xfrm>
              <a:off x="8234920" y="4731640"/>
              <a:ext cx="396720" cy="630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320C181-0495-4EE1-B49B-2AD6E94FE4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98920" y="4696000"/>
                <a:ext cx="468360" cy="70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338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7" grpId="0" animBg="1"/>
      <p:bldP spid="8" grpId="0"/>
      <p:bldP spid="9" grpId="0" animBg="1"/>
      <p:bldP spid="10" grpId="0"/>
      <p:bldP spid="12" grpId="0" animBg="1"/>
      <p:bldP spid="13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994E-AFA2-4BC4-AA44-1E1C2C55B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Pointers and Arrays</a:t>
            </a:r>
          </a:p>
        </p:txBody>
      </p:sp>
    </p:spTree>
    <p:extLst>
      <p:ext uri="{BB962C8B-B14F-4D97-AF65-F5344CB8AC3E}">
        <p14:creationId xmlns:p14="http://schemas.microsoft.com/office/powerpoint/2010/main" val="3367551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4D1AC-49CB-4A6E-BDA9-98608B7B4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and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BE795-E899-4F4E-941D-280446223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pointer can point to </a:t>
            </a:r>
            <a:r>
              <a:rPr lang="en-US" b="1" dirty="0"/>
              <a:t>one or more values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char* </a:t>
            </a:r>
            <a:r>
              <a:rPr lang="en-US" dirty="0"/>
              <a:t>may point to a single </a:t>
            </a:r>
            <a:r>
              <a:rPr lang="en-US" b="1" dirty="0"/>
              <a:t>char</a:t>
            </a:r>
            <a:r>
              <a:rPr lang="en-US" dirty="0"/>
              <a:t>, or to an </a:t>
            </a:r>
            <a:r>
              <a:rPr lang="en-US" b="1" dirty="0"/>
              <a:t>array of chars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DEB46CD-8E0A-4D06-B7DA-B025E7B0A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9578" y="3499133"/>
            <a:ext cx="3640344" cy="272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65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E1B8A-99FF-450E-9CEA-5BD814248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E8774-E6B4-47EA-BA7A-007DDC3F2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char c = ‘x’;</a:t>
            </a:r>
          </a:p>
          <a:p>
            <a:pPr marL="0" indent="0">
              <a:buNone/>
            </a:pPr>
            <a:r>
              <a:rPr lang="en-US" dirty="0"/>
              <a:t>char* s = &amp;c;</a:t>
            </a:r>
          </a:p>
          <a:p>
            <a:pPr marL="0" indent="0">
              <a:buNone/>
            </a:pPr>
            <a:r>
              <a:rPr lang="en-US" dirty="0"/>
              <a:t>s = “hi!”;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“Pointing to a single value” is the same as “pointing to an array of length 1”!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E57118-DECC-4C2C-90EB-86400C7FD8FA}"/>
              </a:ext>
            </a:extLst>
          </p:cNvPr>
          <p:cNvSpPr/>
          <p:nvPr/>
        </p:nvSpPr>
        <p:spPr>
          <a:xfrm>
            <a:off x="6631805" y="2829827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‘x’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5877F6-FEC0-4D95-8B82-20F97E90E988}"/>
              </a:ext>
            </a:extLst>
          </p:cNvPr>
          <p:cNvSpPr txBox="1"/>
          <p:nvPr/>
        </p:nvSpPr>
        <p:spPr>
          <a:xfrm>
            <a:off x="6096000" y="297063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9FFCF1-6ED5-45B7-B8EA-9115AEBC2933}"/>
              </a:ext>
            </a:extLst>
          </p:cNvPr>
          <p:cNvSpPr/>
          <p:nvPr/>
        </p:nvSpPr>
        <p:spPr>
          <a:xfrm>
            <a:off x="6631805" y="3569528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27BB2-96DB-4402-B712-DD6C1EB1F6B7}"/>
              </a:ext>
            </a:extLst>
          </p:cNvPr>
          <p:cNvSpPr txBox="1"/>
          <p:nvPr/>
        </p:nvSpPr>
        <p:spPr>
          <a:xfrm>
            <a:off x="6096000" y="3710335"/>
            <a:ext cx="27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E059B36-4287-4647-8BAA-B4D02E06C67D}"/>
                  </a:ext>
                </a:extLst>
              </p14:cNvPr>
              <p14:cNvContentPartPr/>
              <p14:nvPr/>
            </p14:nvContentPartPr>
            <p14:xfrm>
              <a:off x="8201800" y="3054760"/>
              <a:ext cx="543960" cy="761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E059B36-4287-4647-8BAA-B4D02E06C6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65800" y="3019120"/>
                <a:ext cx="615600" cy="8334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745BCA63-C944-4E03-8538-3B8B0067F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430031"/>
              </p:ext>
            </p:extLst>
          </p:nvPr>
        </p:nvGraphicFramePr>
        <p:xfrm>
          <a:off x="5862320" y="4903221"/>
          <a:ext cx="3779520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312711860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68871961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3638660307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4015633276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‘h’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‘</a:t>
                      </a:r>
                      <a:r>
                        <a:rPr lang="en-US" dirty="0" err="1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‘!’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‘\0’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926612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440B7AE3-336A-487E-85DA-1F32F995C785}"/>
              </a:ext>
            </a:extLst>
          </p:cNvPr>
          <p:cNvSpPr/>
          <p:nvPr/>
        </p:nvSpPr>
        <p:spPr>
          <a:xfrm>
            <a:off x="6631805" y="3569528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string literal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0A74626-5856-4D6F-81EC-C4FCEB897C97}"/>
                  </a:ext>
                </a:extLst>
              </p14:cNvPr>
              <p14:cNvContentPartPr/>
              <p14:nvPr/>
            </p14:nvContentPartPr>
            <p14:xfrm>
              <a:off x="6305680" y="4126840"/>
              <a:ext cx="884160" cy="678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0A74626-5856-4D6F-81EC-C4FCEB897C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9680" y="4091200"/>
                <a:ext cx="955800" cy="74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230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/>
      <p:bldP spid="6" grpId="0" animBg="1"/>
      <p:bldP spid="7" grpId="0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994E-AFA2-4BC4-AA44-1E1C2C55B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Accessing the Value at a pointer</a:t>
            </a:r>
          </a:p>
        </p:txBody>
      </p:sp>
    </p:spTree>
    <p:extLst>
      <p:ext uri="{BB962C8B-B14F-4D97-AF65-F5344CB8AC3E}">
        <p14:creationId xmlns:p14="http://schemas.microsoft.com/office/powerpoint/2010/main" val="3354552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2EBA-0615-4979-9A5F-9B3A174D0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value-at (Dereference)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D14B8-B52B-4038-B7B6-FD5B37B89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en-US" b="1" dirty="0"/>
              <a:t>* </a:t>
            </a:r>
            <a:r>
              <a:rPr lang="en-US" dirty="0"/>
              <a:t>is the value-at operator: it’s the </a:t>
            </a:r>
            <a:r>
              <a:rPr lang="en-US" b="1" dirty="0"/>
              <a:t>inverse of &amp;</a:t>
            </a:r>
          </a:p>
          <a:p>
            <a:r>
              <a:rPr lang="en-US" dirty="0"/>
              <a:t>Every time you use it, you </a:t>
            </a:r>
            <a:r>
              <a:rPr lang="en-US" b="1" i="1" dirty="0"/>
              <a:t>remove </a:t>
            </a:r>
            <a:r>
              <a:rPr lang="en-US" dirty="0"/>
              <a:t>a star.</a:t>
            </a:r>
          </a:p>
          <a:p>
            <a:pPr marL="0" indent="0">
              <a:buNone/>
            </a:pPr>
            <a:r>
              <a:rPr lang="en-US" dirty="0"/>
              <a:t>2) It </a:t>
            </a:r>
            <a:r>
              <a:rPr lang="en-US" b="1" dirty="0"/>
              <a:t>accesses the variable </a:t>
            </a:r>
            <a:r>
              <a:rPr lang="en-US" dirty="0"/>
              <a:t>that a pointer </a:t>
            </a:r>
            <a:r>
              <a:rPr lang="en-US" b="1" dirty="0"/>
              <a:t>points to</a:t>
            </a:r>
            <a:endParaRPr lang="en-US" dirty="0"/>
          </a:p>
          <a:p>
            <a:r>
              <a:rPr lang="en-US" dirty="0"/>
              <a:t>We say that it “</a:t>
            </a:r>
            <a:r>
              <a:rPr lang="en-US" b="1" dirty="0"/>
              <a:t>dereferences</a:t>
            </a:r>
            <a:r>
              <a:rPr lang="en-US" dirty="0"/>
              <a:t>” a pointer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92B39A1-C3D6-473E-991C-7EE5AE781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542" y="2725881"/>
            <a:ext cx="2857722" cy="2926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27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5B68-D9E0-4E1B-BFDD-3DDD4BCFE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72B99-2D5F-4C18-AE50-33746137D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 x = 10;</a:t>
            </a:r>
          </a:p>
          <a:p>
            <a:pPr marL="0" indent="0">
              <a:buNone/>
            </a:pPr>
            <a:r>
              <a:rPr lang="en-US" dirty="0"/>
              <a:t>int* p = &amp;x;</a:t>
            </a:r>
          </a:p>
          <a:p>
            <a:pPr marL="0" indent="0">
              <a:buNone/>
            </a:pPr>
            <a:r>
              <a:rPr lang="en-US" dirty="0"/>
              <a:t>*p = 15; //changes x!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Changing the value of a pointer (via dereference) will change the original value!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C48D51-2C2F-485A-97DE-0D6AA1D997BE}"/>
              </a:ext>
            </a:extLst>
          </p:cNvPr>
          <p:cNvSpPr/>
          <p:nvPr/>
        </p:nvSpPr>
        <p:spPr>
          <a:xfrm>
            <a:off x="6631805" y="2829827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ECE1D-7843-4DB5-9336-D35E93854F2F}"/>
              </a:ext>
            </a:extLst>
          </p:cNvPr>
          <p:cNvSpPr txBox="1"/>
          <p:nvPr/>
        </p:nvSpPr>
        <p:spPr>
          <a:xfrm>
            <a:off x="6096000" y="29706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084687-CE55-42CC-8FFE-80FD844C65D8}"/>
              </a:ext>
            </a:extLst>
          </p:cNvPr>
          <p:cNvSpPr/>
          <p:nvPr/>
        </p:nvSpPr>
        <p:spPr>
          <a:xfrm>
            <a:off x="6609916" y="3672556"/>
            <a:ext cx="1453415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7B9DC6-7F2E-4993-B47F-A358409C0FF0}"/>
              </a:ext>
            </a:extLst>
          </p:cNvPr>
          <p:cNvSpPr txBox="1"/>
          <p:nvPr/>
        </p:nvSpPr>
        <p:spPr>
          <a:xfrm>
            <a:off x="6074111" y="38133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04A1721-A5A3-485F-BE77-D80F336E29AD}"/>
              </a:ext>
            </a:extLst>
          </p:cNvPr>
          <p:cNvGrpSpPr/>
          <p:nvPr/>
        </p:nvGrpSpPr>
        <p:grpSpPr>
          <a:xfrm>
            <a:off x="8234200" y="3234760"/>
            <a:ext cx="455400" cy="763200"/>
            <a:chOff x="8234200" y="3234760"/>
            <a:chExt cx="455400" cy="76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D4EF026-0F70-4352-A29E-787D7DAD27AB}"/>
                    </a:ext>
                  </a:extLst>
                </p14:cNvPr>
                <p14:cNvContentPartPr/>
                <p14:nvPr/>
              </p14:nvContentPartPr>
              <p14:xfrm>
                <a:off x="8234200" y="3234760"/>
                <a:ext cx="455400" cy="763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D4EF026-0F70-4352-A29E-787D7DAD27A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198200" y="3199120"/>
                  <a:ext cx="52704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B092A71-681A-48B1-B424-2D70B6B58F5D}"/>
                    </a:ext>
                  </a:extLst>
                </p14:cNvPr>
                <p14:cNvContentPartPr/>
                <p14:nvPr/>
              </p14:nvContentPartPr>
              <p14:xfrm>
                <a:off x="8283880" y="3264640"/>
                <a:ext cx="44280" cy="55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B092A71-681A-48B1-B424-2D70B6B58F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48240" y="3228640"/>
                  <a:ext cx="115920" cy="126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2CF17C7-7EC3-49E3-B2A1-9EE645437D7A}"/>
              </a:ext>
            </a:extLst>
          </p:cNvPr>
          <p:cNvSpPr/>
          <p:nvPr/>
        </p:nvSpPr>
        <p:spPr>
          <a:xfrm>
            <a:off x="6631805" y="2843303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3451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994E-AFA2-4BC4-AA44-1E1C2C55B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Array-Indexing operators</a:t>
            </a:r>
          </a:p>
        </p:txBody>
      </p:sp>
    </p:spTree>
    <p:extLst>
      <p:ext uri="{BB962C8B-B14F-4D97-AF65-F5344CB8AC3E}">
        <p14:creationId xmlns:p14="http://schemas.microsoft.com/office/powerpoint/2010/main" val="2077568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9F19-51A7-449A-826A-DCFEBBF94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array indexing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ACA4F-DCAA-4E87-9921-5FBD30D31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p[n] </a:t>
            </a:r>
            <a:r>
              <a:rPr lang="en-US" dirty="0"/>
              <a:t>means “access the </a:t>
            </a:r>
            <a:r>
              <a:rPr lang="en-US" b="1" dirty="0"/>
              <a:t>nth </a:t>
            </a:r>
            <a:r>
              <a:rPr lang="en-US" dirty="0"/>
              <a:t>item pointed to by </a:t>
            </a:r>
            <a:r>
              <a:rPr lang="en-US" b="1" dirty="0"/>
              <a:t>p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dirty="0"/>
              <a:t>char* s = “hi!”;</a:t>
            </a:r>
          </a:p>
          <a:p>
            <a:pPr marL="0" indent="0">
              <a:buNone/>
            </a:pPr>
            <a:r>
              <a:rPr lang="en-US" dirty="0"/>
              <a:t>char c = s[2];</a:t>
            </a:r>
          </a:p>
          <a:p>
            <a:pPr marL="0" indent="0">
              <a:buNone/>
            </a:pPr>
            <a:r>
              <a:rPr lang="en-US" dirty="0"/>
              <a:t>char d = 2[s];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Now c and d are the same thing…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0097B-AC3C-4979-BC36-E4F9BBB0954D}"/>
              </a:ext>
            </a:extLst>
          </p:cNvPr>
          <p:cNvSpPr txBox="1"/>
          <p:nvPr/>
        </p:nvSpPr>
        <p:spPr>
          <a:xfrm>
            <a:off x="6177280" y="3314737"/>
            <a:ext cx="272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748E05A3-00A4-4D00-ABE0-DA4D2FA98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73181"/>
              </p:ext>
            </p:extLst>
          </p:nvPr>
        </p:nvGraphicFramePr>
        <p:xfrm>
          <a:off x="5943600" y="4507623"/>
          <a:ext cx="3779520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880">
                  <a:extLst>
                    <a:ext uri="{9D8B030D-6E8A-4147-A177-3AD203B41FA5}">
                      <a16:colId xmlns:a16="http://schemas.microsoft.com/office/drawing/2014/main" val="2312711860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68871961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3638660307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4015633276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‘h’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‘</a:t>
                      </a:r>
                      <a:r>
                        <a:rPr lang="en-US" dirty="0" err="1">
                          <a:solidFill>
                            <a:srgbClr val="0070C0"/>
                          </a:solidFill>
                        </a:rPr>
                        <a:t>i</a:t>
                      </a:r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‘!’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‘\0’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9266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3FA6320-8836-4B81-A56F-92AEA6ADB2A1}"/>
              </a:ext>
            </a:extLst>
          </p:cNvPr>
          <p:cNvSpPr/>
          <p:nvPr/>
        </p:nvSpPr>
        <p:spPr>
          <a:xfrm>
            <a:off x="6713084" y="3173930"/>
            <a:ext cx="1453413" cy="510139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address of </a:t>
            </a:r>
          </a:p>
          <a:p>
            <a:pPr algn="ctr"/>
            <a:r>
              <a:rPr lang="en-US" dirty="0">
                <a:solidFill>
                  <a:srgbClr val="0070C0"/>
                </a:solidFill>
              </a:rPr>
              <a:t>string literal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31713EA-39A9-447E-8D0A-63941CC5F01D}"/>
                  </a:ext>
                </a:extLst>
              </p14:cNvPr>
              <p14:cNvContentPartPr/>
              <p14:nvPr/>
            </p14:nvContentPartPr>
            <p14:xfrm>
              <a:off x="6386960" y="3731242"/>
              <a:ext cx="884160" cy="6782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31713EA-39A9-447E-8D0A-63941CC5F0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0960" y="3695602"/>
                <a:ext cx="955800" cy="749880"/>
              </a:xfrm>
              <a:prstGeom prst="rect">
                <a:avLst/>
              </a:prstGeom>
            </p:spPr>
          </p:pic>
        </mc:Fallback>
      </mc:AlternateContent>
      <p:pic>
        <p:nvPicPr>
          <p:cNvPr id="7170" name="Picture 2">
            <a:extLst>
              <a:ext uri="{FF2B5EF4-FFF2-40B4-BE49-F238E27FC236}">
                <a16:creationId xmlns:a16="http://schemas.microsoft.com/office/drawing/2014/main" id="{1642A26C-5B23-4CE0-AD1D-9655230F6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549" y="5086419"/>
            <a:ext cx="3739242" cy="161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419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19F63-D15E-40F3-9B0B-E79D032D6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the Brackets Actually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EE5D1-1C6F-4753-9169-3E848EBD1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p[n] </a:t>
            </a:r>
            <a:r>
              <a:rPr lang="en-US" dirty="0"/>
              <a:t>in C really means “dereference address </a:t>
            </a:r>
            <a:r>
              <a:rPr lang="en-US" b="1" dirty="0"/>
              <a:t>p + n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s[2] </a:t>
            </a:r>
          </a:p>
          <a:p>
            <a:pPr marL="0" indent="0">
              <a:buNone/>
            </a:pPr>
            <a:r>
              <a:rPr lang="en-US" dirty="0"/>
              <a:t>= *(s+2)</a:t>
            </a:r>
          </a:p>
          <a:p>
            <a:pPr marL="0" indent="0">
              <a:buNone/>
            </a:pPr>
            <a:r>
              <a:rPr lang="en-US" dirty="0"/>
              <a:t>= *(2+s)</a:t>
            </a:r>
          </a:p>
          <a:p>
            <a:pPr marL="0" indent="0">
              <a:buNone/>
            </a:pPr>
            <a:r>
              <a:rPr lang="en-US" dirty="0"/>
              <a:t>= 2[s]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about values </a:t>
            </a:r>
            <a:r>
              <a:rPr lang="en-US" b="1" dirty="0"/>
              <a:t>bigger than a char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72C4B28-9754-4CE3-907A-378AB165E2AE}"/>
                  </a:ext>
                </a:extLst>
              </p14:cNvPr>
              <p14:cNvContentPartPr/>
              <p14:nvPr/>
            </p14:nvContentPartPr>
            <p14:xfrm>
              <a:off x="3269080" y="3959800"/>
              <a:ext cx="245520" cy="675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72C4B28-9754-4CE3-907A-378AB165E2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33440" y="3923800"/>
                <a:ext cx="317160" cy="74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16A66EC-C250-4153-BBEB-31C66F6DC7D5}"/>
              </a:ext>
            </a:extLst>
          </p:cNvPr>
          <p:cNvGrpSpPr/>
          <p:nvPr/>
        </p:nvGrpSpPr>
        <p:grpSpPr>
          <a:xfrm>
            <a:off x="3761560" y="4036480"/>
            <a:ext cx="3012120" cy="549720"/>
            <a:chOff x="3761560" y="4036480"/>
            <a:chExt cx="3012120" cy="54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2354049-2DC6-4E69-BC76-A29061DDA833}"/>
                    </a:ext>
                  </a:extLst>
                </p14:cNvPr>
                <p14:cNvContentPartPr/>
                <p14:nvPr/>
              </p14:nvContentPartPr>
              <p14:xfrm>
                <a:off x="3761560" y="4042240"/>
                <a:ext cx="221400" cy="381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2354049-2DC6-4E69-BC76-A29061DDA83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25560" y="4006600"/>
                  <a:ext cx="2930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C78D5E4-C10E-4411-B0CC-B7867926B91A}"/>
                    </a:ext>
                  </a:extLst>
                </p14:cNvPr>
                <p14:cNvContentPartPr/>
                <p14:nvPr/>
              </p14:nvContentPartPr>
              <p14:xfrm>
                <a:off x="4093120" y="4229440"/>
                <a:ext cx="102600" cy="154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C78D5E4-C10E-4411-B0CC-B7867926B91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57120" y="4193440"/>
                  <a:ext cx="174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0413DA4-D61C-4FB8-9265-6BB9486E5D94}"/>
                    </a:ext>
                  </a:extLst>
                </p14:cNvPr>
                <p14:cNvContentPartPr/>
                <p14:nvPr/>
              </p14:nvContentPartPr>
              <p14:xfrm>
                <a:off x="4363480" y="4200280"/>
                <a:ext cx="277560" cy="153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0413DA4-D61C-4FB8-9265-6BB9486E5D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27840" y="4164640"/>
                  <a:ext cx="3492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187F5BB-43FD-4E55-AF6D-7794A96A320F}"/>
                    </a:ext>
                  </a:extLst>
                </p14:cNvPr>
                <p14:cNvContentPartPr/>
                <p14:nvPr/>
              </p14:nvContentPartPr>
              <p14:xfrm>
                <a:off x="4759840" y="4202440"/>
                <a:ext cx="246240" cy="220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187F5BB-43FD-4E55-AF6D-7794A96A320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723840" y="4166800"/>
                  <a:ext cx="317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268BA8C-154C-4A60-BE9D-6CC6E1596A91}"/>
                    </a:ext>
                  </a:extLst>
                </p14:cNvPr>
                <p14:cNvContentPartPr/>
                <p14:nvPr/>
              </p14:nvContentPartPr>
              <p14:xfrm>
                <a:off x="5098240" y="4179760"/>
                <a:ext cx="180360" cy="150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268BA8C-154C-4A60-BE9D-6CC6E1596A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062240" y="4144120"/>
                  <a:ext cx="2520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B496331-5033-47C1-934D-7C0DE7E7FD93}"/>
                    </a:ext>
                  </a:extLst>
                </p14:cNvPr>
                <p14:cNvContentPartPr/>
                <p14:nvPr/>
              </p14:nvContentPartPr>
              <p14:xfrm>
                <a:off x="5356360" y="4129720"/>
                <a:ext cx="31680" cy="185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B496331-5033-47C1-934D-7C0DE7E7FD9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20720" y="4094080"/>
                  <a:ext cx="103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05FD46E-1B3C-4C55-AC75-D1D509EFB181}"/>
                    </a:ext>
                  </a:extLst>
                </p14:cNvPr>
                <p14:cNvContentPartPr/>
                <p14:nvPr/>
              </p14:nvContentPartPr>
              <p14:xfrm>
                <a:off x="5291920" y="4210000"/>
                <a:ext cx="342720" cy="127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05FD46E-1B3C-4C55-AC75-D1D509EFB1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256280" y="4174360"/>
                  <a:ext cx="4143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D803611-DF46-4A68-A11A-7541A5D536A1}"/>
                    </a:ext>
                  </a:extLst>
                </p14:cNvPr>
                <p14:cNvContentPartPr/>
                <p14:nvPr/>
              </p14:nvContentPartPr>
              <p14:xfrm>
                <a:off x="5725000" y="4143400"/>
                <a:ext cx="18360" cy="1933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D803611-DF46-4A68-A11A-7541A5D536A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89000" y="4107760"/>
                  <a:ext cx="900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6FAB93B-DA57-4E24-8FF6-C48CE06CA14F}"/>
                    </a:ext>
                  </a:extLst>
                </p14:cNvPr>
                <p14:cNvContentPartPr/>
                <p14:nvPr/>
              </p14:nvContentPartPr>
              <p14:xfrm>
                <a:off x="5673520" y="4202800"/>
                <a:ext cx="225360" cy="111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6FAB93B-DA57-4E24-8FF6-C48CE06CA14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37880" y="4167160"/>
                  <a:ext cx="297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4C0F89-B0E5-427B-8172-3C23D3336B7D}"/>
                    </a:ext>
                  </a:extLst>
                </p14:cNvPr>
                <p14:cNvContentPartPr/>
                <p14:nvPr/>
              </p14:nvContentPartPr>
              <p14:xfrm>
                <a:off x="6020920" y="4160320"/>
                <a:ext cx="99360" cy="168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4C0F89-B0E5-427B-8172-3C23D3336B7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84920" y="4124320"/>
                  <a:ext cx="1710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34B801C-F532-4D85-803A-D36164824C5E}"/>
                    </a:ext>
                  </a:extLst>
                </p14:cNvPr>
                <p14:cNvContentPartPr/>
                <p14:nvPr/>
              </p14:nvContentPartPr>
              <p14:xfrm>
                <a:off x="6250960" y="4165000"/>
                <a:ext cx="25920" cy="134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34B801C-F532-4D85-803A-D36164824C5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14960" y="4129360"/>
                  <a:ext cx="975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20FB922-5584-4E36-BE1A-2C1C4AC4CCA3}"/>
                    </a:ext>
                  </a:extLst>
                </p14:cNvPr>
                <p14:cNvContentPartPr/>
                <p14:nvPr/>
              </p14:nvContentPartPr>
              <p14:xfrm>
                <a:off x="6403960" y="4076080"/>
                <a:ext cx="21240" cy="204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20FB922-5584-4E36-BE1A-2C1C4AC4CCA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68320" y="4040080"/>
                  <a:ext cx="928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7858477-2AA1-488A-A76B-07B24A958506}"/>
                    </a:ext>
                  </a:extLst>
                </p14:cNvPr>
                <p14:cNvContentPartPr/>
                <p14:nvPr/>
              </p14:nvContentPartPr>
              <p14:xfrm>
                <a:off x="6340240" y="4174720"/>
                <a:ext cx="272520" cy="411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7858477-2AA1-488A-A76B-07B24A9585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04600" y="4138720"/>
                  <a:ext cx="34416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60D7EBE-22E5-48AE-ACF3-4DFE217FAB92}"/>
                    </a:ext>
                  </a:extLst>
                </p14:cNvPr>
                <p14:cNvContentPartPr/>
                <p14:nvPr/>
              </p14:nvContentPartPr>
              <p14:xfrm>
                <a:off x="6744160" y="4036480"/>
                <a:ext cx="10440" cy="227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60D7EBE-22E5-48AE-ACF3-4DFE217FAB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08520" y="4000840"/>
                  <a:ext cx="820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93B069E-E864-4D18-B0EF-20AE8C23C2B0}"/>
                    </a:ext>
                  </a:extLst>
                </p14:cNvPr>
                <p14:cNvContentPartPr/>
                <p14:nvPr/>
              </p14:nvContentPartPr>
              <p14:xfrm>
                <a:off x="6766480" y="4344280"/>
                <a:ext cx="7200" cy="10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93B069E-E864-4D18-B0EF-20AE8C23C2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30840" y="4308280"/>
                  <a:ext cx="7884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FB68C81-75D9-4403-8765-0AB402060F99}"/>
              </a:ext>
            </a:extLst>
          </p:cNvPr>
          <p:cNvGrpSpPr/>
          <p:nvPr/>
        </p:nvGrpSpPr>
        <p:grpSpPr>
          <a:xfrm>
            <a:off x="2314880" y="4607993"/>
            <a:ext cx="1647000" cy="685080"/>
            <a:chOff x="2336680" y="5035120"/>
            <a:chExt cx="1647000" cy="68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A99927-FBB2-4FA5-8B3E-81CDB8DD4D1A}"/>
                    </a:ext>
                  </a:extLst>
                </p14:cNvPr>
                <p14:cNvContentPartPr/>
                <p14:nvPr/>
              </p14:nvContentPartPr>
              <p14:xfrm>
                <a:off x="2457280" y="5035120"/>
                <a:ext cx="184680" cy="84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A99927-FBB2-4FA5-8B3E-81CDB8DD4D1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21640" y="4999120"/>
                  <a:ext cx="2563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EFF8E35-D614-4C7A-AACB-5F67143B085F}"/>
                    </a:ext>
                  </a:extLst>
                </p14:cNvPr>
                <p14:cNvContentPartPr/>
                <p14:nvPr/>
              </p14:nvContentPartPr>
              <p14:xfrm>
                <a:off x="2530360" y="5077600"/>
                <a:ext cx="62640" cy="312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EFF8E35-D614-4C7A-AACB-5F67143B085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94720" y="5041600"/>
                  <a:ext cx="13428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6C06845-85FB-4009-B5A8-9CBB6DCE3F7F}"/>
                    </a:ext>
                  </a:extLst>
                </p14:cNvPr>
                <p14:cNvContentPartPr/>
                <p14:nvPr/>
              </p14:nvContentPartPr>
              <p14:xfrm>
                <a:off x="2336680" y="5537680"/>
                <a:ext cx="76680" cy="1166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6C06845-85FB-4009-B5A8-9CBB6DCE3F7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01040" y="5501680"/>
                  <a:ext cx="1483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5B734AF-6622-4C47-BCBF-AC82795981CC}"/>
                    </a:ext>
                  </a:extLst>
                </p14:cNvPr>
                <p14:cNvContentPartPr/>
                <p14:nvPr/>
              </p14:nvContentPartPr>
              <p14:xfrm>
                <a:off x="2510920" y="5475040"/>
                <a:ext cx="48960" cy="245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5B734AF-6622-4C47-BCBF-AC82795981C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74920" y="5439040"/>
                  <a:ext cx="1206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0B2A0A0-9717-453E-ACFD-E3204640A7B8}"/>
                    </a:ext>
                  </a:extLst>
                </p14:cNvPr>
                <p14:cNvContentPartPr/>
                <p14:nvPr/>
              </p14:nvContentPartPr>
              <p14:xfrm>
                <a:off x="2517400" y="5570440"/>
                <a:ext cx="41760" cy="252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0B2A0A0-9717-453E-ACFD-E3204640A7B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81400" y="5534440"/>
                  <a:ext cx="1134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C51D67C-4A43-43BA-B3D9-0FD86C774098}"/>
                    </a:ext>
                  </a:extLst>
                </p14:cNvPr>
                <p14:cNvContentPartPr/>
                <p14:nvPr/>
              </p14:nvContentPartPr>
              <p14:xfrm>
                <a:off x="2646640" y="5467120"/>
                <a:ext cx="51840" cy="244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C51D67C-4A43-43BA-B3D9-0FD86C77409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10640" y="5431480"/>
                  <a:ext cx="12348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88D8FDF-4F6F-4FA3-BE78-214603B94739}"/>
                    </a:ext>
                  </a:extLst>
                </p14:cNvPr>
                <p14:cNvContentPartPr/>
                <p14:nvPr/>
              </p14:nvContentPartPr>
              <p14:xfrm>
                <a:off x="2617120" y="5551000"/>
                <a:ext cx="63360" cy="29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88D8FDF-4F6F-4FA3-BE78-214603B9473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81480" y="5515000"/>
                  <a:ext cx="1350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CDE51F-DB0A-4051-B3F6-1129405B672A}"/>
                    </a:ext>
                  </a:extLst>
                </p14:cNvPr>
                <p14:cNvContentPartPr/>
                <p14:nvPr/>
              </p14:nvContentPartPr>
              <p14:xfrm>
                <a:off x="2766520" y="5536960"/>
                <a:ext cx="78480" cy="131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CDE51F-DB0A-4051-B3F6-1129405B672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30520" y="5501320"/>
                  <a:ext cx="1501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24A0FE2-D14A-4972-B67C-34B39DD09164}"/>
                    </a:ext>
                  </a:extLst>
                </p14:cNvPr>
                <p14:cNvContentPartPr/>
                <p14:nvPr/>
              </p14:nvContentPartPr>
              <p14:xfrm>
                <a:off x="2917720" y="5531920"/>
                <a:ext cx="79200" cy="115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24A0FE2-D14A-4972-B67C-34B39DD091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81720" y="5496280"/>
                  <a:ext cx="1508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55A5F5B-A565-4F50-A895-474A0359D476}"/>
                    </a:ext>
                  </a:extLst>
                </p14:cNvPr>
                <p14:cNvContentPartPr/>
                <p14:nvPr/>
              </p14:nvContentPartPr>
              <p14:xfrm>
                <a:off x="3005920" y="5474320"/>
                <a:ext cx="117000" cy="185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55A5F5B-A565-4F50-A895-474A0359D47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69920" y="5438320"/>
                  <a:ext cx="1886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A3B99C-4D68-4714-A2C5-DA414D1403D0}"/>
                    </a:ext>
                  </a:extLst>
                </p14:cNvPr>
                <p14:cNvContentPartPr/>
                <p14:nvPr/>
              </p14:nvContentPartPr>
              <p14:xfrm>
                <a:off x="2862280" y="5085160"/>
                <a:ext cx="147600" cy="93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A3B99C-4D68-4714-A2C5-DA414D1403D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26280" y="5049160"/>
                  <a:ext cx="2192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23F5978-A292-44C5-900B-34ECB8443ADA}"/>
                    </a:ext>
                  </a:extLst>
                </p14:cNvPr>
                <p14:cNvContentPartPr/>
                <p14:nvPr/>
              </p14:nvContentPartPr>
              <p14:xfrm>
                <a:off x="2909080" y="5131960"/>
                <a:ext cx="167040" cy="207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23F5978-A292-44C5-900B-34ECB8443AD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73080" y="5096320"/>
                  <a:ext cx="2386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EC4357-70B2-4C7C-A0EC-0F35E6DFE8D8}"/>
                    </a:ext>
                  </a:extLst>
                </p14:cNvPr>
                <p14:cNvContentPartPr/>
                <p14:nvPr/>
              </p14:nvContentPartPr>
              <p14:xfrm>
                <a:off x="3190960" y="5220520"/>
                <a:ext cx="148680" cy="225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EC4357-70B2-4C7C-A0EC-0F35E6DFE8D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54960" y="5184880"/>
                  <a:ext cx="2203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E888670-48CF-46E5-A450-CF6B5009CA77}"/>
                    </a:ext>
                  </a:extLst>
                </p14:cNvPr>
                <p14:cNvContentPartPr/>
                <p14:nvPr/>
              </p14:nvContentPartPr>
              <p14:xfrm>
                <a:off x="3433240" y="5268760"/>
                <a:ext cx="91440" cy="142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E888670-48CF-46E5-A450-CF6B5009CA7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97240" y="5233120"/>
                  <a:ext cx="163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85A62CC-DF7F-4E1F-B8F4-D6DF4850A029}"/>
                    </a:ext>
                  </a:extLst>
                </p14:cNvPr>
                <p14:cNvContentPartPr/>
                <p14:nvPr/>
              </p14:nvContentPartPr>
              <p14:xfrm>
                <a:off x="3565000" y="5247520"/>
                <a:ext cx="75240" cy="164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85A62CC-DF7F-4E1F-B8F4-D6DF4850A0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529000" y="5211520"/>
                  <a:ext cx="1468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C75DF85-850B-476B-BCA8-ACF6245C400E}"/>
                    </a:ext>
                  </a:extLst>
                </p14:cNvPr>
                <p14:cNvContentPartPr/>
                <p14:nvPr/>
              </p14:nvContentPartPr>
              <p14:xfrm>
                <a:off x="3718360" y="5243920"/>
                <a:ext cx="108720" cy="117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C75DF85-850B-476B-BCA8-ACF6245C40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82360" y="5208280"/>
                  <a:ext cx="180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D29C1A-C62B-44EC-8D44-29C4C4872C6A}"/>
                    </a:ext>
                  </a:extLst>
                </p14:cNvPr>
                <p14:cNvContentPartPr/>
                <p14:nvPr/>
              </p14:nvContentPartPr>
              <p14:xfrm>
                <a:off x="3977200" y="5294320"/>
                <a:ext cx="6480" cy="5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D29C1A-C62B-44EC-8D44-29C4C4872C6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41560" y="5258680"/>
                  <a:ext cx="78120" cy="76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5780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B15FB-FFBD-472F-A9B6-A8BC7801B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1FFADD-A246-4B20-B8CB-B027DAC16F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we add an offset to a pointer, the offset is </a:t>
                </a:r>
                <a:r>
                  <a:rPr lang="en-US" b="1" dirty="0"/>
                  <a:t>multiplied by the size of the item being pointed to </a:t>
                </a:r>
                <a:r>
                  <a:rPr lang="en-US" dirty="0"/>
                  <a:t>before being added to the base address.</a:t>
                </a:r>
              </a:p>
              <a:p>
                <a:r>
                  <a:rPr lang="en-US" dirty="0"/>
                  <a:t>For int pointers, we scale by 4.</a:t>
                </a:r>
              </a:p>
              <a:p>
                <a:pPr marL="0" indent="0">
                  <a:buNone/>
                </a:pPr>
                <a:r>
                  <a:rPr lang="en-US" dirty="0"/>
                  <a:t>int </a:t>
                </a:r>
                <a:r>
                  <a:rPr lang="en-US" dirty="0" err="1"/>
                  <a:t>arr</a:t>
                </a:r>
                <a:r>
                  <a:rPr lang="en-US" dirty="0"/>
                  <a:t>[3] = {1, 2, 3};</a:t>
                </a:r>
              </a:p>
              <a:p>
                <a:pPr marL="0" indent="0">
                  <a:buNone/>
                </a:pPr>
                <a:r>
                  <a:rPr lang="en-US" dirty="0"/>
                  <a:t>int* p = </a:t>
                </a:r>
                <a:r>
                  <a:rPr lang="en-US" dirty="0" err="1"/>
                  <a:t>arr</a:t>
                </a:r>
                <a:r>
                  <a:rPr lang="en-US" dirty="0"/>
                  <a:t>;</a:t>
                </a:r>
              </a:p>
              <a:p>
                <a:pPr marL="0" indent="0">
                  <a:buNone/>
                </a:pPr>
                <a:r>
                  <a:rPr lang="en-US" dirty="0"/>
                  <a:t>*(</a:t>
                </a:r>
                <a:r>
                  <a:rPr lang="en-US" dirty="0" err="1"/>
                  <a:t>arr</a:t>
                </a:r>
                <a:r>
                  <a:rPr lang="en-US" dirty="0"/>
                  <a:t> + 1)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*(</a:t>
                </a:r>
                <a:r>
                  <a:rPr lang="en-US" dirty="0" err="1"/>
                  <a:t>arr</a:t>
                </a:r>
                <a:r>
                  <a:rPr lang="en-US" dirty="0"/>
                  <a:t> + 1*</a:t>
                </a:r>
                <a:r>
                  <a:rPr lang="en-US" dirty="0" err="1"/>
                  <a:t>sizeof</a:t>
                </a:r>
                <a:r>
                  <a:rPr lang="en-US" dirty="0"/>
                  <a:t>(int))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*(</a:t>
                </a:r>
                <a:r>
                  <a:rPr lang="en-US" dirty="0" err="1"/>
                  <a:t>arr</a:t>
                </a:r>
                <a:r>
                  <a:rPr lang="en-US" dirty="0"/>
                  <a:t> + 4)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1FFADD-A246-4B20-B8CB-B027DAC16F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 descr="Pokemon Jigglypuff GIF - Pokemon Jigglypuff Angry - Discover &amp; Share GIFs">
            <a:extLst>
              <a:ext uri="{FF2B5EF4-FFF2-40B4-BE49-F238E27FC236}">
                <a16:creationId xmlns:a16="http://schemas.microsoft.com/office/drawing/2014/main" id="{ECAAD401-29C5-44E7-AE78-0C580C9AD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471" y="3429000"/>
            <a:ext cx="2856393" cy="2719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23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994E-AFA2-4BC4-AA44-1E1C2C55B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Pointer Arithmetic &amp; Void Pointers</a:t>
            </a:r>
          </a:p>
        </p:txBody>
      </p:sp>
    </p:spTree>
    <p:extLst>
      <p:ext uri="{BB962C8B-B14F-4D97-AF65-F5344CB8AC3E}">
        <p14:creationId xmlns:p14="http://schemas.microsoft.com/office/powerpoint/2010/main" val="3022874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07F9-E546-46DC-9E94-EB9CC9D3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Addresses are just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E5398-7201-4C4F-8617-4D7ACB83F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1) Pointers hold memory addresses…</a:t>
            </a:r>
          </a:p>
          <a:p>
            <a:r>
              <a:rPr lang="en-US" dirty="0"/>
              <a:t>Memory addresses are just </a:t>
            </a:r>
            <a:r>
              <a:rPr lang="en-US" b="1" dirty="0"/>
              <a:t>numbers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2) It’s incredibly useful to do </a:t>
            </a:r>
            <a:r>
              <a:rPr lang="en-US" b="1" dirty="0"/>
              <a:t>arithmetic </a:t>
            </a:r>
            <a:r>
              <a:rPr lang="en-US" dirty="0"/>
              <a:t>on </a:t>
            </a:r>
            <a:r>
              <a:rPr lang="en-US" b="1" dirty="0"/>
              <a:t>memory addresses</a:t>
            </a:r>
            <a:endParaRPr lang="en-US" dirty="0"/>
          </a:p>
          <a:p>
            <a:r>
              <a:rPr lang="en-US" dirty="0"/>
              <a:t>No dereferencing is involved in pointer arithmetic.</a:t>
            </a:r>
          </a:p>
          <a:p>
            <a:r>
              <a:rPr lang="en-US" dirty="0"/>
              <a:t>We are operating </a:t>
            </a:r>
            <a:r>
              <a:rPr lang="en-US" b="1" i="1" dirty="0"/>
              <a:t>on the pointer itself!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04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994E-AFA2-4BC4-AA44-1E1C2C55B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Strings in C</a:t>
            </a:r>
          </a:p>
        </p:txBody>
      </p:sp>
    </p:spTree>
    <p:extLst>
      <p:ext uri="{BB962C8B-B14F-4D97-AF65-F5344CB8AC3E}">
        <p14:creationId xmlns:p14="http://schemas.microsoft.com/office/powerpoint/2010/main" val="675712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E2F6-B20F-4C0E-92CB-CF01CE494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are just char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5938E-F712-4D7E-8730-21E52BFBB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Strings are just sequences of characters!</a:t>
            </a:r>
          </a:p>
          <a:p>
            <a:r>
              <a:rPr lang="en-US" dirty="0"/>
              <a:t>In C, we indicate the end of a String using a </a:t>
            </a:r>
            <a:r>
              <a:rPr lang="en-US" b="1" dirty="0"/>
              <a:t>NULL TERMINATOR: ‘\0’</a:t>
            </a:r>
          </a:p>
          <a:p>
            <a:r>
              <a:rPr lang="en-US" dirty="0"/>
              <a:t>If we lose track of the NULL TERMINATOR, we’re pretty much screwed.</a:t>
            </a:r>
          </a:p>
        </p:txBody>
      </p:sp>
    </p:spTree>
    <p:extLst>
      <p:ext uri="{BB962C8B-B14F-4D97-AF65-F5344CB8AC3E}">
        <p14:creationId xmlns:p14="http://schemas.microsoft.com/office/powerpoint/2010/main" val="235409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6CBB6-94E3-4009-8D97-D2F283CB7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EBCC8-E485-4F02-A901-D2B1959EC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end of a string is indicated by a </a:t>
            </a:r>
            <a:r>
              <a:rPr lang="en-US" b="1" dirty="0"/>
              <a:t>NUL Terminator </a:t>
            </a:r>
            <a:r>
              <a:rPr lang="en-US" dirty="0"/>
              <a:t>(‘\0’)</a:t>
            </a:r>
          </a:p>
          <a:p>
            <a:r>
              <a:rPr lang="en-US" dirty="0"/>
              <a:t>There are two ways to initialize strings in C, by a </a:t>
            </a:r>
            <a:r>
              <a:rPr lang="en-US" b="1" dirty="0"/>
              <a:t>char array</a:t>
            </a:r>
            <a:r>
              <a:rPr lang="en-US" dirty="0"/>
              <a:t>, or a </a:t>
            </a:r>
            <a:r>
              <a:rPr lang="en-US" b="1" dirty="0"/>
              <a:t>char pointer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1) </a:t>
            </a:r>
            <a:r>
              <a:rPr lang="en-US" b="1" dirty="0"/>
              <a:t>char </a:t>
            </a:r>
            <a:r>
              <a:rPr lang="en-US" b="1" dirty="0" err="1"/>
              <a:t>mystr</a:t>
            </a:r>
            <a:r>
              <a:rPr lang="en-US" b="1" dirty="0"/>
              <a:t>[100] = “hello”;</a:t>
            </a:r>
          </a:p>
          <a:p>
            <a:pPr marL="0" indent="0">
              <a:buNone/>
            </a:pPr>
            <a:r>
              <a:rPr lang="en-US" dirty="0"/>
              <a:t>Allocates space for 100 characters, fills array with characters up to the length of the string, and fills the rest of the slots with </a:t>
            </a:r>
            <a:r>
              <a:rPr lang="en-US" b="1" dirty="0"/>
              <a:t>‘\0’</a:t>
            </a:r>
            <a:r>
              <a:rPr lang="en-US" dirty="0"/>
              <a:t>!</a:t>
            </a:r>
          </a:p>
          <a:p>
            <a:pPr marL="0" indent="0">
              <a:buNone/>
            </a:pPr>
            <a:r>
              <a:rPr lang="en-US" dirty="0"/>
              <a:t>2) </a:t>
            </a:r>
            <a:r>
              <a:rPr lang="en-US" b="1" dirty="0"/>
              <a:t>char* </a:t>
            </a:r>
            <a:r>
              <a:rPr lang="en-US" b="1" dirty="0" err="1"/>
              <a:t>mystr</a:t>
            </a:r>
            <a:r>
              <a:rPr lang="en-US" b="1" dirty="0"/>
              <a:t> = “hello”;</a:t>
            </a:r>
          </a:p>
          <a:p>
            <a:pPr marL="0" indent="0">
              <a:buNone/>
            </a:pPr>
            <a:r>
              <a:rPr lang="en-US" dirty="0"/>
              <a:t>Allocates the string in the </a:t>
            </a:r>
            <a:r>
              <a:rPr lang="en-US" b="1" dirty="0"/>
              <a:t>static data segment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Allocates space for the </a:t>
            </a:r>
            <a:r>
              <a:rPr lang="en-US" b="1" dirty="0"/>
              <a:t>pointer</a:t>
            </a:r>
          </a:p>
          <a:p>
            <a:pPr>
              <a:buFontTx/>
              <a:buChar char="-"/>
            </a:pPr>
            <a:r>
              <a:rPr lang="en-US" dirty="0"/>
              <a:t>Don’t do this if you want to do </a:t>
            </a:r>
            <a:r>
              <a:rPr lang="en-US" b="1" dirty="0"/>
              <a:t>String Manipulation!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87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D19E3-00F3-428A-9E6F-2D16FF0FE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String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405B6-1707-469C-A463-676CCA50A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strlen</a:t>
            </a:r>
            <a:r>
              <a:rPr lang="en-US" b="1" dirty="0"/>
              <a:t>()</a:t>
            </a:r>
            <a:r>
              <a:rPr lang="en-US" dirty="0"/>
              <a:t>:  Scans entire string for a </a:t>
            </a:r>
            <a:r>
              <a:rPr lang="en-US" b="1" dirty="0"/>
              <a:t>‘\0’ </a:t>
            </a:r>
            <a:r>
              <a:rPr lang="en-US" dirty="0"/>
              <a:t>and return count of iterations to get there</a:t>
            </a:r>
          </a:p>
          <a:p>
            <a:r>
              <a:rPr lang="en-US" b="1" dirty="0" err="1"/>
              <a:t>strcmp</a:t>
            </a:r>
            <a:r>
              <a:rPr lang="en-US" b="1" dirty="0"/>
              <a:t>(): </a:t>
            </a:r>
            <a:r>
              <a:rPr lang="en-US" dirty="0"/>
              <a:t>compares two string and returns comparison value (</a:t>
            </a:r>
            <a:r>
              <a:rPr lang="en-US" dirty="0" err="1"/>
              <a:t>compareTo</a:t>
            </a:r>
            <a:r>
              <a:rPr lang="en-US" dirty="0"/>
              <a:t> in Java)</a:t>
            </a:r>
          </a:p>
          <a:p>
            <a:r>
              <a:rPr lang="en-US" b="1" dirty="0" err="1"/>
              <a:t>strcpy</a:t>
            </a:r>
            <a:r>
              <a:rPr lang="en-US" b="1" dirty="0"/>
              <a:t>(</a:t>
            </a:r>
            <a:r>
              <a:rPr lang="en-US" b="1" dirty="0" err="1"/>
              <a:t>a,b</a:t>
            </a:r>
            <a:r>
              <a:rPr lang="en-US" b="1" dirty="0"/>
              <a:t>): </a:t>
            </a:r>
            <a:r>
              <a:rPr lang="en-US" dirty="0"/>
              <a:t>copies string from </a:t>
            </a:r>
            <a:r>
              <a:rPr lang="en-US" b="1" dirty="0"/>
              <a:t>b</a:t>
            </a:r>
            <a:r>
              <a:rPr lang="en-US" dirty="0"/>
              <a:t> into </a:t>
            </a:r>
            <a:r>
              <a:rPr lang="en-US" b="1" dirty="0"/>
              <a:t>memory </a:t>
            </a:r>
            <a:r>
              <a:rPr lang="en-US" dirty="0"/>
              <a:t>at </a:t>
            </a:r>
            <a:r>
              <a:rPr lang="en-US" b="1" dirty="0"/>
              <a:t>a</a:t>
            </a:r>
            <a:endParaRPr lang="en-US" dirty="0"/>
          </a:p>
          <a:p>
            <a:r>
              <a:rPr lang="en-US" b="1" dirty="0" err="1"/>
              <a:t>strcat</a:t>
            </a:r>
            <a:r>
              <a:rPr lang="en-US" b="1" dirty="0"/>
              <a:t>(</a:t>
            </a:r>
            <a:r>
              <a:rPr lang="en-US" b="1" dirty="0" err="1"/>
              <a:t>a,b</a:t>
            </a:r>
            <a:r>
              <a:rPr lang="en-US" b="1" dirty="0"/>
              <a:t>): </a:t>
            </a:r>
            <a:r>
              <a:rPr lang="en-US" dirty="0"/>
              <a:t>copies string from </a:t>
            </a:r>
            <a:r>
              <a:rPr lang="en-US" b="1" dirty="0"/>
              <a:t>b </a:t>
            </a:r>
            <a:r>
              <a:rPr lang="en-US" dirty="0"/>
              <a:t>into </a:t>
            </a:r>
            <a:r>
              <a:rPr lang="en-US" b="1" dirty="0"/>
              <a:t>memory AFTER a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dirty="0"/>
              <a:t>Avoid string manipulation at </a:t>
            </a:r>
            <a:r>
              <a:rPr lang="en-US" b="1" dirty="0"/>
              <a:t>ALL COSTS in C</a:t>
            </a:r>
            <a:r>
              <a:rPr lang="en-US" dirty="0"/>
              <a:t>!!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0D50F5C-BA80-4229-ADA1-1BD5F58BA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7952" y="3712242"/>
            <a:ext cx="2945824" cy="2928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00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6AF24-D7B8-4D25-B660-EE8A45A3E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Manipulation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0A82F-A8E0-4B06-B36D-93D2A72B3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353959"/>
            <a:ext cx="7729728" cy="31019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Suppose we start out with a </a:t>
            </a:r>
            <a:r>
              <a:rPr lang="en-US" sz="1200" b="1" dirty="0"/>
              <a:t>char array </a:t>
            </a:r>
            <a:r>
              <a:rPr lang="en-US" sz="1200" b="1" dirty="0" err="1"/>
              <a:t>mystr</a:t>
            </a:r>
            <a:r>
              <a:rPr lang="en-US" sz="1200" b="1" dirty="0"/>
              <a:t>: char </a:t>
            </a:r>
            <a:r>
              <a:rPr lang="en-US" sz="1200" b="1" dirty="0" err="1"/>
              <a:t>mystr</a:t>
            </a:r>
            <a:r>
              <a:rPr lang="en-US" sz="1200" b="1" dirty="0"/>
              <a:t>[100];</a:t>
            </a:r>
          </a:p>
          <a:p>
            <a:pPr marL="0" indent="0">
              <a:buNone/>
            </a:pPr>
            <a:r>
              <a:rPr lang="en-US" sz="1200" b="1" dirty="0" err="1"/>
              <a:t>mystr</a:t>
            </a:r>
            <a:endParaRPr lang="en-US" sz="1200" b="1" dirty="0"/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If we </a:t>
            </a:r>
            <a:r>
              <a:rPr lang="en-US" sz="1200" b="1" dirty="0" err="1"/>
              <a:t>strcpy</a:t>
            </a:r>
            <a:r>
              <a:rPr lang="en-US" sz="1200" dirty="0"/>
              <a:t> the string, “</a:t>
            </a:r>
            <a:r>
              <a:rPr lang="en-US" sz="1200" b="1" dirty="0"/>
              <a:t>this</a:t>
            </a:r>
            <a:r>
              <a:rPr lang="en-US" sz="1200" dirty="0"/>
              <a:t>” into </a:t>
            </a:r>
            <a:r>
              <a:rPr lang="en-US" sz="1200" b="1" dirty="0" err="1"/>
              <a:t>mystr</a:t>
            </a:r>
            <a:r>
              <a:rPr lang="en-US" sz="1200" dirty="0"/>
              <a:t>:</a:t>
            </a:r>
          </a:p>
          <a:p>
            <a:pPr marL="0" indent="0">
              <a:buNone/>
            </a:pPr>
            <a:r>
              <a:rPr lang="en-US" sz="1200" b="1" dirty="0" err="1"/>
              <a:t>mystr</a:t>
            </a:r>
            <a:endParaRPr lang="en-US" sz="1200" b="1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If we </a:t>
            </a:r>
            <a:r>
              <a:rPr lang="en-US" sz="1200" b="1" dirty="0" err="1"/>
              <a:t>strcat</a:t>
            </a:r>
            <a:r>
              <a:rPr lang="en-US" sz="1200" dirty="0"/>
              <a:t> the string, “ </a:t>
            </a:r>
            <a:r>
              <a:rPr lang="en-US" sz="1200" b="1" dirty="0"/>
              <a:t>is</a:t>
            </a:r>
            <a:r>
              <a:rPr lang="en-US" sz="1200" dirty="0"/>
              <a:t>” into the modified </a:t>
            </a:r>
            <a:r>
              <a:rPr lang="en-US" sz="1200" b="1" dirty="0" err="1"/>
              <a:t>mystr</a:t>
            </a:r>
            <a:r>
              <a:rPr lang="en-US" sz="1200" b="1" dirty="0"/>
              <a:t>:</a:t>
            </a:r>
          </a:p>
          <a:p>
            <a:pPr marL="0" indent="0">
              <a:buNone/>
            </a:pPr>
            <a:r>
              <a:rPr lang="en-US" sz="1200" b="1" dirty="0" err="1"/>
              <a:t>mystr</a:t>
            </a:r>
            <a:endParaRPr lang="en-US" sz="1200" b="1" dirty="0"/>
          </a:p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93D907B-5969-46F4-953F-0176EDC1C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827011"/>
              </p:ext>
            </p:extLst>
          </p:nvPr>
        </p:nvGraphicFramePr>
        <p:xfrm>
          <a:off x="2351596" y="3010055"/>
          <a:ext cx="8128000" cy="742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07650321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485803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3825445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8299628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634831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083857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06727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3973889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0452988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96451711"/>
                    </a:ext>
                  </a:extLst>
                </a:gridCol>
              </a:tblGrid>
              <a:tr h="37141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57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04727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71613F79-EFD2-4C0F-80EA-68BC5E8E5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630054"/>
              </p:ext>
            </p:extLst>
          </p:nvPr>
        </p:nvGraphicFramePr>
        <p:xfrm>
          <a:off x="2351596" y="4513983"/>
          <a:ext cx="8128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07650321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485803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3825445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8299628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634831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083857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06727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3973889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0452988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96451711"/>
                    </a:ext>
                  </a:extLst>
                </a:gridCol>
              </a:tblGrid>
              <a:tr h="34622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57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70C0"/>
                          </a:solidFill>
                        </a:rPr>
                        <a:t>i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\0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04727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05D049E6-0824-40E4-9AC0-84FEB618B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004121"/>
              </p:ext>
            </p:extLst>
          </p:nvPr>
        </p:nvGraphicFramePr>
        <p:xfrm>
          <a:off x="2351596" y="6078602"/>
          <a:ext cx="8128000" cy="742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07650321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485803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03825445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8299628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5634831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083857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067276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239738898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80452988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996451711"/>
                    </a:ext>
                  </a:extLst>
                </a:gridCol>
              </a:tblGrid>
              <a:tr h="37141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57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70C0"/>
                          </a:solidFill>
                        </a:rPr>
                        <a:t>i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70C0"/>
                          </a:solidFill>
                        </a:rPr>
                        <a:t>i</a:t>
                      </a:r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70C0"/>
                          </a:solidFill>
                        </a:rPr>
                        <a:t>\0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004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507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994E-AFA2-4BC4-AA44-1E1C2C55B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1 hints</a:t>
            </a:r>
          </a:p>
        </p:txBody>
      </p:sp>
    </p:spTree>
    <p:extLst>
      <p:ext uri="{BB962C8B-B14F-4D97-AF65-F5344CB8AC3E}">
        <p14:creationId xmlns:p14="http://schemas.microsoft.com/office/powerpoint/2010/main" val="9037997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FBA09-D735-4835-91FC-D82120CBD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likes bit manipulation?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8F5AA-3E1F-46A0-A90F-84F1534F9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 me :I</a:t>
            </a:r>
          </a:p>
          <a:p>
            <a:r>
              <a:rPr lang="en-US" dirty="0"/>
              <a:t>Who wants to get some hints? ;)</a:t>
            </a:r>
          </a:p>
        </p:txBody>
      </p:sp>
    </p:spTree>
    <p:extLst>
      <p:ext uri="{BB962C8B-B14F-4D97-AF65-F5344CB8AC3E}">
        <p14:creationId xmlns:p14="http://schemas.microsoft.com/office/powerpoint/2010/main" val="262169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4FD89-15F9-4E79-8C43-F08D84E67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and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5407F4-0BCF-493B-B376-B84749205F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DeMorgan’s Law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To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back, just negate again!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5407F4-0BCF-493B-B376-B84749205F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1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547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67A9-1BCF-42FD-B107-791F470A1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XOR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BCE89-DBAC-4C88-A066-E5BCEE754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What’s the truth table for XOR again?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Yup!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9C230BA-7B85-4932-B6D7-B31A2B0E44E1}"/>
              </a:ext>
            </a:extLst>
          </p:cNvPr>
          <p:cNvGrpSpPr/>
          <p:nvPr/>
        </p:nvGrpSpPr>
        <p:grpSpPr>
          <a:xfrm>
            <a:off x="3104409" y="3058588"/>
            <a:ext cx="2167560" cy="2173320"/>
            <a:chOff x="3104409" y="3058588"/>
            <a:chExt cx="2167560" cy="21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CEEDE34-38F8-4CCA-A4BD-2ACFD80C8006}"/>
                    </a:ext>
                  </a:extLst>
                </p14:cNvPr>
                <p14:cNvContentPartPr/>
                <p14:nvPr/>
              </p14:nvContentPartPr>
              <p14:xfrm>
                <a:off x="3104409" y="3531988"/>
                <a:ext cx="1924560" cy="522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CEEDE34-38F8-4CCA-A4BD-2ACFD80C80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68769" y="3496348"/>
                  <a:ext cx="1996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703039C-4AE7-4ACA-BCA7-690F571845E2}"/>
                    </a:ext>
                  </a:extLst>
                </p14:cNvPr>
                <p14:cNvContentPartPr/>
                <p14:nvPr/>
              </p14:nvContentPartPr>
              <p14:xfrm>
                <a:off x="3656289" y="3094948"/>
                <a:ext cx="57600" cy="1961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703039C-4AE7-4ACA-BCA7-690F571845E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20649" y="3058948"/>
                  <a:ext cx="129240" cy="20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D6C73B4-1205-4261-A16A-ABF713B3F859}"/>
                    </a:ext>
                  </a:extLst>
                </p14:cNvPr>
                <p14:cNvContentPartPr/>
                <p14:nvPr/>
              </p14:nvContentPartPr>
              <p14:xfrm>
                <a:off x="3254169" y="3229228"/>
                <a:ext cx="111240" cy="280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D6C73B4-1205-4261-A16A-ABF713B3F8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218529" y="3193228"/>
                  <a:ext cx="1828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F61BE0-6E98-45B3-90FC-6D993B09651B}"/>
                    </a:ext>
                  </a:extLst>
                </p14:cNvPr>
                <p14:cNvContentPartPr/>
                <p14:nvPr/>
              </p14:nvContentPartPr>
              <p14:xfrm>
                <a:off x="3871209" y="3214828"/>
                <a:ext cx="222840" cy="271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4F61BE0-6E98-45B3-90FC-6D993B0965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35569" y="3179188"/>
                  <a:ext cx="29448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99A913-8E72-49F2-8631-2838EAA122CD}"/>
                    </a:ext>
                  </a:extLst>
                </p14:cNvPr>
                <p14:cNvContentPartPr/>
                <p14:nvPr/>
              </p14:nvContentPartPr>
              <p14:xfrm>
                <a:off x="4451169" y="3156148"/>
                <a:ext cx="86040" cy="242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99A913-8E72-49F2-8631-2838EAA122C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15529" y="3120508"/>
                  <a:ext cx="1576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86E533E-CE51-469E-BE0E-67246A9C845A}"/>
                    </a:ext>
                  </a:extLst>
                </p14:cNvPr>
                <p14:cNvContentPartPr/>
                <p14:nvPr/>
              </p14:nvContentPartPr>
              <p14:xfrm>
                <a:off x="4691649" y="3126988"/>
                <a:ext cx="258120" cy="220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86E533E-CE51-469E-BE0E-67246A9C845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56009" y="3090988"/>
                  <a:ext cx="32976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778AEF-3089-427B-90E6-3BC18F25ED64}"/>
                    </a:ext>
                  </a:extLst>
                </p14:cNvPr>
                <p14:cNvContentPartPr/>
                <p14:nvPr/>
              </p14:nvContentPartPr>
              <p14:xfrm>
                <a:off x="4710369" y="3218068"/>
                <a:ext cx="213840" cy="23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778AEF-3089-427B-90E6-3BC18F25ED6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74729" y="3182068"/>
                  <a:ext cx="285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C7C406-1E13-4265-91E1-0C5DD5E137D2}"/>
                    </a:ext>
                  </a:extLst>
                </p14:cNvPr>
                <p14:cNvContentPartPr/>
                <p14:nvPr/>
              </p14:nvContentPartPr>
              <p14:xfrm>
                <a:off x="4788129" y="3104668"/>
                <a:ext cx="23760" cy="249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C7C406-1E13-4265-91E1-0C5DD5E137D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52489" y="3068668"/>
                  <a:ext cx="954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AD1BFE0-9394-4CAE-9FCA-B1F5041D3D82}"/>
                    </a:ext>
                  </a:extLst>
                </p14:cNvPr>
                <p14:cNvContentPartPr/>
                <p14:nvPr/>
              </p14:nvContentPartPr>
              <p14:xfrm>
                <a:off x="5041569" y="3164428"/>
                <a:ext cx="230400" cy="329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AD1BFE0-9394-4CAE-9FCA-B1F5041D3D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05929" y="3128428"/>
                  <a:ext cx="3020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81D9451-A5B5-4443-ADED-697322EEACA6}"/>
                    </a:ext>
                  </a:extLst>
                </p14:cNvPr>
                <p14:cNvContentPartPr/>
                <p14:nvPr/>
              </p14:nvContentPartPr>
              <p14:xfrm>
                <a:off x="4289169" y="3058588"/>
                <a:ext cx="144000" cy="2173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81D9451-A5B5-4443-ADED-697322EEACA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53529" y="3022948"/>
                  <a:ext cx="215640" cy="22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E87D6EA-A198-4BCA-B76B-3235A532CA4E}"/>
                    </a:ext>
                  </a:extLst>
                </p14:cNvPr>
                <p14:cNvContentPartPr/>
                <p14:nvPr/>
              </p14:nvContentPartPr>
              <p14:xfrm>
                <a:off x="3216009" y="3689668"/>
                <a:ext cx="185400" cy="129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E87D6EA-A198-4BCA-B76B-3235A532CA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80009" y="3654028"/>
                  <a:ext cx="257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B553306-61E4-490E-A707-221B082DE65A}"/>
                    </a:ext>
                  </a:extLst>
                </p14:cNvPr>
                <p14:cNvContentPartPr/>
                <p14:nvPr/>
              </p14:nvContentPartPr>
              <p14:xfrm>
                <a:off x="3325449" y="3724228"/>
                <a:ext cx="8640" cy="141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B553306-61E4-490E-A707-221B082DE65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89449" y="3688228"/>
                  <a:ext cx="802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DD26820-DF1B-4BEF-926E-872EE58C051C}"/>
                    </a:ext>
                  </a:extLst>
                </p14:cNvPr>
                <p14:cNvContentPartPr/>
                <p14:nvPr/>
              </p14:nvContentPartPr>
              <p14:xfrm>
                <a:off x="3140769" y="4007908"/>
                <a:ext cx="259560" cy="12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DD26820-DF1B-4BEF-926E-872EE58C051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05129" y="3972268"/>
                  <a:ext cx="331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2A92464-5844-45F1-B9C7-A7307F20063C}"/>
                    </a:ext>
                  </a:extLst>
                </p14:cNvPr>
                <p14:cNvContentPartPr/>
                <p14:nvPr/>
              </p14:nvContentPartPr>
              <p14:xfrm>
                <a:off x="3282969" y="4030948"/>
                <a:ext cx="22680" cy="179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2A92464-5844-45F1-B9C7-A7307F20063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47329" y="3994948"/>
                  <a:ext cx="943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EB5520-974C-4EF7-A603-4C2B29C0D3D7}"/>
                    </a:ext>
                  </a:extLst>
                </p14:cNvPr>
                <p14:cNvContentPartPr/>
                <p14:nvPr/>
              </p14:nvContentPartPr>
              <p14:xfrm>
                <a:off x="3272169" y="4350268"/>
                <a:ext cx="42840" cy="213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EB5520-974C-4EF7-A603-4C2B29C0D3D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36529" y="4314628"/>
                  <a:ext cx="1144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047800B-A557-4143-B04E-27AFBAE2F52E}"/>
                    </a:ext>
                  </a:extLst>
                </p14:cNvPr>
                <p14:cNvContentPartPr/>
                <p14:nvPr/>
              </p14:nvContentPartPr>
              <p14:xfrm>
                <a:off x="3280809" y="4337308"/>
                <a:ext cx="129600" cy="45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047800B-A557-4143-B04E-27AFBAE2F52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44809" y="4301308"/>
                  <a:ext cx="2012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B265C6-0A60-48D6-9E1F-F9643540593D}"/>
                    </a:ext>
                  </a:extLst>
                </p14:cNvPr>
                <p14:cNvContentPartPr/>
                <p14:nvPr/>
              </p14:nvContentPartPr>
              <p14:xfrm>
                <a:off x="3320769" y="4451788"/>
                <a:ext cx="95040" cy="7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B265C6-0A60-48D6-9E1F-F9643540593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84769" y="4416148"/>
                  <a:ext cx="1666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02F91C-0F64-4E4B-9DEB-F8DFA606C05A}"/>
                    </a:ext>
                  </a:extLst>
                </p14:cNvPr>
                <p14:cNvContentPartPr/>
                <p14:nvPr/>
              </p14:nvContentPartPr>
              <p14:xfrm>
                <a:off x="3297009" y="4755268"/>
                <a:ext cx="149040" cy="236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02F91C-0F64-4E4B-9DEB-F8DFA606C0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61369" y="4719268"/>
                  <a:ext cx="2206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EB2BCC0-CE19-4652-B91D-603A36838E17}"/>
                    </a:ext>
                  </a:extLst>
                </p14:cNvPr>
                <p14:cNvContentPartPr/>
                <p14:nvPr/>
              </p14:nvContentPartPr>
              <p14:xfrm>
                <a:off x="3329409" y="4854268"/>
                <a:ext cx="108360" cy="27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EB2BCC0-CE19-4652-B91D-603A36838E1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93409" y="4818268"/>
                  <a:ext cx="180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382A0CB-929B-4C7B-A8BA-BD685CCB3CC6}"/>
                    </a:ext>
                  </a:extLst>
                </p14:cNvPr>
                <p14:cNvContentPartPr/>
                <p14:nvPr/>
              </p14:nvContentPartPr>
              <p14:xfrm>
                <a:off x="3838089" y="3640348"/>
                <a:ext cx="143280" cy="49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382A0CB-929B-4C7B-A8BA-BD685CCB3CC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02089" y="3604348"/>
                  <a:ext cx="2149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1246139-1ECB-4B69-B753-361D6CDF76D1}"/>
                    </a:ext>
                  </a:extLst>
                </p14:cNvPr>
                <p14:cNvContentPartPr/>
                <p14:nvPr/>
              </p14:nvContentPartPr>
              <p14:xfrm>
                <a:off x="3910449" y="3695788"/>
                <a:ext cx="33840" cy="123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1246139-1ECB-4B69-B753-361D6CDF76D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74809" y="3659788"/>
                  <a:ext cx="1054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531EAC5-2440-419E-B9A3-94AA8F60AD0E}"/>
                    </a:ext>
                  </a:extLst>
                </p14:cNvPr>
                <p14:cNvContentPartPr/>
                <p14:nvPr/>
              </p14:nvContentPartPr>
              <p14:xfrm>
                <a:off x="3948609" y="4048588"/>
                <a:ext cx="31320" cy="169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531EAC5-2440-419E-B9A3-94AA8F60AD0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12969" y="4012588"/>
                  <a:ext cx="1029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A08E33D-C8D5-4807-9A1F-B5B61860D1A2}"/>
                    </a:ext>
                  </a:extLst>
                </p14:cNvPr>
                <p14:cNvContentPartPr/>
                <p14:nvPr/>
              </p14:nvContentPartPr>
              <p14:xfrm>
                <a:off x="3952209" y="4016908"/>
                <a:ext cx="98280" cy="25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A08E33D-C8D5-4807-9A1F-B5B61860D1A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16209" y="3981268"/>
                  <a:ext cx="169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CCD8F1B-E4F6-4C5D-A7C1-C9DB75BC3816}"/>
                    </a:ext>
                  </a:extLst>
                </p14:cNvPr>
                <p14:cNvContentPartPr/>
                <p14:nvPr/>
              </p14:nvContentPartPr>
              <p14:xfrm>
                <a:off x="3974889" y="4101148"/>
                <a:ext cx="65520" cy="12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CCD8F1B-E4F6-4C5D-A7C1-C9DB75BC381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38889" y="4065148"/>
                  <a:ext cx="137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F2E1E04-CCD9-408B-8C9F-29ACD5AE22D4}"/>
                    </a:ext>
                  </a:extLst>
                </p14:cNvPr>
                <p14:cNvContentPartPr/>
                <p14:nvPr/>
              </p14:nvContentPartPr>
              <p14:xfrm>
                <a:off x="3932409" y="4373668"/>
                <a:ext cx="217440" cy="29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F2E1E04-CCD9-408B-8C9F-29ACD5AE22D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96409" y="4338028"/>
                  <a:ext cx="2890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E202D85-2F54-4D13-AB56-7C0F0333A726}"/>
                    </a:ext>
                  </a:extLst>
                </p14:cNvPr>
                <p14:cNvContentPartPr/>
                <p14:nvPr/>
              </p14:nvContentPartPr>
              <p14:xfrm>
                <a:off x="4049409" y="4411468"/>
                <a:ext cx="9720" cy="136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E202D85-2F54-4D13-AB56-7C0F0333A72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13409" y="4375468"/>
                  <a:ext cx="81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EA19AB1-60BC-4133-A548-7871CDD3CAA9}"/>
                    </a:ext>
                  </a:extLst>
                </p14:cNvPr>
                <p14:cNvContentPartPr/>
                <p14:nvPr/>
              </p14:nvContentPartPr>
              <p14:xfrm>
                <a:off x="4072809" y="4767508"/>
                <a:ext cx="19440" cy="193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EA19AB1-60BC-4133-A548-7871CDD3CAA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37169" y="4731508"/>
                  <a:ext cx="91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1CC68A6-656A-4CC8-B06E-1EE433678F75}"/>
                    </a:ext>
                  </a:extLst>
                </p14:cNvPr>
                <p14:cNvContentPartPr/>
                <p14:nvPr/>
              </p14:nvContentPartPr>
              <p14:xfrm>
                <a:off x="4074249" y="4695508"/>
                <a:ext cx="121680" cy="17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1CC68A6-656A-4CC8-B06E-1EE433678F7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038249" y="4659508"/>
                  <a:ext cx="1933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FF0CAB8-A1D8-4BDF-8C55-A9B31701775C}"/>
                    </a:ext>
                  </a:extLst>
                </p14:cNvPr>
                <p14:cNvContentPartPr/>
                <p14:nvPr/>
              </p14:nvContentPartPr>
              <p14:xfrm>
                <a:off x="4080369" y="4774348"/>
                <a:ext cx="135360" cy="223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FF0CAB8-A1D8-4BDF-8C55-A9B31701775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44369" y="4738708"/>
                  <a:ext cx="20700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2887B69-16B2-4D16-BE3F-C749B702A234}"/>
              </a:ext>
            </a:extLst>
          </p:cNvPr>
          <p:cNvGrpSpPr/>
          <p:nvPr/>
        </p:nvGrpSpPr>
        <p:grpSpPr>
          <a:xfrm>
            <a:off x="4607049" y="3644668"/>
            <a:ext cx="249480" cy="547920"/>
            <a:chOff x="4607049" y="3644668"/>
            <a:chExt cx="249480" cy="54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9FC498A-7AFB-4353-9915-BFAEA08F2FC9}"/>
                    </a:ext>
                  </a:extLst>
                </p14:cNvPr>
                <p14:cNvContentPartPr/>
                <p14:nvPr/>
              </p14:nvContentPartPr>
              <p14:xfrm>
                <a:off x="4607049" y="3644668"/>
                <a:ext cx="186840" cy="17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9FC498A-7AFB-4353-9915-BFAEA08F2FC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71049" y="3609028"/>
                  <a:ext cx="258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03B7B4A-9019-43BC-A824-8F839ED7D22D}"/>
                    </a:ext>
                  </a:extLst>
                </p14:cNvPr>
                <p14:cNvContentPartPr/>
                <p14:nvPr/>
              </p14:nvContentPartPr>
              <p14:xfrm>
                <a:off x="4760769" y="3663748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03B7B4A-9019-43BC-A824-8F839ED7D22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24769" y="3628108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D1AF30-2297-4A8E-BDD7-1CCF4C82C13E}"/>
                    </a:ext>
                  </a:extLst>
                </p14:cNvPr>
                <p14:cNvContentPartPr/>
                <p14:nvPr/>
              </p14:nvContentPartPr>
              <p14:xfrm>
                <a:off x="4666089" y="3671668"/>
                <a:ext cx="29880" cy="196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D1AF30-2297-4A8E-BDD7-1CCF4C82C13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30089" y="3635668"/>
                  <a:ext cx="101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35597B4-2522-4D7A-BDD2-2F6B7FB07496}"/>
                    </a:ext>
                  </a:extLst>
                </p14:cNvPr>
                <p14:cNvContentPartPr/>
                <p14:nvPr/>
              </p14:nvContentPartPr>
              <p14:xfrm>
                <a:off x="4678329" y="3760588"/>
                <a:ext cx="178200" cy="23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35597B4-2522-4D7A-BDD2-2F6B7FB074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642329" y="3724588"/>
                  <a:ext cx="2498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F036F4B-E046-4BE0-8E4D-C9F92B18D48C}"/>
                    </a:ext>
                  </a:extLst>
                </p14:cNvPr>
                <p14:cNvContentPartPr/>
                <p14:nvPr/>
              </p14:nvContentPartPr>
              <p14:xfrm>
                <a:off x="4673289" y="3994228"/>
                <a:ext cx="159480" cy="16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F036F4B-E046-4BE0-8E4D-C9F92B18D48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637649" y="3958228"/>
                  <a:ext cx="231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2CDB129-DCFC-4651-97AF-8C410D88779B}"/>
                    </a:ext>
                  </a:extLst>
                </p14:cNvPr>
                <p14:cNvContentPartPr/>
                <p14:nvPr/>
              </p14:nvContentPartPr>
              <p14:xfrm>
                <a:off x="4762929" y="4015828"/>
                <a:ext cx="25560" cy="176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2CDB129-DCFC-4651-97AF-8C410D88779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27289" y="3980188"/>
                  <a:ext cx="9720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BDAD5BD-D833-46F7-8FD1-F8512CEDEE02}"/>
              </a:ext>
            </a:extLst>
          </p:cNvPr>
          <p:cNvGrpSpPr/>
          <p:nvPr/>
        </p:nvGrpSpPr>
        <p:grpSpPr>
          <a:xfrm>
            <a:off x="4722969" y="4388788"/>
            <a:ext cx="185400" cy="169920"/>
            <a:chOff x="4722969" y="4388788"/>
            <a:chExt cx="185400" cy="1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073118A-BCC2-44A3-80FD-D9D4AB510869}"/>
                    </a:ext>
                  </a:extLst>
                </p14:cNvPr>
                <p14:cNvContentPartPr/>
                <p14:nvPr/>
              </p14:nvContentPartPr>
              <p14:xfrm>
                <a:off x="4722969" y="4388788"/>
                <a:ext cx="185400" cy="27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073118A-BCC2-44A3-80FD-D9D4AB51086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87329" y="4352788"/>
                  <a:ext cx="257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283FF74-FE8F-48FE-B33B-C7D80C31F626}"/>
                    </a:ext>
                  </a:extLst>
                </p14:cNvPr>
                <p14:cNvContentPartPr/>
                <p14:nvPr/>
              </p14:nvContentPartPr>
              <p14:xfrm>
                <a:off x="4815129" y="4408228"/>
                <a:ext cx="18000" cy="150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283FF74-FE8F-48FE-B33B-C7D80C31F62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779129" y="4372228"/>
                  <a:ext cx="8964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895A661-89FB-468D-B862-6D386DFE5030}"/>
              </a:ext>
            </a:extLst>
          </p:cNvPr>
          <p:cNvGrpSpPr/>
          <p:nvPr/>
        </p:nvGrpSpPr>
        <p:grpSpPr>
          <a:xfrm>
            <a:off x="4778049" y="4781548"/>
            <a:ext cx="196560" cy="216360"/>
            <a:chOff x="4778049" y="4781548"/>
            <a:chExt cx="196560" cy="21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5652D8B-D8F4-4C42-8F64-43D1F6CCA518}"/>
                    </a:ext>
                  </a:extLst>
                </p14:cNvPr>
                <p14:cNvContentPartPr/>
                <p14:nvPr/>
              </p14:nvContentPartPr>
              <p14:xfrm>
                <a:off x="4778049" y="4781548"/>
                <a:ext cx="153720" cy="216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5652D8B-D8F4-4C42-8F64-43D1F6CCA51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42409" y="4745548"/>
                  <a:ext cx="2253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EA8381E-B497-4427-BFEE-02B55C63B374}"/>
                    </a:ext>
                  </a:extLst>
                </p14:cNvPr>
                <p14:cNvContentPartPr/>
                <p14:nvPr/>
              </p14:nvContentPartPr>
              <p14:xfrm>
                <a:off x="4805049" y="4895668"/>
                <a:ext cx="169560" cy="10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EA8381E-B497-4427-BFEE-02B55C63B37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69049" y="4860028"/>
                  <a:ext cx="241200" cy="81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0641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67281-0328-4029-8F69-0A680A2B4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Biconditional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592E3-46C9-4F7B-9EC4-D0F7EEDCE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was the truth table for biconditional again?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Yup!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70F94C1-7874-4C1E-80E1-F673BC0C2067}"/>
              </a:ext>
            </a:extLst>
          </p:cNvPr>
          <p:cNvGrpSpPr/>
          <p:nvPr/>
        </p:nvGrpSpPr>
        <p:grpSpPr>
          <a:xfrm>
            <a:off x="3547569" y="3202228"/>
            <a:ext cx="2793600" cy="1891080"/>
            <a:chOff x="3547569" y="3202228"/>
            <a:chExt cx="2793600" cy="189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1EAB665-6085-4729-9388-90D7708C2988}"/>
                    </a:ext>
                  </a:extLst>
                </p14:cNvPr>
                <p14:cNvContentPartPr/>
                <p14:nvPr/>
              </p14:nvContentPartPr>
              <p14:xfrm>
                <a:off x="4278369" y="3268828"/>
                <a:ext cx="152280" cy="17956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1EAB665-6085-4729-9388-90D7708C298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42729" y="3232828"/>
                  <a:ext cx="223920" cy="18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93837D7-A812-4484-888E-2022D55F5CD4}"/>
                    </a:ext>
                  </a:extLst>
                </p14:cNvPr>
                <p14:cNvContentPartPr/>
                <p14:nvPr/>
              </p14:nvContentPartPr>
              <p14:xfrm>
                <a:off x="4999089" y="3202228"/>
                <a:ext cx="239760" cy="1891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93837D7-A812-4484-888E-2022D55F5C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63089" y="3166588"/>
                  <a:ext cx="311400" cy="19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C2226C6-591A-45D2-AD27-C143CC1AB18B}"/>
                    </a:ext>
                  </a:extLst>
                </p14:cNvPr>
                <p14:cNvContentPartPr/>
                <p14:nvPr/>
              </p14:nvContentPartPr>
              <p14:xfrm>
                <a:off x="3547569" y="3590668"/>
                <a:ext cx="2309040" cy="102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C2226C6-591A-45D2-AD27-C143CC1AB1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11569" y="3555028"/>
                  <a:ext cx="23806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0FCA2F9-B42E-41EE-A5FB-788921287D1A}"/>
                    </a:ext>
                  </a:extLst>
                </p14:cNvPr>
                <p14:cNvContentPartPr/>
                <p14:nvPr/>
              </p14:nvContentPartPr>
              <p14:xfrm>
                <a:off x="3794529" y="3381868"/>
                <a:ext cx="96480" cy="370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0FCA2F9-B42E-41EE-A5FB-788921287D1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758889" y="3345868"/>
                  <a:ext cx="16812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7AC97D-6F18-49BC-BC64-E4BD77C77E2E}"/>
                    </a:ext>
                  </a:extLst>
                </p14:cNvPr>
                <p14:cNvContentPartPr/>
                <p14:nvPr/>
              </p14:nvContentPartPr>
              <p14:xfrm>
                <a:off x="4478529" y="3306628"/>
                <a:ext cx="223560" cy="514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7AC97D-6F18-49BC-BC64-E4BD77C77E2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42889" y="3270628"/>
                  <a:ext cx="29520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65EB7CF-CA53-4E40-AC84-089D7539EE61}"/>
                    </a:ext>
                  </a:extLst>
                </p14:cNvPr>
                <p14:cNvContentPartPr/>
                <p14:nvPr/>
              </p14:nvContentPartPr>
              <p14:xfrm>
                <a:off x="5252529" y="3322108"/>
                <a:ext cx="120600" cy="36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65EB7CF-CA53-4E40-AC84-089D7539EE6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16889" y="3286108"/>
                  <a:ext cx="1922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68BE57-F166-41C6-95E4-1178A548EF0D}"/>
                    </a:ext>
                  </a:extLst>
                </p14:cNvPr>
                <p14:cNvContentPartPr/>
                <p14:nvPr/>
              </p14:nvContentPartPr>
              <p14:xfrm>
                <a:off x="5455209" y="3240748"/>
                <a:ext cx="166320" cy="243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68BE57-F166-41C6-95E4-1178A548EF0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19209" y="3204748"/>
                  <a:ext cx="2379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0D49843-3285-4DF9-9F83-2CAF1108C2B3}"/>
                    </a:ext>
                  </a:extLst>
                </p14:cNvPr>
                <p14:cNvContentPartPr/>
                <p14:nvPr/>
              </p14:nvContentPartPr>
              <p14:xfrm>
                <a:off x="5516409" y="3268828"/>
                <a:ext cx="364680" cy="213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0D49843-3285-4DF9-9F83-2CAF1108C2B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80409" y="3232828"/>
                  <a:ext cx="4363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C3BB84-7F36-4661-8518-B2A28810F358}"/>
                    </a:ext>
                  </a:extLst>
                </p14:cNvPr>
                <p14:cNvContentPartPr/>
                <p14:nvPr/>
              </p14:nvContentPartPr>
              <p14:xfrm>
                <a:off x="5985849" y="3250108"/>
                <a:ext cx="203760" cy="365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C3BB84-7F36-4661-8518-B2A28810F3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50209" y="3214108"/>
                  <a:ext cx="2754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3E7294B-C954-4EE0-B00D-DEF88265CE9C}"/>
                    </a:ext>
                  </a:extLst>
                </p14:cNvPr>
                <p14:cNvContentPartPr/>
                <p14:nvPr/>
              </p14:nvContentPartPr>
              <p14:xfrm>
                <a:off x="5834289" y="3589228"/>
                <a:ext cx="506880" cy="37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3E7294B-C954-4EE0-B00D-DEF88265CE9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98649" y="3553588"/>
                  <a:ext cx="5785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251C706-C705-4562-969C-20864760D8A7}"/>
                    </a:ext>
                  </a:extLst>
                </p14:cNvPr>
                <p14:cNvContentPartPr/>
                <p14:nvPr/>
              </p14:nvContentPartPr>
              <p14:xfrm>
                <a:off x="3759609" y="3887668"/>
                <a:ext cx="219240" cy="25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251C706-C705-4562-969C-20864760D8A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23609" y="3852028"/>
                  <a:ext cx="290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EBEECDF-615F-401D-8A8F-AEA82B0F22A2}"/>
                    </a:ext>
                  </a:extLst>
                </p14:cNvPr>
                <p14:cNvContentPartPr/>
                <p14:nvPr/>
              </p14:nvContentPartPr>
              <p14:xfrm>
                <a:off x="3862209" y="3933748"/>
                <a:ext cx="16200" cy="156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EBEECDF-615F-401D-8A8F-AEA82B0F22A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26209" y="3897748"/>
                  <a:ext cx="87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21044CE-C3E0-4DA8-A1BD-2383373B5D7C}"/>
                    </a:ext>
                  </a:extLst>
                </p14:cNvPr>
                <p14:cNvContentPartPr/>
                <p14:nvPr/>
              </p14:nvContentPartPr>
              <p14:xfrm>
                <a:off x="3774369" y="4219228"/>
                <a:ext cx="185400" cy="27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21044CE-C3E0-4DA8-A1BD-2383373B5D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38369" y="4183228"/>
                  <a:ext cx="257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94B578F-6C53-4488-A9FD-BD5918D548D2}"/>
                    </a:ext>
                  </a:extLst>
                </p14:cNvPr>
                <p14:cNvContentPartPr/>
                <p14:nvPr/>
              </p14:nvContentPartPr>
              <p14:xfrm>
                <a:off x="3855369" y="4268908"/>
                <a:ext cx="18000" cy="144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94B578F-6C53-4488-A9FD-BD5918D548D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19729" y="4232908"/>
                  <a:ext cx="89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2933721-EF99-4F2D-902E-07D64107AA4D}"/>
                    </a:ext>
                  </a:extLst>
                </p14:cNvPr>
                <p14:cNvContentPartPr/>
                <p14:nvPr/>
              </p14:nvContentPartPr>
              <p14:xfrm>
                <a:off x="3838809" y="4552228"/>
                <a:ext cx="141120" cy="169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2933721-EF99-4F2D-902E-07D64107AA4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02809" y="4516228"/>
                  <a:ext cx="2127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D8E8EFC-9EFE-4A7F-8FAA-66F6ADE4E2F3}"/>
                    </a:ext>
                  </a:extLst>
                </p14:cNvPr>
                <p14:cNvContentPartPr/>
                <p14:nvPr/>
              </p14:nvContentPartPr>
              <p14:xfrm>
                <a:off x="3868329" y="4640068"/>
                <a:ext cx="120600" cy="10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D8E8EFC-9EFE-4A7F-8FAA-66F6ADE4E2F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32329" y="4604428"/>
                  <a:ext cx="1922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7F3E7D2-2E3B-478E-A5D5-E878CDD4520E}"/>
                    </a:ext>
                  </a:extLst>
                </p14:cNvPr>
                <p14:cNvContentPartPr/>
                <p14:nvPr/>
              </p14:nvContentPartPr>
              <p14:xfrm>
                <a:off x="3878409" y="4834828"/>
                <a:ext cx="196560" cy="236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7F3E7D2-2E3B-478E-A5D5-E878CDD4520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42769" y="4798828"/>
                  <a:ext cx="2682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E95E89A-D2E2-4093-91A0-A31543832844}"/>
                    </a:ext>
                  </a:extLst>
                </p14:cNvPr>
                <p14:cNvContentPartPr/>
                <p14:nvPr/>
              </p14:nvContentPartPr>
              <p14:xfrm>
                <a:off x="3897849" y="4914388"/>
                <a:ext cx="147240" cy="31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E95E89A-D2E2-4093-91A0-A3154383284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61849" y="4878748"/>
                  <a:ext cx="2188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FED2FF3-3DE9-4B4D-BE71-6509174E344B}"/>
                    </a:ext>
                  </a:extLst>
                </p14:cNvPr>
                <p14:cNvContentPartPr/>
                <p14:nvPr/>
              </p14:nvContentPartPr>
              <p14:xfrm>
                <a:off x="4550169" y="3849508"/>
                <a:ext cx="203400" cy="42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FED2FF3-3DE9-4B4D-BE71-6509174E344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14169" y="3813508"/>
                  <a:ext cx="2750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DAF658A-9A46-4A8E-B890-1892CA5E8555}"/>
                    </a:ext>
                  </a:extLst>
                </p14:cNvPr>
                <p14:cNvContentPartPr/>
                <p14:nvPr/>
              </p14:nvContentPartPr>
              <p14:xfrm>
                <a:off x="4646289" y="3883348"/>
                <a:ext cx="18000" cy="176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DAF658A-9A46-4A8E-B890-1892CA5E855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10649" y="3847708"/>
                  <a:ext cx="896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035EA14-66B9-4E14-BD1D-0B65F73D5723}"/>
                    </a:ext>
                  </a:extLst>
                </p14:cNvPr>
                <p14:cNvContentPartPr/>
                <p14:nvPr/>
              </p14:nvContentPartPr>
              <p14:xfrm>
                <a:off x="4646649" y="4183588"/>
                <a:ext cx="131040" cy="180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035EA14-66B9-4E14-BD1D-0B65F73D572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11009" y="4147588"/>
                  <a:ext cx="2026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B6BB65D-66DF-4345-B6B0-5F87CF6F02EF}"/>
                    </a:ext>
                  </a:extLst>
                </p14:cNvPr>
                <p14:cNvContentPartPr/>
                <p14:nvPr/>
              </p14:nvContentPartPr>
              <p14:xfrm>
                <a:off x="4657449" y="4250188"/>
                <a:ext cx="138600" cy="23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B6BB65D-66DF-4345-B6B0-5F87CF6F02E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21449" y="4214548"/>
                  <a:ext cx="210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62244DC-7886-4D90-A5F7-6033B44AB2A4}"/>
                    </a:ext>
                  </a:extLst>
                </p14:cNvPr>
                <p14:cNvContentPartPr/>
                <p14:nvPr/>
              </p14:nvContentPartPr>
              <p14:xfrm>
                <a:off x="4603089" y="4535308"/>
                <a:ext cx="193680" cy="31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62244DC-7886-4D90-A5F7-6033B44AB2A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67089" y="4499668"/>
                  <a:ext cx="265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601574B-0BDB-4A1B-BC05-14FCB9AABFE5}"/>
                    </a:ext>
                  </a:extLst>
                </p14:cNvPr>
                <p14:cNvContentPartPr/>
                <p14:nvPr/>
              </p14:nvContentPartPr>
              <p14:xfrm>
                <a:off x="4700289" y="4563748"/>
                <a:ext cx="9720" cy="143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601574B-0BDB-4A1B-BC05-14FCB9AABFE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64649" y="4527748"/>
                  <a:ext cx="813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915A593-4CBC-489B-83E8-0872268DA1D3}"/>
                    </a:ext>
                  </a:extLst>
                </p14:cNvPr>
                <p14:cNvContentPartPr/>
                <p14:nvPr/>
              </p14:nvContentPartPr>
              <p14:xfrm>
                <a:off x="4717569" y="4834108"/>
                <a:ext cx="150120" cy="2152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915A593-4CBC-489B-83E8-0872268DA1D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81569" y="4798468"/>
                  <a:ext cx="2217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D17D36E-E283-4E37-A76D-17F2E0AD3D1D}"/>
                    </a:ext>
                  </a:extLst>
                </p14:cNvPr>
                <p14:cNvContentPartPr/>
                <p14:nvPr/>
              </p14:nvContentPartPr>
              <p14:xfrm>
                <a:off x="4768689" y="4930948"/>
                <a:ext cx="85680" cy="21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D17D36E-E283-4E37-A76D-17F2E0AD3D1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33049" y="4894948"/>
                  <a:ext cx="157320" cy="9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D8BACB0-3928-4798-ABA8-6059609FAC5A}"/>
                  </a:ext>
                </a:extLst>
              </p14:cNvPr>
              <p14:cNvContentPartPr/>
              <p14:nvPr/>
            </p14:nvContentPartPr>
            <p14:xfrm>
              <a:off x="5615049" y="3792988"/>
              <a:ext cx="227160" cy="1634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D8BACB0-3928-4798-ABA8-6059609FAC5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579049" y="3756988"/>
                <a:ext cx="298800" cy="23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0AC4287D-7726-49A0-A0B4-DCA6A9B76759}"/>
              </a:ext>
            </a:extLst>
          </p:cNvPr>
          <p:cNvGrpSpPr/>
          <p:nvPr/>
        </p:nvGrpSpPr>
        <p:grpSpPr>
          <a:xfrm>
            <a:off x="5748609" y="4167028"/>
            <a:ext cx="142560" cy="224280"/>
            <a:chOff x="5748609" y="4167028"/>
            <a:chExt cx="142560" cy="22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62031DD-9077-4E82-B7A3-35AC74AC0B05}"/>
                    </a:ext>
                  </a:extLst>
                </p14:cNvPr>
                <p14:cNvContentPartPr/>
                <p14:nvPr/>
              </p14:nvContentPartPr>
              <p14:xfrm>
                <a:off x="5748609" y="4167028"/>
                <a:ext cx="142560" cy="2242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62031DD-9077-4E82-B7A3-35AC74AC0B0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12609" y="4131388"/>
                  <a:ext cx="2142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099D2CD-7D9F-4BFD-AEC9-D3847D16C442}"/>
                    </a:ext>
                  </a:extLst>
                </p14:cNvPr>
                <p14:cNvContentPartPr/>
                <p14:nvPr/>
              </p14:nvContentPartPr>
              <p14:xfrm>
                <a:off x="5769849" y="4277188"/>
                <a:ext cx="115920" cy="10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099D2CD-7D9F-4BFD-AEC9-D3847D16C44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34209" y="4241548"/>
                  <a:ext cx="187560" cy="8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B1F49B3-5C46-4A90-99E3-DB0DC2A15804}"/>
              </a:ext>
            </a:extLst>
          </p:cNvPr>
          <p:cNvGrpSpPr/>
          <p:nvPr/>
        </p:nvGrpSpPr>
        <p:grpSpPr>
          <a:xfrm>
            <a:off x="5781009" y="4581028"/>
            <a:ext cx="123480" cy="154440"/>
            <a:chOff x="5781009" y="4581028"/>
            <a:chExt cx="123480" cy="15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A331B85-4B04-4737-A16B-1449394ACF4D}"/>
                    </a:ext>
                  </a:extLst>
                </p14:cNvPr>
                <p14:cNvContentPartPr/>
                <p14:nvPr/>
              </p14:nvContentPartPr>
              <p14:xfrm>
                <a:off x="5781009" y="4581028"/>
                <a:ext cx="120600" cy="154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A331B85-4B04-4737-A16B-1449394ACF4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45369" y="4545388"/>
                  <a:ext cx="192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90EFB58-12CB-4332-B395-CDBA018BDFD2}"/>
                    </a:ext>
                  </a:extLst>
                </p14:cNvPr>
                <p14:cNvContentPartPr/>
                <p14:nvPr/>
              </p14:nvContentPartPr>
              <p14:xfrm>
                <a:off x="5809449" y="4650508"/>
                <a:ext cx="95040" cy="15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90EFB58-12CB-4332-B395-CDBA018BDFD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73809" y="4614868"/>
                  <a:ext cx="16668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DC033A6-35CD-4666-843D-FC51DDEF650A}"/>
              </a:ext>
            </a:extLst>
          </p:cNvPr>
          <p:cNvGrpSpPr/>
          <p:nvPr/>
        </p:nvGrpSpPr>
        <p:grpSpPr>
          <a:xfrm>
            <a:off x="5820969" y="4921948"/>
            <a:ext cx="161640" cy="196560"/>
            <a:chOff x="5820969" y="4921948"/>
            <a:chExt cx="161640" cy="19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E2C8B69-0EA6-4A2A-B733-1339DB5E94D3}"/>
                    </a:ext>
                  </a:extLst>
                </p14:cNvPr>
                <p14:cNvContentPartPr/>
                <p14:nvPr/>
              </p14:nvContentPartPr>
              <p14:xfrm>
                <a:off x="5820969" y="4921948"/>
                <a:ext cx="161640" cy="27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E2C8B69-0EA6-4A2A-B733-1339DB5E94D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84969" y="4885948"/>
                  <a:ext cx="2332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1E8A96E-7D97-41AD-AFE0-7FCB5194A4E9}"/>
                    </a:ext>
                  </a:extLst>
                </p14:cNvPr>
                <p14:cNvContentPartPr/>
                <p14:nvPr/>
              </p14:nvContentPartPr>
              <p14:xfrm>
                <a:off x="5917449" y="4958668"/>
                <a:ext cx="16920" cy="159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1E8A96E-7D97-41AD-AFE0-7FCB5194A4E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81809" y="4922668"/>
                  <a:ext cx="88560" cy="231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0840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A8AE-6374-4521-9646-A1376396A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Notice anything?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EE14D-5CE8-4C78-8170-F0433BEC7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Anybody notice anything strange about the truth tables for XOR and the Biconditional?</a:t>
            </a:r>
          </a:p>
          <a:p>
            <a:r>
              <a:rPr lang="en-US" dirty="0"/>
              <a:t>They’re logical inverses!</a:t>
            </a:r>
          </a:p>
          <a:p>
            <a:r>
              <a:rPr lang="en-US" dirty="0"/>
              <a:t>So, we can derive an expression for XOR!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20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E76AB-E14B-4C95-99E7-59710C0F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Boolean expression for XOR</a:t>
            </a:r>
          </a:p>
        </p:txBody>
      </p:sp>
      <p:sp>
        <p:nvSpPr>
          <p:cNvPr id="250" name="Content Placeholder 249">
            <a:extLst>
              <a:ext uri="{FF2B5EF4-FFF2-40B4-BE49-F238E27FC236}">
                <a16:creationId xmlns:a16="http://schemas.microsoft.com/office/drawing/2014/main" id="{E05CDA1C-7155-425F-A8AD-FC06E4860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9825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82A6-5CBA-4F64-A7CB-A7F39461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signed Overflow in hardware (brief review)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44EF1-466A-4958-AA17-CC484F7A5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Who here remembers adders?</a:t>
            </a:r>
          </a:p>
          <a:p>
            <a:r>
              <a:rPr lang="en-US" dirty="0"/>
              <a:t>I KNOW Logisim was absolutely disgusting!!!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89F3B6E-968D-4119-91C4-0CE8B3347E8F}"/>
              </a:ext>
            </a:extLst>
          </p:cNvPr>
          <p:cNvGrpSpPr/>
          <p:nvPr/>
        </p:nvGrpSpPr>
        <p:grpSpPr>
          <a:xfrm>
            <a:off x="2440080" y="3576000"/>
            <a:ext cx="3629880" cy="686880"/>
            <a:chOff x="2440080" y="3576000"/>
            <a:chExt cx="3629880" cy="68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66F6D2-AA0F-43D4-BBE0-DEA3948E3FC7}"/>
                    </a:ext>
                  </a:extLst>
                </p14:cNvPr>
                <p14:cNvContentPartPr/>
                <p14:nvPr/>
              </p14:nvContentPartPr>
              <p14:xfrm>
                <a:off x="2440080" y="3592560"/>
                <a:ext cx="208080" cy="421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66F6D2-AA0F-43D4-BBE0-DEA3948E3FC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04080" y="3556560"/>
                  <a:ext cx="27972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BC95198-420A-4251-9575-8098A85624D0}"/>
                    </a:ext>
                  </a:extLst>
                </p14:cNvPr>
                <p14:cNvContentPartPr/>
                <p14:nvPr/>
              </p14:nvContentPartPr>
              <p14:xfrm>
                <a:off x="2772720" y="3813960"/>
                <a:ext cx="136800" cy="173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BC95198-420A-4251-9575-8098A85624D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737080" y="3778320"/>
                  <a:ext cx="208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360010C-CE20-41F0-8B74-45194281A74D}"/>
                    </a:ext>
                  </a:extLst>
                </p14:cNvPr>
                <p14:cNvContentPartPr/>
                <p14:nvPr/>
              </p14:nvContentPartPr>
              <p14:xfrm>
                <a:off x="2978280" y="3786600"/>
                <a:ext cx="88560" cy="2268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360010C-CE20-41F0-8B74-45194281A74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42640" y="3750960"/>
                  <a:ext cx="1602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306C836-F067-4143-8601-90565975830B}"/>
                    </a:ext>
                  </a:extLst>
                </p14:cNvPr>
                <p14:cNvContentPartPr/>
                <p14:nvPr/>
              </p14:nvContentPartPr>
              <p14:xfrm>
                <a:off x="3175560" y="3790560"/>
                <a:ext cx="24480" cy="1832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306C836-F067-4143-8601-9056597583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39560" y="3754920"/>
                  <a:ext cx="961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DF807F0-02BB-407B-AE2D-C5C8E09D8062}"/>
                    </a:ext>
                  </a:extLst>
                </p14:cNvPr>
                <p14:cNvContentPartPr/>
                <p14:nvPr/>
              </p14:nvContentPartPr>
              <p14:xfrm>
                <a:off x="3216240" y="3742680"/>
                <a:ext cx="13320" cy="3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DF807F0-02BB-407B-AE2D-C5C8E09D806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80240" y="3706680"/>
                  <a:ext cx="849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428C599-8D6D-497D-9756-69D5CBB21D97}"/>
                    </a:ext>
                  </a:extLst>
                </p14:cNvPr>
                <p14:cNvContentPartPr/>
                <p14:nvPr/>
              </p14:nvContentPartPr>
              <p14:xfrm>
                <a:off x="3288960" y="3743040"/>
                <a:ext cx="146160" cy="519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428C599-8D6D-497D-9756-69D5CBB21D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52960" y="3707040"/>
                  <a:ext cx="217800" cy="59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7FBCC7E-3E05-4842-8C13-69921A730643}"/>
                    </a:ext>
                  </a:extLst>
                </p14:cNvPr>
                <p14:cNvContentPartPr/>
                <p14:nvPr/>
              </p14:nvContentPartPr>
              <p14:xfrm>
                <a:off x="3519360" y="3749520"/>
                <a:ext cx="133200" cy="187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7FBCC7E-3E05-4842-8C13-69921A7306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83360" y="3713520"/>
                  <a:ext cx="2048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A2457D7-54BF-41C0-A495-B27F9EA40AA3}"/>
                    </a:ext>
                  </a:extLst>
                </p14:cNvPr>
                <p14:cNvContentPartPr/>
                <p14:nvPr/>
              </p14:nvContentPartPr>
              <p14:xfrm>
                <a:off x="3728520" y="3768600"/>
                <a:ext cx="104040" cy="165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A2457D7-54BF-41C0-A495-B27F9EA40A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92520" y="3732600"/>
                  <a:ext cx="1756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8894A55-3E7A-41FF-B2A7-CE3056649D5E}"/>
                    </a:ext>
                  </a:extLst>
                </p14:cNvPr>
                <p14:cNvContentPartPr/>
                <p14:nvPr/>
              </p14:nvContentPartPr>
              <p14:xfrm>
                <a:off x="3879000" y="3588600"/>
                <a:ext cx="125280" cy="343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8894A55-3E7A-41FF-B2A7-CE3056649D5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43360" y="3552960"/>
                  <a:ext cx="19692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B82AA9B-70C8-4B98-859F-A74935EC85D4}"/>
                    </a:ext>
                  </a:extLst>
                </p14:cNvPr>
                <p14:cNvContentPartPr/>
                <p14:nvPr/>
              </p14:nvContentPartPr>
              <p14:xfrm>
                <a:off x="4265280" y="3577440"/>
                <a:ext cx="32400" cy="322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B82AA9B-70C8-4B98-859F-A74935EC85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29280" y="3541800"/>
                  <a:ext cx="1040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D9DD60A-471F-4E9D-8BA3-E1875C92EA20}"/>
                    </a:ext>
                  </a:extLst>
                </p14:cNvPr>
                <p14:cNvContentPartPr/>
                <p14:nvPr/>
              </p14:nvContentPartPr>
              <p14:xfrm>
                <a:off x="4272120" y="3576000"/>
                <a:ext cx="121680" cy="353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D9DD60A-471F-4E9D-8BA3-E1875C92EA2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36480" y="3540000"/>
                  <a:ext cx="19332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A05C29D-05D1-4A12-A02C-D04DAE2A6B10}"/>
                    </a:ext>
                  </a:extLst>
                </p14:cNvPr>
                <p14:cNvContentPartPr/>
                <p14:nvPr/>
              </p14:nvContentPartPr>
              <p14:xfrm>
                <a:off x="4481280" y="3775800"/>
                <a:ext cx="102240" cy="1742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A05C29D-05D1-4A12-A02C-D04DAE2A6B1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45640" y="3740160"/>
                  <a:ext cx="1738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C224B33-80BA-42FC-A75E-A7C0F976FD42}"/>
                    </a:ext>
                  </a:extLst>
                </p14:cNvPr>
                <p14:cNvContentPartPr/>
                <p14:nvPr/>
              </p14:nvContentPartPr>
              <p14:xfrm>
                <a:off x="4700160" y="3676800"/>
                <a:ext cx="10800" cy="268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C224B33-80BA-42FC-A75E-A7C0F976FD4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64520" y="3640800"/>
                  <a:ext cx="824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75C14B8-E7B4-4E5E-9900-EBDDBBEF24FF}"/>
                    </a:ext>
                  </a:extLst>
                </p14:cNvPr>
                <p14:cNvContentPartPr/>
                <p14:nvPr/>
              </p14:nvContentPartPr>
              <p14:xfrm>
                <a:off x="4668480" y="3779760"/>
                <a:ext cx="100800" cy="320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75C14B8-E7B4-4E5E-9900-EBDDBBEF24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32840" y="3744120"/>
                  <a:ext cx="1724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8AB2693-9FF8-431E-AA91-0962814788C7}"/>
                    </a:ext>
                  </a:extLst>
                </p14:cNvPr>
                <p14:cNvContentPartPr/>
                <p14:nvPr/>
              </p14:nvContentPartPr>
              <p14:xfrm>
                <a:off x="4856400" y="3772920"/>
                <a:ext cx="85680" cy="145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8AB2693-9FF8-431E-AA91-0962814788C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20760" y="3737280"/>
                  <a:ext cx="1573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D994397-FE36-44E4-A53F-F4823751EC7A}"/>
                    </a:ext>
                  </a:extLst>
                </p14:cNvPr>
                <p14:cNvContentPartPr/>
                <p14:nvPr/>
              </p14:nvContentPartPr>
              <p14:xfrm>
                <a:off x="4985640" y="3763200"/>
                <a:ext cx="134640" cy="178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D994397-FE36-44E4-A53F-F4823751EC7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50000" y="3727560"/>
                  <a:ext cx="2062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1635A79-6A7F-4E35-9421-850A753B0B7C}"/>
                    </a:ext>
                  </a:extLst>
                </p14:cNvPr>
                <p14:cNvContentPartPr/>
                <p14:nvPr/>
              </p14:nvContentPartPr>
              <p14:xfrm>
                <a:off x="5191560" y="3660600"/>
                <a:ext cx="20880" cy="282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1635A79-6A7F-4E35-9421-850A753B0B7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55560" y="3624600"/>
                  <a:ext cx="925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FCB8868-EF05-492F-8454-0E6833A2A131}"/>
                    </a:ext>
                  </a:extLst>
                </p14:cNvPr>
                <p14:cNvContentPartPr/>
                <p14:nvPr/>
              </p14:nvContentPartPr>
              <p14:xfrm>
                <a:off x="5162760" y="3780480"/>
                <a:ext cx="149040" cy="147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FCB8868-EF05-492F-8454-0E6833A2A13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27120" y="3744480"/>
                  <a:ext cx="220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7F3B001-8C2F-42E0-B5CF-7DC370F4F0BD}"/>
                    </a:ext>
                  </a:extLst>
                </p14:cNvPr>
                <p14:cNvContentPartPr/>
                <p14:nvPr/>
              </p14:nvContentPartPr>
              <p14:xfrm>
                <a:off x="5341680" y="3770040"/>
                <a:ext cx="48600" cy="156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7F3B001-8C2F-42E0-B5CF-7DC370F4F0B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05680" y="3734040"/>
                  <a:ext cx="1202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7865B8-4E33-4CB9-953A-981BB8FDF175}"/>
                    </a:ext>
                  </a:extLst>
                </p14:cNvPr>
                <p14:cNvContentPartPr/>
                <p14:nvPr/>
              </p14:nvContentPartPr>
              <p14:xfrm>
                <a:off x="5439960" y="3738360"/>
                <a:ext cx="375480" cy="196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7865B8-4E33-4CB9-953A-981BB8FDF17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04320" y="3702360"/>
                  <a:ext cx="4471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5962A78-70F5-4818-9082-1379418BC15E}"/>
                    </a:ext>
                  </a:extLst>
                </p14:cNvPr>
                <p14:cNvContentPartPr/>
                <p14:nvPr/>
              </p14:nvContentPartPr>
              <p14:xfrm>
                <a:off x="2499840" y="4144440"/>
                <a:ext cx="3351240" cy="81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5962A78-70F5-4818-9082-1379418BC15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64200" y="4108440"/>
                  <a:ext cx="3422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472C875-A124-4C96-A397-8BCAFA70F5DF}"/>
                    </a:ext>
                  </a:extLst>
                </p14:cNvPr>
                <p14:cNvContentPartPr/>
                <p14:nvPr/>
              </p14:nvContentPartPr>
              <p14:xfrm>
                <a:off x="6053400" y="3776880"/>
                <a:ext cx="16560" cy="16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72C875-A124-4C96-A397-8BCAFA70F5D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17760" y="3741240"/>
                  <a:ext cx="882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470E2D3-A4CA-4D67-8ABB-01FBE04C69ED}"/>
                    </a:ext>
                  </a:extLst>
                </p14:cNvPr>
                <p14:cNvContentPartPr/>
                <p14:nvPr/>
              </p14:nvContentPartPr>
              <p14:xfrm>
                <a:off x="6046200" y="3918000"/>
                <a:ext cx="20160" cy="162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470E2D3-A4CA-4D67-8ABB-01FBE04C69E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10200" y="3882000"/>
                  <a:ext cx="918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7A947A16-1EF8-4AC2-920A-787A83AC50F1}"/>
              </a:ext>
            </a:extLst>
          </p:cNvPr>
          <p:cNvGrpSpPr/>
          <p:nvPr/>
        </p:nvGrpSpPr>
        <p:grpSpPr>
          <a:xfrm>
            <a:off x="2250640" y="4163040"/>
            <a:ext cx="5591600" cy="2468460"/>
            <a:chOff x="2250640" y="4163040"/>
            <a:chExt cx="5591600" cy="24684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6FC2171-D2ED-41F5-8A3B-27D4A3A69217}"/>
                    </a:ext>
                  </a:extLst>
                </p14:cNvPr>
                <p14:cNvContentPartPr/>
                <p14:nvPr/>
              </p14:nvContentPartPr>
              <p14:xfrm>
                <a:off x="2497600" y="4298040"/>
                <a:ext cx="142560" cy="2073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6FC2171-D2ED-41F5-8A3B-27D4A3A6921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461600" y="4262040"/>
                  <a:ext cx="2142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9668B89-4C33-4ED5-A9E7-7DB961411FA0}"/>
                    </a:ext>
                  </a:extLst>
                </p14:cNvPr>
                <p14:cNvContentPartPr/>
                <p14:nvPr/>
              </p14:nvContentPartPr>
              <p14:xfrm>
                <a:off x="2528560" y="4421520"/>
                <a:ext cx="72720" cy="12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9668B89-4C33-4ED5-A9E7-7DB961411FA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92560" y="4385520"/>
                  <a:ext cx="144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89B9B09-5CEE-476C-83FD-C8A176C3EC73}"/>
                    </a:ext>
                  </a:extLst>
                </p14:cNvPr>
                <p14:cNvContentPartPr/>
                <p14:nvPr/>
              </p14:nvContentPartPr>
              <p14:xfrm>
                <a:off x="2728720" y="4305240"/>
                <a:ext cx="46080" cy="1962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89B9B09-5CEE-476C-83FD-C8A176C3EC7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93080" y="4269240"/>
                  <a:ext cx="1177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23BF7BD-E44F-4E75-B396-4764B7EB6C1A}"/>
                    </a:ext>
                  </a:extLst>
                </p14:cNvPr>
                <p14:cNvContentPartPr/>
                <p14:nvPr/>
              </p14:nvContentPartPr>
              <p14:xfrm>
                <a:off x="2694160" y="4394880"/>
                <a:ext cx="56160" cy="57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23BF7BD-E44F-4E75-B396-4764B7EB6C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58160" y="4358880"/>
                  <a:ext cx="127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1585E44-54A0-4B24-A885-AEF3B3D23C40}"/>
                    </a:ext>
                  </a:extLst>
                </p14:cNvPr>
                <p14:cNvContentPartPr/>
                <p14:nvPr/>
              </p14:nvContentPartPr>
              <p14:xfrm>
                <a:off x="2872720" y="4323240"/>
                <a:ext cx="6840" cy="1630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1585E44-54A0-4B24-A885-AEF3B3D23C4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37080" y="4287240"/>
                  <a:ext cx="784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2CCF3F9-FCB4-497C-8AA9-0050BE31E6EC}"/>
                    </a:ext>
                  </a:extLst>
                </p14:cNvPr>
                <p14:cNvContentPartPr/>
                <p14:nvPr/>
              </p14:nvContentPartPr>
              <p14:xfrm>
                <a:off x="2839600" y="4391280"/>
                <a:ext cx="52200" cy="111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2CCF3F9-FCB4-497C-8AA9-0050BE31E6E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03600" y="4355640"/>
                  <a:ext cx="1238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F698865-95E4-4351-8420-F678AA1F3EB5}"/>
                    </a:ext>
                  </a:extLst>
                </p14:cNvPr>
                <p14:cNvContentPartPr/>
                <p14:nvPr/>
              </p14:nvContentPartPr>
              <p14:xfrm>
                <a:off x="2930680" y="4375080"/>
                <a:ext cx="172800" cy="975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F698865-95E4-4351-8420-F678AA1F3EB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95040" y="4339440"/>
                  <a:ext cx="2444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4B13494-18B8-454E-A0C3-220A49226657}"/>
                    </a:ext>
                  </a:extLst>
                </p14:cNvPr>
                <p14:cNvContentPartPr/>
                <p14:nvPr/>
              </p14:nvContentPartPr>
              <p14:xfrm>
                <a:off x="3264760" y="4302000"/>
                <a:ext cx="5040" cy="1580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4B13494-18B8-454E-A0C3-220A492266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28760" y="4266360"/>
                  <a:ext cx="766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8DF725F-685D-440D-B910-324E82356F57}"/>
                    </a:ext>
                  </a:extLst>
                </p14:cNvPr>
                <p14:cNvContentPartPr/>
                <p14:nvPr/>
              </p14:nvContentPartPr>
              <p14:xfrm>
                <a:off x="3219040" y="4384800"/>
                <a:ext cx="82080" cy="133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8DF725F-685D-440D-B910-324E82356F5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83040" y="4348800"/>
                  <a:ext cx="153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E81704C-45FE-4D0A-824A-BCFB11F06CE4}"/>
                    </a:ext>
                  </a:extLst>
                </p14:cNvPr>
                <p14:cNvContentPartPr/>
                <p14:nvPr/>
              </p14:nvContentPartPr>
              <p14:xfrm>
                <a:off x="3390400" y="4335840"/>
                <a:ext cx="82440" cy="114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E81704C-45FE-4D0A-824A-BCFB11F06CE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54400" y="4299840"/>
                  <a:ext cx="154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D47D28E-9066-4689-9695-97BCBE9F5582}"/>
                    </a:ext>
                  </a:extLst>
                </p14:cNvPr>
                <p14:cNvContentPartPr/>
                <p14:nvPr/>
              </p14:nvContentPartPr>
              <p14:xfrm>
                <a:off x="3488320" y="4365360"/>
                <a:ext cx="99000" cy="972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D47D28E-9066-4689-9695-97BCBE9F558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52680" y="4329720"/>
                  <a:ext cx="1706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FC31F54-3047-468B-A30B-48C28A522EB5}"/>
                    </a:ext>
                  </a:extLst>
                </p14:cNvPr>
                <p14:cNvContentPartPr/>
                <p14:nvPr/>
              </p14:nvContentPartPr>
              <p14:xfrm>
                <a:off x="3762280" y="4327560"/>
                <a:ext cx="17640" cy="168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FC31F54-3047-468B-A30B-48C28A522EB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726280" y="4291560"/>
                  <a:ext cx="892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1519265-9124-4D08-8D61-87DE477185A2}"/>
                    </a:ext>
                  </a:extLst>
                </p14:cNvPr>
                <p14:cNvContentPartPr/>
                <p14:nvPr/>
              </p14:nvContentPartPr>
              <p14:xfrm>
                <a:off x="3835720" y="4404960"/>
                <a:ext cx="84600" cy="82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1519265-9124-4D08-8D61-87DE477185A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800080" y="4369320"/>
                  <a:ext cx="1562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6B9C75A-9E67-481C-963C-6BCC43562BC4}"/>
                    </a:ext>
                  </a:extLst>
                </p14:cNvPr>
                <p14:cNvContentPartPr/>
                <p14:nvPr/>
              </p14:nvContentPartPr>
              <p14:xfrm>
                <a:off x="3972880" y="4401000"/>
                <a:ext cx="67320" cy="1123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6B9C75A-9E67-481C-963C-6BCC43562BC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37240" y="4365360"/>
                  <a:ext cx="1389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A05C6D7-3F4F-4627-9B9F-7DDCE0534AA3}"/>
                    </a:ext>
                  </a:extLst>
                </p14:cNvPr>
                <p14:cNvContentPartPr/>
                <p14:nvPr/>
              </p14:nvContentPartPr>
              <p14:xfrm>
                <a:off x="4107880" y="4367880"/>
                <a:ext cx="11160" cy="1346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A05C6D7-3F4F-4627-9B9F-7DDCE0534A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71880" y="4331880"/>
                  <a:ext cx="82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9F55448-EAC3-4198-87AD-C11E200F5D6C}"/>
                    </a:ext>
                  </a:extLst>
                </p14:cNvPr>
                <p14:cNvContentPartPr/>
                <p14:nvPr/>
              </p14:nvContentPartPr>
              <p14:xfrm>
                <a:off x="4088440" y="4409640"/>
                <a:ext cx="85320" cy="205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9F55448-EAC3-4198-87AD-C11E200F5D6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52440" y="4374000"/>
                  <a:ext cx="156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E852058-ED7D-4FA9-9081-98BD42EBE8D9}"/>
                    </a:ext>
                  </a:extLst>
                </p14:cNvPr>
                <p14:cNvContentPartPr/>
                <p14:nvPr/>
              </p14:nvContentPartPr>
              <p14:xfrm>
                <a:off x="4354840" y="4345560"/>
                <a:ext cx="137520" cy="187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E852058-ED7D-4FA9-9081-98BD42EBE8D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18840" y="4309920"/>
                  <a:ext cx="2091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BB24610-E170-4AB4-89C1-6D4D1B8478A3}"/>
                    </a:ext>
                  </a:extLst>
                </p14:cNvPr>
                <p14:cNvContentPartPr/>
                <p14:nvPr/>
              </p14:nvContentPartPr>
              <p14:xfrm>
                <a:off x="4528000" y="4361400"/>
                <a:ext cx="105840" cy="1497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BB24610-E170-4AB4-89C1-6D4D1B8478A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492360" y="4325400"/>
                  <a:ext cx="1774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C7BB8EA-5AC9-4FA5-A98F-14AFA917D8B8}"/>
                    </a:ext>
                  </a:extLst>
                </p14:cNvPr>
                <p14:cNvContentPartPr/>
                <p14:nvPr/>
              </p14:nvContentPartPr>
              <p14:xfrm>
                <a:off x="4677040" y="4438800"/>
                <a:ext cx="30960" cy="1339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C7BB8EA-5AC9-4FA5-A98F-14AFA917D8B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41040" y="4402800"/>
                  <a:ext cx="1026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159ADA4-9704-4411-B296-739A8E688837}"/>
                    </a:ext>
                  </a:extLst>
                </p14:cNvPr>
                <p14:cNvContentPartPr/>
                <p14:nvPr/>
              </p14:nvContentPartPr>
              <p14:xfrm>
                <a:off x="4929040" y="4332600"/>
                <a:ext cx="60480" cy="1861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159ADA4-9704-4411-B296-739A8E68883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93400" y="4296600"/>
                  <a:ext cx="1321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1A9A225-AE86-4FF3-A4B1-D98B452779F2}"/>
                    </a:ext>
                  </a:extLst>
                </p14:cNvPr>
                <p14:cNvContentPartPr/>
                <p14:nvPr/>
              </p14:nvContentPartPr>
              <p14:xfrm>
                <a:off x="5044240" y="4393440"/>
                <a:ext cx="196560" cy="11196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1A9A225-AE86-4FF3-A4B1-D98B452779F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08240" y="4357440"/>
                  <a:ext cx="2682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BED2A69-865C-4707-B542-B92575461BE3}"/>
                    </a:ext>
                  </a:extLst>
                </p14:cNvPr>
                <p14:cNvContentPartPr/>
                <p14:nvPr/>
              </p14:nvContentPartPr>
              <p14:xfrm>
                <a:off x="5286160" y="4363920"/>
                <a:ext cx="52560" cy="1440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BED2A69-865C-4707-B542-B92575461BE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50520" y="4328280"/>
                  <a:ext cx="124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EF2CD7B-9131-4E92-9F0C-69D6841A8FED}"/>
                    </a:ext>
                  </a:extLst>
                </p14:cNvPr>
                <p14:cNvContentPartPr/>
                <p14:nvPr/>
              </p14:nvContentPartPr>
              <p14:xfrm>
                <a:off x="5320360" y="4400640"/>
                <a:ext cx="108720" cy="651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EF2CD7B-9131-4E92-9F0C-69D6841A8FE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84360" y="4365000"/>
                  <a:ext cx="1803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56213C0-A8AE-490F-B922-F160F08A7B18}"/>
                    </a:ext>
                  </a:extLst>
                </p14:cNvPr>
                <p14:cNvContentPartPr/>
                <p14:nvPr/>
              </p14:nvContentPartPr>
              <p14:xfrm>
                <a:off x="5588920" y="4326840"/>
                <a:ext cx="178920" cy="19224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56213C0-A8AE-490F-B922-F160F08A7B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53280" y="4291200"/>
                  <a:ext cx="2505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02BD6398-6DF9-4A31-8021-F9F3E98FD845}"/>
                    </a:ext>
                  </a:extLst>
                </p14:cNvPr>
                <p14:cNvContentPartPr/>
                <p14:nvPr/>
              </p14:nvContentPartPr>
              <p14:xfrm>
                <a:off x="6005880" y="4277880"/>
                <a:ext cx="195120" cy="1911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02BD6398-6DF9-4A31-8021-F9F3E98FD84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69880" y="4241880"/>
                  <a:ext cx="2667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49C70D4-2601-4C10-973F-781575578D64}"/>
                    </a:ext>
                  </a:extLst>
                </p14:cNvPr>
                <p14:cNvContentPartPr/>
                <p14:nvPr/>
              </p14:nvContentPartPr>
              <p14:xfrm>
                <a:off x="6241320" y="4266360"/>
                <a:ext cx="109440" cy="2019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49C70D4-2601-4C10-973F-781575578D6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205320" y="4230720"/>
                  <a:ext cx="1810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F8B79D6-355C-4697-808E-3234729985E3}"/>
                    </a:ext>
                  </a:extLst>
                </p14:cNvPr>
                <p14:cNvContentPartPr/>
                <p14:nvPr/>
              </p14:nvContentPartPr>
              <p14:xfrm>
                <a:off x="6401520" y="4253760"/>
                <a:ext cx="107640" cy="201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F8B79D6-355C-4697-808E-3234729985E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65520" y="4217760"/>
                  <a:ext cx="1792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8D57D28-CE9B-42EF-B903-919C0A7375A6}"/>
                    </a:ext>
                  </a:extLst>
                </p14:cNvPr>
                <p14:cNvContentPartPr/>
                <p14:nvPr/>
              </p14:nvContentPartPr>
              <p14:xfrm>
                <a:off x="6588360" y="4190400"/>
                <a:ext cx="17640" cy="81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8D57D28-CE9B-42EF-B903-919C0A7375A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552360" y="4154760"/>
                  <a:ext cx="89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CD06A27-91EC-44D1-9F12-FDD860A6609F}"/>
                    </a:ext>
                  </a:extLst>
                </p14:cNvPr>
                <p14:cNvContentPartPr/>
                <p14:nvPr/>
              </p14:nvContentPartPr>
              <p14:xfrm>
                <a:off x="6630480" y="4282200"/>
                <a:ext cx="96480" cy="1400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CD06A27-91EC-44D1-9F12-FDD860A6609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94480" y="4246560"/>
                  <a:ext cx="1681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597F277-5C40-4C99-887B-DE04089E943F}"/>
                    </a:ext>
                  </a:extLst>
                </p14:cNvPr>
                <p14:cNvContentPartPr/>
                <p14:nvPr/>
              </p14:nvContentPartPr>
              <p14:xfrm>
                <a:off x="6869880" y="4163040"/>
                <a:ext cx="138600" cy="2228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597F277-5C40-4C99-887B-DE04089E943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34240" y="4127040"/>
                  <a:ext cx="2102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40A971F-1F79-4195-850C-060C3F3626A0}"/>
                    </a:ext>
                  </a:extLst>
                </p14:cNvPr>
                <p14:cNvContentPartPr/>
                <p14:nvPr/>
              </p14:nvContentPartPr>
              <p14:xfrm>
                <a:off x="7012080" y="4300920"/>
                <a:ext cx="66960" cy="846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40A971F-1F79-4195-850C-060C3F3626A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976440" y="4264920"/>
                  <a:ext cx="1386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C48BE7A-5C93-46EA-AADD-CF2CDEA8DE7F}"/>
                    </a:ext>
                  </a:extLst>
                </p14:cNvPr>
                <p14:cNvContentPartPr/>
                <p14:nvPr/>
              </p14:nvContentPartPr>
              <p14:xfrm>
                <a:off x="7138800" y="4279680"/>
                <a:ext cx="115560" cy="928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C48BE7A-5C93-46EA-AADD-CF2CDEA8DE7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03160" y="4244040"/>
                  <a:ext cx="187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7C2E430-C21C-40D4-9147-7E6880BF6BCA}"/>
                    </a:ext>
                  </a:extLst>
                </p14:cNvPr>
                <p14:cNvContentPartPr/>
                <p14:nvPr/>
              </p14:nvContentPartPr>
              <p14:xfrm>
                <a:off x="7342920" y="4203720"/>
                <a:ext cx="8280" cy="1519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7C2E430-C21C-40D4-9147-7E6880BF6BC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06920" y="4167720"/>
                  <a:ext cx="79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E756422-91F0-4950-901F-57933D2C948E}"/>
                    </a:ext>
                  </a:extLst>
                </p14:cNvPr>
                <p14:cNvContentPartPr/>
                <p14:nvPr/>
              </p14:nvContentPartPr>
              <p14:xfrm>
                <a:off x="7312320" y="4267440"/>
                <a:ext cx="96480" cy="16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E756422-91F0-4950-901F-57933D2C948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76680" y="4231800"/>
                  <a:ext cx="168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13850FC-92D9-4BD0-84CC-20AA64235BB0}"/>
                    </a:ext>
                  </a:extLst>
                </p14:cNvPr>
                <p14:cNvContentPartPr/>
                <p14:nvPr/>
              </p14:nvContentPartPr>
              <p14:xfrm>
                <a:off x="7547400" y="4303080"/>
                <a:ext cx="26640" cy="93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13850FC-92D9-4BD0-84CC-20AA64235BB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511760" y="4267440"/>
                  <a:ext cx="98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318EE6A-551C-4D8E-BF96-DD6A430A013E}"/>
                    </a:ext>
                  </a:extLst>
                </p14:cNvPr>
                <p14:cNvContentPartPr/>
                <p14:nvPr/>
              </p14:nvContentPartPr>
              <p14:xfrm>
                <a:off x="7682400" y="4291560"/>
                <a:ext cx="159840" cy="187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318EE6A-551C-4D8E-BF96-DD6A430A013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46400" y="4255560"/>
                  <a:ext cx="2314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7D8912F-FA88-4784-A6A9-7CD702CC2018}"/>
                    </a:ext>
                  </a:extLst>
                </p14:cNvPr>
                <p14:cNvContentPartPr/>
                <p14:nvPr/>
              </p14:nvContentPartPr>
              <p14:xfrm>
                <a:off x="2250640" y="4750920"/>
                <a:ext cx="17640" cy="1198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7D8912F-FA88-4784-A6A9-7CD702CC201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215000" y="4714920"/>
                  <a:ext cx="892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A1BFE7F-ACB8-4B29-B977-841347C4A3C9}"/>
                    </a:ext>
                  </a:extLst>
                </p14:cNvPr>
                <p14:cNvContentPartPr/>
                <p14:nvPr/>
              </p14:nvContentPartPr>
              <p14:xfrm>
                <a:off x="2350720" y="4642200"/>
                <a:ext cx="69480" cy="3286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A1BFE7F-ACB8-4B29-B977-841347C4A3C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315080" y="4606560"/>
                  <a:ext cx="1411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3F72547-CC93-40CC-B692-E4DB20BFCAE3}"/>
                    </a:ext>
                  </a:extLst>
                </p14:cNvPr>
                <p14:cNvContentPartPr/>
                <p14:nvPr/>
              </p14:nvContentPartPr>
              <p14:xfrm>
                <a:off x="2542960" y="4686120"/>
                <a:ext cx="38520" cy="2070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3F72547-CC93-40CC-B692-E4DB20BFCAE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06960" y="4650120"/>
                  <a:ext cx="1101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96C24AA-240A-45F7-95EA-FF8A07D3A19C}"/>
                    </a:ext>
                  </a:extLst>
                </p14:cNvPr>
                <p14:cNvContentPartPr/>
                <p14:nvPr/>
              </p14:nvContentPartPr>
              <p14:xfrm>
                <a:off x="2683720" y="4662720"/>
                <a:ext cx="28080" cy="2127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96C24AA-240A-45F7-95EA-FF8A07D3A19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47720" y="4626720"/>
                  <a:ext cx="997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2E5DE42-949A-4050-8DFB-EFA86F212EFC}"/>
                    </a:ext>
                  </a:extLst>
                </p14:cNvPr>
                <p14:cNvContentPartPr/>
                <p14:nvPr/>
              </p14:nvContentPartPr>
              <p14:xfrm>
                <a:off x="2666080" y="4762080"/>
                <a:ext cx="90720" cy="172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2E5DE42-949A-4050-8DFB-EFA86F212EF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30440" y="4726440"/>
                  <a:ext cx="1623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37EDE69-F567-4FC0-961B-2D573C1BB9D0}"/>
                    </a:ext>
                  </a:extLst>
                </p14:cNvPr>
                <p14:cNvContentPartPr/>
                <p14:nvPr/>
              </p14:nvContentPartPr>
              <p14:xfrm>
                <a:off x="2937160" y="4680720"/>
                <a:ext cx="223920" cy="1414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37EDE69-F567-4FC0-961B-2D573C1BB9D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01520" y="4644720"/>
                  <a:ext cx="29556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CA2D89B-5225-4F4C-BCE5-5C9ABAC86264}"/>
                    </a:ext>
                  </a:extLst>
                </p14:cNvPr>
                <p14:cNvContentPartPr/>
                <p14:nvPr/>
              </p14:nvContentPartPr>
              <p14:xfrm>
                <a:off x="3205720" y="4672080"/>
                <a:ext cx="82080" cy="1458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CA2D89B-5225-4F4C-BCE5-5C9ABAC8626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69720" y="4636080"/>
                  <a:ext cx="153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043F6BE-1353-443F-80D0-D06995CAF1C5}"/>
                    </a:ext>
                  </a:extLst>
                </p14:cNvPr>
                <p14:cNvContentPartPr/>
                <p14:nvPr/>
              </p14:nvContentPartPr>
              <p14:xfrm>
                <a:off x="3355840" y="4658760"/>
                <a:ext cx="37800" cy="185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043F6BE-1353-443F-80D0-D06995CAF1C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319840" y="4623120"/>
                  <a:ext cx="109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20EE660-11A7-427A-B311-55E7633577EB}"/>
                    </a:ext>
                  </a:extLst>
                </p14:cNvPr>
                <p14:cNvContentPartPr/>
                <p14:nvPr/>
              </p14:nvContentPartPr>
              <p14:xfrm>
                <a:off x="3355120" y="4650840"/>
                <a:ext cx="147960" cy="2077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20EE660-11A7-427A-B311-55E7633577E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319120" y="4614840"/>
                  <a:ext cx="2196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AEB1CBF-8BE9-4BB3-8F60-CA1C6FC01DA2}"/>
                    </a:ext>
                  </a:extLst>
                </p14:cNvPr>
                <p14:cNvContentPartPr/>
                <p14:nvPr/>
              </p14:nvContentPartPr>
              <p14:xfrm>
                <a:off x="3678400" y="4618800"/>
                <a:ext cx="203760" cy="2293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AEB1CBF-8BE9-4BB3-8F60-CA1C6FC01DA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642760" y="4582800"/>
                  <a:ext cx="2754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8E56B98-73A0-43E5-B676-EF789D40E06A}"/>
                    </a:ext>
                  </a:extLst>
                </p14:cNvPr>
                <p14:cNvContentPartPr/>
                <p14:nvPr/>
              </p14:nvContentPartPr>
              <p14:xfrm>
                <a:off x="3927160" y="4705920"/>
                <a:ext cx="110880" cy="1188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8E56B98-73A0-43E5-B676-EF789D40E0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91160" y="4669920"/>
                  <a:ext cx="1825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A58AA26-2AE9-46ED-B829-85F0C8D48A7E}"/>
                    </a:ext>
                  </a:extLst>
                </p14:cNvPr>
                <p14:cNvContentPartPr/>
                <p14:nvPr/>
              </p14:nvContentPartPr>
              <p14:xfrm>
                <a:off x="4071160" y="4672440"/>
                <a:ext cx="12240" cy="1540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A58AA26-2AE9-46ED-B829-85F0C8D48A7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035160" y="4636440"/>
                  <a:ext cx="83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59A421A-0CAF-43B4-8146-0A22520B3007}"/>
                    </a:ext>
                  </a:extLst>
                </p14:cNvPr>
                <p14:cNvContentPartPr/>
                <p14:nvPr/>
              </p14:nvContentPartPr>
              <p14:xfrm>
                <a:off x="4068280" y="4721040"/>
                <a:ext cx="108360" cy="205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59A421A-0CAF-43B4-8146-0A22520B300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32280" y="4685040"/>
                  <a:ext cx="1800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FA76589-A024-4542-ADC6-D2649351AE45}"/>
                    </a:ext>
                  </a:extLst>
                </p14:cNvPr>
                <p14:cNvContentPartPr/>
                <p14:nvPr/>
              </p14:nvContentPartPr>
              <p14:xfrm>
                <a:off x="4241080" y="4710960"/>
                <a:ext cx="72000" cy="15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FA76589-A024-4542-ADC6-D2649351AE4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05440" y="4674960"/>
                  <a:ext cx="143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4F17E0C-28B3-435D-9B72-CCC18729F6C2}"/>
                    </a:ext>
                  </a:extLst>
                </p14:cNvPr>
                <p14:cNvContentPartPr/>
                <p14:nvPr/>
              </p14:nvContentPartPr>
              <p14:xfrm>
                <a:off x="4243960" y="4771080"/>
                <a:ext cx="79560" cy="75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4F17E0C-28B3-435D-9B72-CCC18729F6C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07960" y="4735440"/>
                  <a:ext cx="151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6924D5F-92C9-4A59-B608-5A90E8793A37}"/>
                    </a:ext>
                  </a:extLst>
                </p14:cNvPr>
                <p14:cNvContentPartPr/>
                <p14:nvPr/>
              </p14:nvContentPartPr>
              <p14:xfrm>
                <a:off x="4414960" y="4693680"/>
                <a:ext cx="73440" cy="100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6924D5F-92C9-4A59-B608-5A90E8793A3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78960" y="4658040"/>
                  <a:ext cx="1450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48A5F50-4BB7-4244-A31A-54881802BAA3}"/>
                    </a:ext>
                  </a:extLst>
                </p14:cNvPr>
                <p14:cNvContentPartPr/>
                <p14:nvPr/>
              </p14:nvContentPartPr>
              <p14:xfrm>
                <a:off x="4412080" y="4746240"/>
                <a:ext cx="83520" cy="1692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48A5F50-4BB7-4244-A31A-54881802BAA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76440" y="4710240"/>
                  <a:ext cx="155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2C2010B-3CB3-486D-9952-B200280F202A}"/>
                    </a:ext>
                  </a:extLst>
                </p14:cNvPr>
                <p14:cNvContentPartPr/>
                <p14:nvPr/>
              </p14:nvContentPartPr>
              <p14:xfrm>
                <a:off x="4585960" y="4646520"/>
                <a:ext cx="4320" cy="165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2C2010B-3CB3-486D-9952-B200280F202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50320" y="4610520"/>
                  <a:ext cx="75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E960558-4E41-446F-8A19-50BE56A468E2}"/>
                    </a:ext>
                  </a:extLst>
                </p14:cNvPr>
                <p14:cNvContentPartPr/>
                <p14:nvPr/>
              </p14:nvContentPartPr>
              <p14:xfrm>
                <a:off x="4755160" y="4637520"/>
                <a:ext cx="244440" cy="162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E960558-4E41-446F-8A19-50BE56A468E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719160" y="4601880"/>
                  <a:ext cx="3160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E40CC0C-B55A-45C2-8237-57FF710D0BDA}"/>
                    </a:ext>
                  </a:extLst>
                </p14:cNvPr>
                <p14:cNvContentPartPr/>
                <p14:nvPr/>
              </p14:nvContentPartPr>
              <p14:xfrm>
                <a:off x="5114800" y="4637880"/>
                <a:ext cx="125280" cy="1717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E40CC0C-B55A-45C2-8237-57FF710D0BD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078800" y="4602240"/>
                  <a:ext cx="196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93B1E35-E8D4-4FC6-ACD2-DBCFBB99CC55}"/>
                    </a:ext>
                  </a:extLst>
                </p14:cNvPr>
                <p14:cNvContentPartPr/>
                <p14:nvPr/>
              </p14:nvContentPartPr>
              <p14:xfrm>
                <a:off x="5297320" y="4631760"/>
                <a:ext cx="125280" cy="1584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93B1E35-E8D4-4FC6-ACD2-DBCFBB99CC5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261320" y="4596120"/>
                  <a:ext cx="1969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0F652FF-4507-4C22-805F-480D63974683}"/>
                    </a:ext>
                  </a:extLst>
                </p14:cNvPr>
                <p14:cNvContentPartPr/>
                <p14:nvPr/>
              </p14:nvContentPartPr>
              <p14:xfrm>
                <a:off x="5439160" y="4642920"/>
                <a:ext cx="103680" cy="1195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0F652FF-4507-4C22-805F-480D6397468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03160" y="4606920"/>
                  <a:ext cx="1753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0551E5B8-F401-4AED-B443-3D9940190532}"/>
                    </a:ext>
                  </a:extLst>
                </p14:cNvPr>
                <p14:cNvContentPartPr/>
                <p14:nvPr/>
              </p14:nvContentPartPr>
              <p14:xfrm>
                <a:off x="5438080" y="4691880"/>
                <a:ext cx="75240" cy="90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0551E5B8-F401-4AED-B443-3D994019053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02440" y="4656240"/>
                  <a:ext cx="146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2D60AA40-C31A-4C91-9730-9CF0324E18D3}"/>
                    </a:ext>
                  </a:extLst>
                </p14:cNvPr>
                <p14:cNvContentPartPr/>
                <p14:nvPr/>
              </p14:nvContentPartPr>
              <p14:xfrm>
                <a:off x="5451040" y="4631040"/>
                <a:ext cx="74880" cy="61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2D60AA40-C31A-4C91-9730-9CF0324E18D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15400" y="4595400"/>
                  <a:ext cx="1465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0EAC294-0D8B-46AD-9D66-2C422CA8736D}"/>
                    </a:ext>
                  </a:extLst>
                </p14:cNvPr>
                <p14:cNvContentPartPr/>
                <p14:nvPr/>
              </p14:nvContentPartPr>
              <p14:xfrm>
                <a:off x="5598280" y="4613040"/>
                <a:ext cx="124200" cy="1641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0EAC294-0D8B-46AD-9D66-2C422CA8736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62280" y="4577040"/>
                  <a:ext cx="1958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A3862B6A-0F47-4E48-BB30-7AAFEDFFA4CC}"/>
                    </a:ext>
                  </a:extLst>
                </p14:cNvPr>
                <p14:cNvContentPartPr/>
                <p14:nvPr/>
              </p14:nvContentPartPr>
              <p14:xfrm>
                <a:off x="5787280" y="4599360"/>
                <a:ext cx="12600" cy="1504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A3862B6A-0F47-4E48-BB30-7AAFEDFFA4C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51640" y="4563720"/>
                  <a:ext cx="842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6ECF9F6-F384-4228-A3DB-8E3DC558D71E}"/>
                    </a:ext>
                  </a:extLst>
                </p14:cNvPr>
                <p14:cNvContentPartPr/>
                <p14:nvPr/>
              </p14:nvContentPartPr>
              <p14:xfrm>
                <a:off x="5809960" y="4604760"/>
                <a:ext cx="102600" cy="108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6ECF9F6-F384-4228-A3DB-8E3DC558D71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73960" y="4569120"/>
                  <a:ext cx="1742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E6303D3-5BBC-4D26-A254-BA0E2A0FF71F}"/>
                    </a:ext>
                  </a:extLst>
                </p14:cNvPr>
                <p14:cNvContentPartPr/>
                <p14:nvPr/>
              </p14:nvContentPartPr>
              <p14:xfrm>
                <a:off x="5809240" y="4680000"/>
                <a:ext cx="110160" cy="136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E6303D3-5BBC-4D26-A254-BA0E2A0FF71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773240" y="4644000"/>
                  <a:ext cx="181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B6C78C6-D916-437C-B2A6-A90BB78D6998}"/>
                    </a:ext>
                  </a:extLst>
                </p14:cNvPr>
                <p14:cNvContentPartPr/>
                <p14:nvPr/>
              </p14:nvContentPartPr>
              <p14:xfrm>
                <a:off x="5946760" y="4596480"/>
                <a:ext cx="101160" cy="1587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B6C78C6-D916-437C-B2A6-A90BB78D699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910760" y="4560840"/>
                  <a:ext cx="172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D1F5BE6-BE7E-44B3-90E9-59FCE78DE38B}"/>
                    </a:ext>
                  </a:extLst>
                </p14:cNvPr>
                <p14:cNvContentPartPr/>
                <p14:nvPr/>
              </p14:nvContentPartPr>
              <p14:xfrm>
                <a:off x="6041800" y="4649760"/>
                <a:ext cx="68040" cy="1342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D1F5BE6-BE7E-44B3-90E9-59FCE78DE38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006160" y="4614120"/>
                  <a:ext cx="1396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CB05BB1-AE24-4CD7-A7A1-1E83DB0037C0}"/>
                    </a:ext>
                  </a:extLst>
                </p14:cNvPr>
                <p14:cNvContentPartPr/>
                <p14:nvPr/>
              </p14:nvContentPartPr>
              <p14:xfrm>
                <a:off x="6187600" y="4601160"/>
                <a:ext cx="154080" cy="1483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CB05BB1-AE24-4CD7-A7A1-1E83DB0037C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51600" y="4565160"/>
                  <a:ext cx="2257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BB4FB66-DFB4-4E7C-9B94-1D8E98BEB40B}"/>
                    </a:ext>
                  </a:extLst>
                </p14:cNvPr>
                <p14:cNvContentPartPr/>
                <p14:nvPr/>
              </p14:nvContentPartPr>
              <p14:xfrm>
                <a:off x="6423400" y="4583880"/>
                <a:ext cx="20160" cy="1040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BB4FB66-DFB4-4E7C-9B94-1D8E98BEB40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87760" y="4547880"/>
                  <a:ext cx="91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3000A1F-1AEE-45B9-A610-A132B477EE82}"/>
                    </a:ext>
                  </a:extLst>
                </p14:cNvPr>
                <p14:cNvContentPartPr/>
                <p14:nvPr/>
              </p14:nvContentPartPr>
              <p14:xfrm>
                <a:off x="6419440" y="4735440"/>
                <a:ext cx="6120" cy="183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3000A1F-1AEE-45B9-A610-A132B477EE8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383800" y="4699800"/>
                  <a:ext cx="777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900BEF2-EC4E-470E-AAF4-2908A196ECF8}"/>
                    </a:ext>
                  </a:extLst>
                </p14:cNvPr>
                <p14:cNvContentPartPr/>
                <p14:nvPr/>
              </p14:nvContentPartPr>
              <p14:xfrm>
                <a:off x="3666780" y="5331180"/>
                <a:ext cx="416880" cy="424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900BEF2-EC4E-470E-AAF4-2908A196ECF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631140" y="5295540"/>
                  <a:ext cx="4885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38BC0E7-53FD-42BA-A8DA-4878231E4178}"/>
                    </a:ext>
                  </a:extLst>
                </p14:cNvPr>
                <p14:cNvContentPartPr/>
                <p14:nvPr/>
              </p14:nvContentPartPr>
              <p14:xfrm>
                <a:off x="3667500" y="5563740"/>
                <a:ext cx="405720" cy="244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38BC0E7-53FD-42BA-A8DA-4878231E417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31860" y="5528100"/>
                  <a:ext cx="477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905E952-1D17-48FF-8555-E9CE31C248DC}"/>
                    </a:ext>
                  </a:extLst>
                </p14:cNvPr>
                <p14:cNvContentPartPr/>
                <p14:nvPr/>
              </p14:nvContentPartPr>
              <p14:xfrm>
                <a:off x="4096260" y="5165580"/>
                <a:ext cx="447480" cy="47664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905E952-1D17-48FF-8555-E9CE31C248D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060260" y="5129940"/>
                  <a:ext cx="51912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AC71AD5-78A5-49F9-9C6C-18F239DB4F6C}"/>
                    </a:ext>
                  </a:extLst>
                </p14:cNvPr>
                <p14:cNvContentPartPr/>
                <p14:nvPr/>
              </p14:nvContentPartPr>
              <p14:xfrm>
                <a:off x="3999060" y="5577060"/>
                <a:ext cx="206280" cy="40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AC71AD5-78A5-49F9-9C6C-18F239DB4F6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63060" y="5541060"/>
                  <a:ext cx="277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25F504F-6D16-4E42-827F-B3B21905CFAB}"/>
                    </a:ext>
                  </a:extLst>
                </p14:cNvPr>
                <p14:cNvContentPartPr/>
                <p14:nvPr/>
              </p14:nvContentPartPr>
              <p14:xfrm>
                <a:off x="4348260" y="5600100"/>
                <a:ext cx="55080" cy="3337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25F504F-6D16-4E42-827F-B3B21905CFA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312620" y="5564460"/>
                  <a:ext cx="1267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2B28BDA-CADB-47A9-86B4-8FECD1C47316}"/>
                    </a:ext>
                  </a:extLst>
                </p14:cNvPr>
                <p14:cNvContentPartPr/>
                <p14:nvPr/>
              </p14:nvContentPartPr>
              <p14:xfrm>
                <a:off x="4238460" y="6008340"/>
                <a:ext cx="56880" cy="3247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2B28BDA-CADB-47A9-86B4-8FECD1C4731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02460" y="5972340"/>
                  <a:ext cx="1285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B9C6DB08-40B4-443B-85AC-49B890B27844}"/>
                    </a:ext>
                  </a:extLst>
                </p14:cNvPr>
                <p14:cNvContentPartPr/>
                <p14:nvPr/>
              </p14:nvContentPartPr>
              <p14:xfrm>
                <a:off x="4246380" y="5959380"/>
                <a:ext cx="414000" cy="3589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B9C6DB08-40B4-443B-85AC-49B890B2784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210740" y="5923380"/>
                  <a:ext cx="48564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DA918B1-B5D5-4535-8E69-AE7A63E70550}"/>
                    </a:ext>
                  </a:extLst>
                </p14:cNvPr>
                <p14:cNvContentPartPr/>
                <p14:nvPr/>
              </p14:nvContentPartPr>
              <p14:xfrm>
                <a:off x="3873780" y="6051900"/>
                <a:ext cx="365040" cy="327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DA918B1-B5D5-4535-8E69-AE7A63E7055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837780" y="6015900"/>
                  <a:ext cx="436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2922FB0-F9D8-4BDE-BD99-CAD82499BE16}"/>
                    </a:ext>
                  </a:extLst>
                </p14:cNvPr>
                <p14:cNvContentPartPr/>
                <p14:nvPr/>
              </p14:nvContentPartPr>
              <p14:xfrm>
                <a:off x="3852540" y="6228660"/>
                <a:ext cx="440280" cy="392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2922FB0-F9D8-4BDE-BD99-CAD82499BE1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816540" y="6192660"/>
                  <a:ext cx="511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7874D549-59F2-4F81-A21B-442192C26CF2}"/>
                    </a:ext>
                  </a:extLst>
                </p14:cNvPr>
                <p14:cNvContentPartPr/>
                <p14:nvPr/>
              </p14:nvContentPartPr>
              <p14:xfrm>
                <a:off x="4417020" y="6344220"/>
                <a:ext cx="49320" cy="18396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7874D549-59F2-4F81-A21B-442192C26CF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381020" y="6308580"/>
                  <a:ext cx="1209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E95E8D7-2B96-4879-B13C-4DD2C1A1CB4F}"/>
                    </a:ext>
                  </a:extLst>
                </p14:cNvPr>
                <p14:cNvContentPartPr/>
                <p14:nvPr/>
              </p14:nvContentPartPr>
              <p14:xfrm>
                <a:off x="4396140" y="6269700"/>
                <a:ext cx="82080" cy="2077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E95E8D7-2B96-4879-B13C-4DD2C1A1CB4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360500" y="6233700"/>
                  <a:ext cx="153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D9947AE-BF21-4BFD-922C-82473466056E}"/>
                    </a:ext>
                  </a:extLst>
                </p14:cNvPr>
                <p14:cNvContentPartPr/>
                <p14:nvPr/>
              </p14:nvContentPartPr>
              <p14:xfrm>
                <a:off x="4206060" y="5045340"/>
                <a:ext cx="62640" cy="2257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D9947AE-BF21-4BFD-922C-82473466056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170420" y="5009340"/>
                  <a:ext cx="13428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80D2A73-31D6-42CC-9862-CBF5767ABBAD}"/>
                    </a:ext>
                  </a:extLst>
                </p14:cNvPr>
                <p14:cNvContentPartPr/>
                <p14:nvPr/>
              </p14:nvContentPartPr>
              <p14:xfrm>
                <a:off x="2297340" y="5214180"/>
                <a:ext cx="217080" cy="2415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80D2A73-31D6-42CC-9862-CBF5767ABBA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261340" y="5178180"/>
                  <a:ext cx="2887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9925EF6-8E28-4AC5-B612-FB440CD7E011}"/>
                    </a:ext>
                  </a:extLst>
                </p14:cNvPr>
                <p14:cNvContentPartPr/>
                <p14:nvPr/>
              </p14:nvContentPartPr>
              <p14:xfrm>
                <a:off x="2606580" y="5146860"/>
                <a:ext cx="151200" cy="2480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9925EF6-8E28-4AC5-B612-FB440CD7E01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570940" y="5110860"/>
                  <a:ext cx="2228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AA2C005-3C9F-4458-A8D2-31F2243AE213}"/>
                    </a:ext>
                  </a:extLst>
                </p14:cNvPr>
                <p14:cNvContentPartPr/>
                <p14:nvPr/>
              </p14:nvContentPartPr>
              <p14:xfrm>
                <a:off x="2800620" y="5255580"/>
                <a:ext cx="50760" cy="813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AA2C005-3C9F-4458-A8D2-31F2243AE21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764980" y="5219940"/>
                  <a:ext cx="1224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A8D12E4-E490-4267-B05F-A60A5740C637}"/>
                    </a:ext>
                  </a:extLst>
                </p14:cNvPr>
                <p14:cNvContentPartPr/>
                <p14:nvPr/>
              </p14:nvContentPartPr>
              <p14:xfrm>
                <a:off x="2913660" y="5105460"/>
                <a:ext cx="78120" cy="2059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A8D12E4-E490-4267-B05F-A60A5740C63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877660" y="5069460"/>
                  <a:ext cx="14976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5A2A60E0-45D7-48D3-B290-96E360F9B80D}"/>
                    </a:ext>
                  </a:extLst>
                </p14:cNvPr>
                <p14:cNvContentPartPr/>
                <p14:nvPr/>
              </p14:nvContentPartPr>
              <p14:xfrm>
                <a:off x="2916540" y="5204460"/>
                <a:ext cx="130680" cy="4896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5A2A60E0-45D7-48D3-B290-96E360F9B80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880540" y="5168460"/>
                  <a:ext cx="202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C3284F2-E20E-414C-B204-63D8C9AF8F9B}"/>
                    </a:ext>
                  </a:extLst>
                </p14:cNvPr>
                <p14:cNvContentPartPr/>
                <p14:nvPr/>
              </p14:nvContentPartPr>
              <p14:xfrm>
                <a:off x="2348460" y="5676060"/>
                <a:ext cx="247320" cy="2120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C3284F2-E20E-414C-B204-63D8C9AF8F9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312820" y="5640060"/>
                  <a:ext cx="3189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EC97ACC-92CF-4075-A458-3AF75735AC76}"/>
                    </a:ext>
                  </a:extLst>
                </p14:cNvPr>
                <p14:cNvContentPartPr/>
                <p14:nvPr/>
              </p14:nvContentPartPr>
              <p14:xfrm>
                <a:off x="2420460" y="5732940"/>
                <a:ext cx="124200" cy="867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EC97ACC-92CF-4075-A458-3AF75735AC7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84820" y="5697300"/>
                  <a:ext cx="195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94A33DD-5ACF-4024-94E8-2E3C99333EF5}"/>
                    </a:ext>
                  </a:extLst>
                </p14:cNvPr>
                <p14:cNvContentPartPr/>
                <p14:nvPr/>
              </p14:nvContentPartPr>
              <p14:xfrm>
                <a:off x="2366820" y="5645460"/>
                <a:ext cx="203400" cy="478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94A33DD-5ACF-4024-94E8-2E3C99333EF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330820" y="5609820"/>
                  <a:ext cx="275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F0B7BC1-1579-4445-939D-E38C72029C4D}"/>
                    </a:ext>
                  </a:extLst>
                </p14:cNvPr>
                <p14:cNvContentPartPr/>
                <p14:nvPr/>
              </p14:nvContentPartPr>
              <p14:xfrm>
                <a:off x="2605500" y="5754900"/>
                <a:ext cx="118440" cy="759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F0B7BC1-1579-4445-939D-E38C72029C4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569500" y="5718900"/>
                  <a:ext cx="1900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7212891-C529-47C1-B573-724B7A8AE956}"/>
                    </a:ext>
                  </a:extLst>
                </p14:cNvPr>
                <p14:cNvContentPartPr/>
                <p14:nvPr/>
              </p14:nvContentPartPr>
              <p14:xfrm>
                <a:off x="2610900" y="5712420"/>
                <a:ext cx="46800" cy="1368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7212891-C529-47C1-B573-724B7A8AE95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575260" y="5676420"/>
                  <a:ext cx="118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CFE4383-EAF6-480A-9CBC-8D16673FBC78}"/>
                    </a:ext>
                  </a:extLst>
                </p14:cNvPr>
                <p14:cNvContentPartPr/>
                <p14:nvPr/>
              </p14:nvContentPartPr>
              <p14:xfrm>
                <a:off x="2721060" y="5703060"/>
                <a:ext cx="120240" cy="1198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CFE4383-EAF6-480A-9CBC-8D16673FBC7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685060" y="5667060"/>
                  <a:ext cx="191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7FB73D2-2824-40CA-8B1F-BC2AAD887FD9}"/>
                    </a:ext>
                  </a:extLst>
                </p14:cNvPr>
                <p14:cNvContentPartPr/>
                <p14:nvPr/>
              </p14:nvContentPartPr>
              <p14:xfrm>
                <a:off x="2842740" y="5661660"/>
                <a:ext cx="204120" cy="1184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7FB73D2-2824-40CA-8B1F-BC2AAD887FD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807100" y="5625660"/>
                  <a:ext cx="2757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17891E8-AD74-48FB-A5AF-F5B399829D23}"/>
                    </a:ext>
                  </a:extLst>
                </p14:cNvPr>
                <p14:cNvContentPartPr/>
                <p14:nvPr/>
              </p14:nvContentPartPr>
              <p14:xfrm>
                <a:off x="3048300" y="5634660"/>
                <a:ext cx="93600" cy="22464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17891E8-AD74-48FB-A5AF-F5B399829D2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012660" y="5598660"/>
                  <a:ext cx="16524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44DA5AD-E1C0-4061-A75C-DFA90FBA3454}"/>
                    </a:ext>
                  </a:extLst>
                </p14:cNvPr>
                <p14:cNvContentPartPr/>
                <p14:nvPr/>
              </p14:nvContentPartPr>
              <p14:xfrm>
                <a:off x="3097980" y="5507580"/>
                <a:ext cx="252720" cy="2170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44DA5AD-E1C0-4061-A75C-DFA90FBA345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061980" y="5471580"/>
                  <a:ext cx="32436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FC12783-DE59-4AA7-A102-1B25A07D16DA}"/>
                    </a:ext>
                  </a:extLst>
                </p14:cNvPr>
                <p14:cNvContentPartPr/>
                <p14:nvPr/>
              </p14:nvContentPartPr>
              <p14:xfrm>
                <a:off x="3443580" y="5302740"/>
                <a:ext cx="89280" cy="2066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FC12783-DE59-4AA7-A102-1B25A07D16D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407580" y="5267100"/>
                  <a:ext cx="1609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E87079D-9B39-4625-8596-D24E66EF3F7C}"/>
                    </a:ext>
                  </a:extLst>
                </p14:cNvPr>
                <p14:cNvContentPartPr/>
                <p14:nvPr/>
              </p14:nvContentPartPr>
              <p14:xfrm>
                <a:off x="3432060" y="5429820"/>
                <a:ext cx="69480" cy="64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E87079D-9B39-4625-8596-D24E66EF3F7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396060" y="5394180"/>
                  <a:ext cx="1411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9BD8FB3-7E31-4E5B-B911-BA94B2055BCC}"/>
                    </a:ext>
                  </a:extLst>
                </p14:cNvPr>
                <p14:cNvContentPartPr/>
                <p14:nvPr/>
              </p14:nvContentPartPr>
              <p14:xfrm>
                <a:off x="3582900" y="5431980"/>
                <a:ext cx="25920" cy="1148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9BD8FB3-7E31-4E5B-B911-BA94B2055BC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546900" y="5395980"/>
                  <a:ext cx="975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6BC9065-28DB-4EC0-81C6-FCDCB710C160}"/>
                    </a:ext>
                  </a:extLst>
                </p14:cNvPr>
                <p14:cNvContentPartPr/>
                <p14:nvPr/>
              </p14:nvContentPartPr>
              <p14:xfrm>
                <a:off x="3472740" y="5646180"/>
                <a:ext cx="46080" cy="1263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6BC9065-28DB-4EC0-81C6-FCDCB710C16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437100" y="5610540"/>
                  <a:ext cx="1177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774B7A5-83D6-4F0E-9031-7D8E0E9ACD85}"/>
                    </a:ext>
                  </a:extLst>
                </p14:cNvPr>
                <p14:cNvContentPartPr/>
                <p14:nvPr/>
              </p14:nvContentPartPr>
              <p14:xfrm>
                <a:off x="3454380" y="5606580"/>
                <a:ext cx="169560" cy="2037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774B7A5-83D6-4F0E-9031-7D8E0E9ACD8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418740" y="5570580"/>
                  <a:ext cx="2412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07435937-849E-4C90-A805-E1B02D31B5D9}"/>
                    </a:ext>
                  </a:extLst>
                </p14:cNvPr>
                <p14:cNvContentPartPr/>
                <p14:nvPr/>
              </p14:nvContentPartPr>
              <p14:xfrm>
                <a:off x="3652740" y="5676060"/>
                <a:ext cx="55080" cy="1278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07435937-849E-4C90-A805-E1B02D31B5D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616740" y="5640060"/>
                  <a:ext cx="1267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5669084-C9D7-4B51-B6CC-50BA0C73CB5E}"/>
                    </a:ext>
                  </a:extLst>
                </p14:cNvPr>
                <p14:cNvContentPartPr/>
                <p14:nvPr/>
              </p14:nvContentPartPr>
              <p14:xfrm>
                <a:off x="3544740" y="5977020"/>
                <a:ext cx="124200" cy="2091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5669084-C9D7-4B51-B6CC-50BA0C73CB5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508740" y="5941020"/>
                  <a:ext cx="1958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42B365B-BDF8-4D29-A567-600EE52A012C}"/>
                    </a:ext>
                  </a:extLst>
                </p14:cNvPr>
                <p14:cNvContentPartPr/>
                <p14:nvPr/>
              </p14:nvContentPartPr>
              <p14:xfrm>
                <a:off x="3543660" y="6124260"/>
                <a:ext cx="120600" cy="381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42B365B-BDF8-4D29-A567-600EE52A012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508020" y="6088620"/>
                  <a:ext cx="192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BFC6895-EE2B-40FF-9C40-70A40CA3ADF3}"/>
                    </a:ext>
                  </a:extLst>
                </p14:cNvPr>
                <p14:cNvContentPartPr/>
                <p14:nvPr/>
              </p14:nvContentPartPr>
              <p14:xfrm>
                <a:off x="3703860" y="6106980"/>
                <a:ext cx="70200" cy="694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BFC6895-EE2B-40FF-9C40-70A40CA3ADF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667860" y="6071340"/>
                  <a:ext cx="141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B066BDA-69C5-4544-9D70-C8973489256A}"/>
                    </a:ext>
                  </a:extLst>
                </p14:cNvPr>
                <p14:cNvContentPartPr/>
                <p14:nvPr/>
              </p14:nvContentPartPr>
              <p14:xfrm>
                <a:off x="3600180" y="6317220"/>
                <a:ext cx="77760" cy="1443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B066BDA-69C5-4544-9D70-C8973489256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564180" y="6281580"/>
                  <a:ext cx="1494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725AFC06-21AD-4587-AFBE-BBB3D676D08A}"/>
                    </a:ext>
                  </a:extLst>
                </p14:cNvPr>
                <p14:cNvContentPartPr/>
                <p14:nvPr/>
              </p14:nvContentPartPr>
              <p14:xfrm>
                <a:off x="3606660" y="6258540"/>
                <a:ext cx="155880" cy="2124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725AFC06-21AD-4587-AFBE-BBB3D676D08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570660" y="6222900"/>
                  <a:ext cx="2275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E09D637-1788-438E-8455-72A5F13EEA08}"/>
                    </a:ext>
                  </a:extLst>
                </p14:cNvPr>
                <p14:cNvContentPartPr/>
                <p14:nvPr/>
              </p14:nvContentPartPr>
              <p14:xfrm>
                <a:off x="3779100" y="6332700"/>
                <a:ext cx="79560" cy="11808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E09D637-1788-438E-8455-72A5F13EEA0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743100" y="6297060"/>
                  <a:ext cx="151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C35A1EC-248C-4AB9-BB51-67C44A172B4B}"/>
                    </a:ext>
                  </a:extLst>
                </p14:cNvPr>
                <p14:cNvContentPartPr/>
                <p14:nvPr/>
              </p14:nvContentPartPr>
              <p14:xfrm>
                <a:off x="4636620" y="6402540"/>
                <a:ext cx="216720" cy="2289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C35A1EC-248C-4AB9-BB51-67C44A172B4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600620" y="6366540"/>
                  <a:ext cx="2883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A7B2692-2D0D-4ED5-B2C2-740225102B36}"/>
                    </a:ext>
                  </a:extLst>
                </p14:cNvPr>
                <p14:cNvContentPartPr/>
                <p14:nvPr/>
              </p14:nvContentPartPr>
              <p14:xfrm>
                <a:off x="4876020" y="6468780"/>
                <a:ext cx="32400" cy="1429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A7B2692-2D0D-4ED5-B2C2-740225102B3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840020" y="6432780"/>
                  <a:ext cx="1040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53301B56-F33A-41F4-8446-EA80FD53A359}"/>
                    </a:ext>
                  </a:extLst>
                </p14:cNvPr>
                <p14:cNvContentPartPr/>
                <p14:nvPr/>
              </p14:nvContentPartPr>
              <p14:xfrm>
                <a:off x="4939380" y="6448980"/>
                <a:ext cx="119520" cy="1141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53301B56-F33A-41F4-8446-EA80FD53A35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903380" y="6412980"/>
                  <a:ext cx="191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4048E4C-724B-451D-B192-AB5E0B1C9F7D}"/>
                    </a:ext>
                  </a:extLst>
                </p14:cNvPr>
                <p14:cNvContentPartPr/>
                <p14:nvPr/>
              </p14:nvContentPartPr>
              <p14:xfrm>
                <a:off x="4335300" y="4898460"/>
                <a:ext cx="151200" cy="1879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4048E4C-724B-451D-B192-AB5E0B1C9F7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299300" y="4862460"/>
                  <a:ext cx="2228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2C8B052-3443-4EA8-B314-CCC295AD6850}"/>
                    </a:ext>
                  </a:extLst>
                </p14:cNvPr>
                <p14:cNvContentPartPr/>
                <p14:nvPr/>
              </p14:nvContentPartPr>
              <p14:xfrm>
                <a:off x="4517100" y="4981260"/>
                <a:ext cx="49680" cy="9684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2C8B052-3443-4EA8-B314-CCC295AD685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481100" y="4945620"/>
                  <a:ext cx="121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0210181-7B03-4C92-AA03-0F87DE74BAE9}"/>
                    </a:ext>
                  </a:extLst>
                </p14:cNvPr>
                <p14:cNvContentPartPr/>
                <p14:nvPr/>
              </p14:nvContentPartPr>
              <p14:xfrm>
                <a:off x="4602420" y="4977660"/>
                <a:ext cx="108000" cy="1116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0210181-7B03-4C92-AA03-0F87DE74BAE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566420" y="4942020"/>
                  <a:ext cx="179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A8A3E2A2-AE57-4072-9FFD-F3025A538B0D}"/>
                    </a:ext>
                  </a:extLst>
                </p14:cNvPr>
                <p14:cNvContentPartPr/>
                <p14:nvPr/>
              </p14:nvContentPartPr>
              <p14:xfrm>
                <a:off x="4748580" y="4938060"/>
                <a:ext cx="23400" cy="1558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A8A3E2A2-AE57-4072-9FFD-F3025A538B0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712940" y="4902060"/>
                  <a:ext cx="95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0733F589-98A8-40ED-8708-7CA02237ABA0}"/>
                    </a:ext>
                  </a:extLst>
                </p14:cNvPr>
                <p14:cNvContentPartPr/>
                <p14:nvPr/>
              </p14:nvContentPartPr>
              <p14:xfrm>
                <a:off x="4716900" y="5007180"/>
                <a:ext cx="127080" cy="313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0733F589-98A8-40ED-8708-7CA02237ABA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681260" y="4971540"/>
                  <a:ext cx="1987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D6CFE406-84B2-4914-8785-9EE37F1F833C}"/>
                    </a:ext>
                  </a:extLst>
                </p14:cNvPr>
                <p14:cNvContentPartPr/>
                <p14:nvPr/>
              </p14:nvContentPartPr>
              <p14:xfrm>
                <a:off x="4568580" y="5374740"/>
                <a:ext cx="303840" cy="360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D6CFE406-84B2-4914-8785-9EE37F1F833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532580" y="5339100"/>
                  <a:ext cx="375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FB5CA267-DD37-410C-98F0-8680001847C0}"/>
                    </a:ext>
                  </a:extLst>
                </p14:cNvPr>
                <p14:cNvContentPartPr/>
                <p14:nvPr/>
              </p14:nvContentPartPr>
              <p14:xfrm>
                <a:off x="4921380" y="5230740"/>
                <a:ext cx="139320" cy="2210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FB5CA267-DD37-410C-98F0-8680001847C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885740" y="5194740"/>
                  <a:ext cx="2109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FA601FEB-0373-4735-89A1-1311B984DF2E}"/>
                    </a:ext>
                  </a:extLst>
                </p14:cNvPr>
                <p14:cNvContentPartPr/>
                <p14:nvPr/>
              </p14:nvContentPartPr>
              <p14:xfrm>
                <a:off x="5114340" y="5372580"/>
                <a:ext cx="38160" cy="13284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FA601FEB-0373-4735-89A1-1311B984DF2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078700" y="5336940"/>
                  <a:ext cx="109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0D73711-5902-4554-B7B8-7409338F0F93}"/>
                    </a:ext>
                  </a:extLst>
                </p14:cNvPr>
                <p14:cNvContentPartPr/>
                <p14:nvPr/>
              </p14:nvContentPartPr>
              <p14:xfrm>
                <a:off x="4768740" y="6094020"/>
                <a:ext cx="304920" cy="4536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0D73711-5902-4554-B7B8-7409338F0F9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33100" y="6058380"/>
                  <a:ext cx="3765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54F9057-B19A-468B-BD7A-4A36CE85005D}"/>
                    </a:ext>
                  </a:extLst>
                </p14:cNvPr>
                <p14:cNvContentPartPr/>
                <p14:nvPr/>
              </p14:nvContentPartPr>
              <p14:xfrm>
                <a:off x="5089500" y="5860740"/>
                <a:ext cx="168120" cy="2527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54F9057-B19A-468B-BD7A-4A36CE85005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053860" y="5824740"/>
                  <a:ext cx="2397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D495CB93-D35F-4486-AEA7-F213DB20CB68}"/>
                    </a:ext>
                  </a:extLst>
                </p14:cNvPr>
                <p14:cNvContentPartPr/>
                <p14:nvPr/>
              </p14:nvContentPartPr>
              <p14:xfrm>
                <a:off x="5290380" y="5993940"/>
                <a:ext cx="112680" cy="1029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D495CB93-D35F-4486-AEA7-F213DB20CB6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254740" y="5957940"/>
                  <a:ext cx="18432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83DF0D7-F89E-48F0-9030-ABFF44B01DD0}"/>
                    </a:ext>
                  </a:extLst>
                </p14:cNvPr>
                <p14:cNvContentPartPr/>
                <p14:nvPr/>
              </p14:nvContentPartPr>
              <p14:xfrm>
                <a:off x="4375260" y="6103020"/>
                <a:ext cx="98280" cy="61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83DF0D7-F89E-48F0-9030-ABFF44B01DD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39620" y="6067020"/>
                  <a:ext cx="1699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0762725D-71A6-4E55-82E8-3F6B193F2217}"/>
                    </a:ext>
                  </a:extLst>
                </p14:cNvPr>
                <p14:cNvContentPartPr/>
                <p14:nvPr/>
              </p14:nvContentPartPr>
              <p14:xfrm>
                <a:off x="4424940" y="6057660"/>
                <a:ext cx="16560" cy="1454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0762725D-71A6-4E55-82E8-3F6B193F221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388940" y="6021660"/>
                  <a:ext cx="882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E8391B0-2BC8-4EEE-B6E8-67BB948234FD}"/>
                    </a:ext>
                  </a:extLst>
                </p14:cNvPr>
                <p14:cNvContentPartPr/>
                <p14:nvPr/>
              </p14:nvContentPartPr>
              <p14:xfrm>
                <a:off x="4219380" y="5354580"/>
                <a:ext cx="168120" cy="2880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E8391B0-2BC8-4EEE-B6E8-67BB948234FD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183380" y="5318940"/>
                  <a:ext cx="239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FD40EF7-1BD0-46B8-AFB4-A45550A66506}"/>
                    </a:ext>
                  </a:extLst>
                </p14:cNvPr>
                <p14:cNvContentPartPr/>
                <p14:nvPr/>
              </p14:nvContentPartPr>
              <p14:xfrm>
                <a:off x="4291740" y="5319300"/>
                <a:ext cx="34920" cy="20304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FD40EF7-1BD0-46B8-AFB4-A45550A6650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256100" y="5283660"/>
                  <a:ext cx="106560" cy="274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6518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5B9CE-F03C-47B9-8361-C65C8B60A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Signed Overflow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300C3-163E-4C64-AE14-7E72635F1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can detect overflow by looking at the signs of the inputs!</a:t>
            </a:r>
          </a:p>
          <a:p>
            <a:r>
              <a:rPr lang="en-US" dirty="0"/>
              <a:t>If the signs are the same, there’s overflow if the output sign is different!</a:t>
            </a:r>
          </a:p>
          <a:p>
            <a:pPr marL="0" indent="0">
              <a:buNone/>
            </a:pPr>
            <a:r>
              <a:rPr lang="en-US" dirty="0"/>
              <a:t>When input signs differ, we </a:t>
            </a:r>
            <a:r>
              <a:rPr lang="en-US" b="1" dirty="0"/>
              <a:t>can’t </a:t>
            </a:r>
            <a:r>
              <a:rPr lang="en-US" dirty="0"/>
              <a:t>have overflow!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D211103-4F56-4D8B-BAEA-F6268E71296F}"/>
                  </a:ext>
                </a:extLst>
              </p14:cNvPr>
              <p14:cNvContentPartPr/>
              <p14:nvPr/>
            </p14:nvContentPartPr>
            <p14:xfrm>
              <a:off x="9811720" y="4824160"/>
              <a:ext cx="191880" cy="1850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D211103-4F56-4D8B-BAEA-F6268E7129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76080" y="4788160"/>
                <a:ext cx="263520" cy="25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B8A09E4C-5670-4689-99F4-4431C824C34C}"/>
              </a:ext>
            </a:extLst>
          </p:cNvPr>
          <p:cNvGrpSpPr/>
          <p:nvPr/>
        </p:nvGrpSpPr>
        <p:grpSpPr>
          <a:xfrm>
            <a:off x="4428280" y="3539320"/>
            <a:ext cx="6115680" cy="3233160"/>
            <a:chOff x="4428280" y="3539320"/>
            <a:chExt cx="6115680" cy="323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21E9F3-F385-4B07-9CE4-0E6934894EF3}"/>
                    </a:ext>
                  </a:extLst>
                </p14:cNvPr>
                <p14:cNvContentPartPr/>
                <p14:nvPr/>
              </p14:nvContentPartPr>
              <p14:xfrm>
                <a:off x="7241320" y="3671440"/>
                <a:ext cx="195840" cy="421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21E9F3-F385-4B07-9CE4-0E6934894E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05680" y="3635440"/>
                  <a:ext cx="26748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3D8698-D4DF-44EE-B4A4-4D752F57EED6}"/>
                    </a:ext>
                  </a:extLst>
                </p14:cNvPr>
                <p14:cNvContentPartPr/>
                <p14:nvPr/>
              </p14:nvContentPartPr>
              <p14:xfrm>
                <a:off x="7495120" y="3852520"/>
                <a:ext cx="185400" cy="276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3D8698-D4DF-44EE-B4A4-4D752F57EED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59480" y="3816880"/>
                  <a:ext cx="2570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105651A-9C4B-430E-AD55-F80BB0C388C4}"/>
                    </a:ext>
                  </a:extLst>
                </p14:cNvPr>
                <p14:cNvContentPartPr/>
                <p14:nvPr/>
              </p14:nvContentPartPr>
              <p14:xfrm>
                <a:off x="7493680" y="3991120"/>
                <a:ext cx="129240" cy="14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105651A-9C4B-430E-AD55-F80BB0C388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58040" y="3955120"/>
                  <a:ext cx="2008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EB398D5-ED09-49B2-8096-DE53874A7CF2}"/>
                    </a:ext>
                  </a:extLst>
                </p14:cNvPr>
                <p14:cNvContentPartPr/>
                <p14:nvPr/>
              </p14:nvContentPartPr>
              <p14:xfrm>
                <a:off x="7609240" y="3655600"/>
                <a:ext cx="132840" cy="2755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EB398D5-ED09-49B2-8096-DE53874A7CF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73240" y="3619960"/>
                  <a:ext cx="204480" cy="28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92D2CFA-8095-41E1-868F-F68F1AC9FC88}"/>
                    </a:ext>
                  </a:extLst>
                </p14:cNvPr>
                <p14:cNvContentPartPr/>
                <p14:nvPr/>
              </p14:nvContentPartPr>
              <p14:xfrm>
                <a:off x="9743320" y="3539320"/>
                <a:ext cx="232200" cy="322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92D2CFA-8095-41E1-868F-F68F1AC9FC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707680" y="3503320"/>
                  <a:ext cx="3038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43DB1A-662C-4A8D-8B94-59709D98FA9E}"/>
                    </a:ext>
                  </a:extLst>
                </p14:cNvPr>
                <p14:cNvContentPartPr/>
                <p14:nvPr/>
              </p14:nvContentPartPr>
              <p14:xfrm>
                <a:off x="10105120" y="3554800"/>
                <a:ext cx="175680" cy="272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43DB1A-662C-4A8D-8B94-59709D98FA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69480" y="3518800"/>
                  <a:ext cx="2473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E7EC4EE-E01B-4D01-9F16-DD8D0713A452}"/>
                    </a:ext>
                  </a:extLst>
                </p14:cNvPr>
                <p14:cNvContentPartPr/>
                <p14:nvPr/>
              </p14:nvContentPartPr>
              <p14:xfrm>
                <a:off x="10124200" y="3698080"/>
                <a:ext cx="114840" cy="15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E7EC4EE-E01B-4D01-9F16-DD8D0713A45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88200" y="3662080"/>
                  <a:ext cx="186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E392539-FCBF-43A1-BC5B-67C4826C00FE}"/>
                    </a:ext>
                  </a:extLst>
                </p14:cNvPr>
                <p14:cNvContentPartPr/>
                <p14:nvPr/>
              </p14:nvContentPartPr>
              <p14:xfrm>
                <a:off x="7993360" y="3659200"/>
                <a:ext cx="169200" cy="298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E392539-FCBF-43A1-BC5B-67C4826C00F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57720" y="3623560"/>
                  <a:ext cx="2408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9E7C0A5-3809-4118-ACB9-7BCE834A55E7}"/>
                    </a:ext>
                  </a:extLst>
                </p14:cNvPr>
                <p14:cNvContentPartPr/>
                <p14:nvPr/>
              </p14:nvContentPartPr>
              <p14:xfrm>
                <a:off x="8225560" y="3853600"/>
                <a:ext cx="192600" cy="210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9E7C0A5-3809-4118-ACB9-7BCE834A55E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189920" y="3817960"/>
                  <a:ext cx="264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B4B4734-A28E-4D51-99C3-ADFA7F3FA9FF}"/>
                    </a:ext>
                  </a:extLst>
                </p14:cNvPr>
                <p14:cNvContentPartPr/>
                <p14:nvPr/>
              </p14:nvContentPartPr>
              <p14:xfrm>
                <a:off x="8696440" y="3602680"/>
                <a:ext cx="209880" cy="333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B4B4734-A28E-4D51-99C3-ADFA7F3FA9F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60800" y="3566680"/>
                  <a:ext cx="2815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6DECE30-2752-4082-9E69-0FBFC2009794}"/>
                    </a:ext>
                  </a:extLst>
                </p14:cNvPr>
                <p14:cNvContentPartPr/>
                <p14:nvPr/>
              </p14:nvContentPartPr>
              <p14:xfrm>
                <a:off x="8923240" y="3824080"/>
                <a:ext cx="188640" cy="157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6DECE30-2752-4082-9E69-0FBFC20097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87600" y="3788440"/>
                  <a:ext cx="260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6D79B3C-B1D1-4C86-8798-8DA0A9679046}"/>
                    </a:ext>
                  </a:extLst>
                </p14:cNvPr>
                <p14:cNvContentPartPr/>
                <p14:nvPr/>
              </p14:nvContentPartPr>
              <p14:xfrm>
                <a:off x="9146800" y="3823000"/>
                <a:ext cx="164880" cy="169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6D79B3C-B1D1-4C86-8798-8DA0A96790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11160" y="3787360"/>
                  <a:ext cx="236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7E37AE-68DF-43C7-86AF-90EEEE88575D}"/>
                    </a:ext>
                  </a:extLst>
                </p14:cNvPr>
                <p14:cNvContentPartPr/>
                <p14:nvPr/>
              </p14:nvContentPartPr>
              <p14:xfrm>
                <a:off x="9328960" y="3799600"/>
                <a:ext cx="162720" cy="16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7E37AE-68DF-43C7-86AF-90EEEE88575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92960" y="3763960"/>
                  <a:ext cx="2343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C7624C2-1EF3-4266-B46E-DD46FD7520AF}"/>
                    </a:ext>
                  </a:extLst>
                </p14:cNvPr>
                <p14:cNvContentPartPr/>
                <p14:nvPr/>
              </p14:nvContentPartPr>
              <p14:xfrm>
                <a:off x="9398080" y="3819040"/>
                <a:ext cx="11160" cy="175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C7624C2-1EF3-4266-B46E-DD46FD7520A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62440" y="3783040"/>
                  <a:ext cx="828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104595-A160-415F-BA69-DB4C410FE2B0}"/>
                    </a:ext>
                  </a:extLst>
                </p14:cNvPr>
                <p14:cNvContentPartPr/>
                <p14:nvPr/>
              </p14:nvContentPartPr>
              <p14:xfrm>
                <a:off x="8461360" y="3593680"/>
                <a:ext cx="270000" cy="2847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104595-A160-415F-BA69-DB4C410FE2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25360" y="3557680"/>
                  <a:ext cx="341640" cy="29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3FCBCFE-A061-488C-BD8D-6AD1B1F41B78}"/>
                    </a:ext>
                  </a:extLst>
                </p14:cNvPr>
                <p14:cNvContentPartPr/>
                <p14:nvPr/>
              </p14:nvContentPartPr>
              <p14:xfrm>
                <a:off x="9460360" y="3574600"/>
                <a:ext cx="252360" cy="2808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3FCBCFE-A061-488C-BD8D-6AD1B1F41B7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24360" y="3538960"/>
                  <a:ext cx="324000" cy="28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A25CAC2-262B-4054-A74A-A01109C16311}"/>
                    </a:ext>
                  </a:extLst>
                </p14:cNvPr>
                <p14:cNvContentPartPr/>
                <p14:nvPr/>
              </p14:nvContentPartPr>
              <p14:xfrm>
                <a:off x="7039000" y="3946120"/>
                <a:ext cx="3504960" cy="220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A25CAC2-262B-4054-A74A-A01109C1631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03360" y="3910120"/>
                  <a:ext cx="35766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605EC40-3FCE-4141-92D0-78A51D87BEF3}"/>
                    </a:ext>
                  </a:extLst>
                </p14:cNvPr>
                <p14:cNvContentPartPr/>
                <p14:nvPr/>
              </p14:nvContentPartPr>
              <p14:xfrm>
                <a:off x="7248880" y="4250320"/>
                <a:ext cx="87120" cy="1670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605EC40-3FCE-4141-92D0-78A51D87BEF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213240" y="4214320"/>
                  <a:ext cx="1587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E593EC8-45DC-4960-BEA1-268574E48F3B}"/>
                    </a:ext>
                  </a:extLst>
                </p14:cNvPr>
                <p14:cNvContentPartPr/>
                <p14:nvPr/>
              </p14:nvContentPartPr>
              <p14:xfrm>
                <a:off x="7978960" y="4243120"/>
                <a:ext cx="122400" cy="135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E593EC8-45DC-4960-BEA1-268574E48F3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43320" y="4207480"/>
                  <a:ext cx="194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568E638-850E-4ADB-966A-AE59B16C8ED5}"/>
                    </a:ext>
                  </a:extLst>
                </p14:cNvPr>
                <p14:cNvContentPartPr/>
                <p14:nvPr/>
              </p14:nvContentPartPr>
              <p14:xfrm>
                <a:off x="8802640" y="4188760"/>
                <a:ext cx="199800" cy="210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568E638-850E-4ADB-966A-AE59B16C8ED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66640" y="4152760"/>
                  <a:ext cx="2714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0321140-7F41-45A5-B075-48C715B3BA56}"/>
                    </a:ext>
                  </a:extLst>
                </p14:cNvPr>
                <p14:cNvContentPartPr/>
                <p14:nvPr/>
              </p14:nvContentPartPr>
              <p14:xfrm>
                <a:off x="9804160" y="4134040"/>
                <a:ext cx="178200" cy="181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0321140-7F41-45A5-B075-48C715B3BA5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68160" y="4098400"/>
                  <a:ext cx="2498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95FBAAC-B3D9-467E-A840-E9C312DBB730}"/>
                    </a:ext>
                  </a:extLst>
                </p14:cNvPr>
                <p14:cNvContentPartPr/>
                <p14:nvPr/>
              </p14:nvContentPartPr>
              <p14:xfrm>
                <a:off x="7125040" y="4615720"/>
                <a:ext cx="171000" cy="142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95FBAAC-B3D9-467E-A840-E9C312DBB73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89400" y="4579720"/>
                  <a:ext cx="242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A05D4DD-97B1-4C03-81F8-032B32E908A2}"/>
                    </a:ext>
                  </a:extLst>
                </p14:cNvPr>
                <p14:cNvContentPartPr/>
                <p14:nvPr/>
              </p14:nvContentPartPr>
              <p14:xfrm>
                <a:off x="7972120" y="4566400"/>
                <a:ext cx="114480" cy="1753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A05D4DD-97B1-4C03-81F8-032B32E908A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36480" y="4530400"/>
                  <a:ext cx="1861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0FCB24F-26AE-4FB8-B54D-43B698B74E5A}"/>
                    </a:ext>
                  </a:extLst>
                </p14:cNvPr>
                <p14:cNvContentPartPr/>
                <p14:nvPr/>
              </p14:nvContentPartPr>
              <p14:xfrm>
                <a:off x="8837560" y="4572160"/>
                <a:ext cx="22680" cy="164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0FCB24F-26AE-4FB8-B54D-43B698B74E5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01920" y="4536520"/>
                  <a:ext cx="943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9D6C0E5-8BDC-4507-93E7-D6941C3E729A}"/>
                    </a:ext>
                  </a:extLst>
                </p14:cNvPr>
                <p14:cNvContentPartPr/>
                <p14:nvPr/>
              </p14:nvContentPartPr>
              <p14:xfrm>
                <a:off x="9859240" y="4546600"/>
                <a:ext cx="8280" cy="1670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9D6C0E5-8BDC-4507-93E7-D6941C3E729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23240" y="4510960"/>
                  <a:ext cx="79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2171B26-65F4-4852-AAC3-62A0994221C2}"/>
                    </a:ext>
                  </a:extLst>
                </p14:cNvPr>
                <p14:cNvContentPartPr/>
                <p14:nvPr/>
              </p14:nvContentPartPr>
              <p14:xfrm>
                <a:off x="7112080" y="4894000"/>
                <a:ext cx="137520" cy="144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2171B26-65F4-4852-AAC3-62A0994221C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76440" y="4858360"/>
                  <a:ext cx="2091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32C6D9C-CB05-4F79-BFDD-79473FCC5C51}"/>
                    </a:ext>
                  </a:extLst>
                </p14:cNvPr>
                <p14:cNvContentPartPr/>
                <p14:nvPr/>
              </p14:nvContentPartPr>
              <p14:xfrm>
                <a:off x="8044120" y="4870240"/>
                <a:ext cx="26640" cy="171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32C6D9C-CB05-4F79-BFDD-79473FCC5C5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08480" y="4834240"/>
                  <a:ext cx="982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2587751-7BE7-4CBD-A23C-059AEC8884C9}"/>
                    </a:ext>
                  </a:extLst>
                </p14:cNvPr>
                <p14:cNvContentPartPr/>
                <p14:nvPr/>
              </p14:nvContentPartPr>
              <p14:xfrm>
                <a:off x="8901280" y="4859440"/>
                <a:ext cx="176040" cy="213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2587751-7BE7-4CBD-A23C-059AEC8884C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865280" y="4823440"/>
                  <a:ext cx="24768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FE91B6D-56FE-4316-8F3A-9214F93A077C}"/>
                    </a:ext>
                  </a:extLst>
                </p14:cNvPr>
                <p14:cNvContentPartPr/>
                <p14:nvPr/>
              </p14:nvContentPartPr>
              <p14:xfrm>
                <a:off x="7082920" y="5166160"/>
                <a:ext cx="148680" cy="1375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FE91B6D-56FE-4316-8F3A-9214F93A077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46920" y="5130520"/>
                  <a:ext cx="2203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A88099E-5B3D-431B-B4D3-E31AEB27392C}"/>
                    </a:ext>
                  </a:extLst>
                </p14:cNvPr>
                <p14:cNvContentPartPr/>
                <p14:nvPr/>
              </p14:nvContentPartPr>
              <p14:xfrm>
                <a:off x="8061400" y="5152840"/>
                <a:ext cx="19440" cy="181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A88099E-5B3D-431B-B4D3-E31AEB27392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25400" y="5116840"/>
                  <a:ext cx="910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76C481-81F2-493E-A0E1-F50351469B9E}"/>
                    </a:ext>
                  </a:extLst>
                </p14:cNvPr>
                <p14:cNvContentPartPr/>
                <p14:nvPr/>
              </p14:nvContentPartPr>
              <p14:xfrm>
                <a:off x="8985880" y="5183440"/>
                <a:ext cx="21240" cy="203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76C481-81F2-493E-A0E1-F50351469B9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950240" y="5147800"/>
                  <a:ext cx="9288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F61B6C1-34E1-4353-B2D0-531AB0AB37C5}"/>
                    </a:ext>
                  </a:extLst>
                </p14:cNvPr>
                <p14:cNvContentPartPr/>
                <p14:nvPr/>
              </p14:nvContentPartPr>
              <p14:xfrm>
                <a:off x="9830800" y="5211880"/>
                <a:ext cx="279720" cy="229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F61B6C1-34E1-4353-B2D0-531AB0AB37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794800" y="5175880"/>
                  <a:ext cx="3513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F709136-2C8B-4582-9957-DD55BCF0D595}"/>
                    </a:ext>
                  </a:extLst>
                </p14:cNvPr>
                <p14:cNvContentPartPr/>
                <p14:nvPr/>
              </p14:nvContentPartPr>
              <p14:xfrm>
                <a:off x="7095880" y="5542000"/>
                <a:ext cx="360" cy="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F709136-2C8B-4582-9957-DD55BCF0D59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60240" y="5506000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233D60D-E036-4C22-BE05-98543778C49A}"/>
                    </a:ext>
                  </a:extLst>
                </p14:cNvPr>
                <p14:cNvContentPartPr/>
                <p14:nvPr/>
              </p14:nvContentPartPr>
              <p14:xfrm>
                <a:off x="7097320" y="5471440"/>
                <a:ext cx="28440" cy="2080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233D60D-E036-4C22-BE05-98543778C49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061680" y="5435800"/>
                  <a:ext cx="1000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221A744-2988-4D04-A50E-6CFD209A6D8B}"/>
                    </a:ext>
                  </a:extLst>
                </p14:cNvPr>
                <p14:cNvContentPartPr/>
                <p14:nvPr/>
              </p14:nvContentPartPr>
              <p14:xfrm>
                <a:off x="7927120" y="5459200"/>
                <a:ext cx="178560" cy="198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221A744-2988-4D04-A50E-6CFD209A6D8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91480" y="5423560"/>
                  <a:ext cx="2502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52DD9A1-3211-4E11-A8B6-059332E64FF6}"/>
                    </a:ext>
                  </a:extLst>
                </p14:cNvPr>
                <p14:cNvContentPartPr/>
                <p14:nvPr/>
              </p14:nvContentPartPr>
              <p14:xfrm>
                <a:off x="8898040" y="5482240"/>
                <a:ext cx="230400" cy="194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52DD9A1-3211-4E11-A8B6-059332E64FF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62040" y="5446600"/>
                  <a:ext cx="3020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C92F439-EF3C-4580-93EB-BBC8A0625C3B}"/>
                    </a:ext>
                  </a:extLst>
                </p14:cNvPr>
                <p14:cNvContentPartPr/>
                <p14:nvPr/>
              </p14:nvContentPartPr>
              <p14:xfrm>
                <a:off x="9830440" y="5527600"/>
                <a:ext cx="306720" cy="219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C92F439-EF3C-4580-93EB-BBC8A0625C3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794800" y="5491960"/>
                  <a:ext cx="3783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161BFE1-877C-4778-B4A2-4B6E53FFD066}"/>
                    </a:ext>
                  </a:extLst>
                </p14:cNvPr>
                <p14:cNvContentPartPr/>
                <p14:nvPr/>
              </p14:nvContentPartPr>
              <p14:xfrm>
                <a:off x="7078600" y="5791480"/>
                <a:ext cx="26640" cy="206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161BFE1-877C-4778-B4A2-4B6E53FFD06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042960" y="5755480"/>
                  <a:ext cx="982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F5D5D03-B279-4293-892B-9A6AB35B30DA}"/>
                    </a:ext>
                  </a:extLst>
                </p14:cNvPr>
                <p14:cNvContentPartPr/>
                <p14:nvPr/>
              </p14:nvContentPartPr>
              <p14:xfrm>
                <a:off x="8007400" y="5767360"/>
                <a:ext cx="143280" cy="152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F5D5D03-B279-4293-892B-9A6AB35B30D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71400" y="5731360"/>
                  <a:ext cx="2149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8090369-7D0C-441B-8FF0-98DC146822CD}"/>
                    </a:ext>
                  </a:extLst>
                </p14:cNvPr>
                <p14:cNvContentPartPr/>
                <p14:nvPr/>
              </p14:nvContentPartPr>
              <p14:xfrm>
                <a:off x="9067960" y="5766640"/>
                <a:ext cx="17280" cy="188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8090369-7D0C-441B-8FF0-98DC146822C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32320" y="5730640"/>
                  <a:ext cx="889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6D11BCD-1610-4ACF-906B-9F8AD5BFA81F}"/>
                    </a:ext>
                  </a:extLst>
                </p14:cNvPr>
                <p14:cNvContentPartPr/>
                <p14:nvPr/>
              </p14:nvContentPartPr>
              <p14:xfrm>
                <a:off x="9894520" y="5834320"/>
                <a:ext cx="243720" cy="212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6D11BCD-1610-4ACF-906B-9F8AD5BFA81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858520" y="5798680"/>
                  <a:ext cx="31536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0DE5A4F-8DB0-443C-AE60-A8990D3FE93A}"/>
                    </a:ext>
                  </a:extLst>
                </p14:cNvPr>
                <p14:cNvContentPartPr/>
                <p14:nvPr/>
              </p14:nvContentPartPr>
              <p14:xfrm>
                <a:off x="7029280" y="6096760"/>
                <a:ext cx="29520" cy="233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0DE5A4F-8DB0-443C-AE60-A8990D3FE93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93280" y="6061120"/>
                  <a:ext cx="1011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E7C83A-7FA5-4E09-A3A6-CC182D7CBC32}"/>
                    </a:ext>
                  </a:extLst>
                </p14:cNvPr>
                <p14:cNvContentPartPr/>
                <p14:nvPr/>
              </p14:nvContentPartPr>
              <p14:xfrm>
                <a:off x="8008840" y="6046360"/>
                <a:ext cx="33480" cy="285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E7C83A-7FA5-4E09-A3A6-CC182D7CBC3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73200" y="6010720"/>
                  <a:ext cx="1051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835A447-D471-4F5B-BA81-3EABB6816023}"/>
                    </a:ext>
                  </a:extLst>
                </p14:cNvPr>
                <p14:cNvContentPartPr/>
                <p14:nvPr/>
              </p14:nvContentPartPr>
              <p14:xfrm>
                <a:off x="9031240" y="6038080"/>
                <a:ext cx="201960" cy="208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835A447-D471-4F5B-BA81-3EABB681602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95240" y="6002440"/>
                  <a:ext cx="273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A5B436C-4395-4B06-9F91-221CC501CE55}"/>
                    </a:ext>
                  </a:extLst>
                </p14:cNvPr>
                <p14:cNvContentPartPr/>
                <p14:nvPr/>
              </p14:nvContentPartPr>
              <p14:xfrm>
                <a:off x="10028800" y="6178120"/>
                <a:ext cx="19440" cy="170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A5B436C-4395-4B06-9F91-221CC501CE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93160" y="6142480"/>
                  <a:ext cx="910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89FA026-E5F3-4CE4-9C9B-66A3E235C830}"/>
                    </a:ext>
                  </a:extLst>
                </p14:cNvPr>
                <p14:cNvContentPartPr/>
                <p14:nvPr/>
              </p14:nvContentPartPr>
              <p14:xfrm>
                <a:off x="7571080" y="6312040"/>
                <a:ext cx="34920" cy="4604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89FA026-E5F3-4CE4-9C9B-66A3E235C83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35440" y="6276040"/>
                  <a:ext cx="10656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022B3D7-3CC7-4DAF-8376-727B68BFABAE}"/>
                    </a:ext>
                  </a:extLst>
                </p14:cNvPr>
                <p14:cNvContentPartPr/>
                <p14:nvPr/>
              </p14:nvContentPartPr>
              <p14:xfrm>
                <a:off x="8678800" y="6257320"/>
                <a:ext cx="43200" cy="407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022B3D7-3CC7-4DAF-8376-727B68BFABA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42800" y="6221320"/>
                  <a:ext cx="11484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0AA4CF2-EEA8-4EDE-A8B5-2A20F897EE4C}"/>
                    </a:ext>
                  </a:extLst>
                </p14:cNvPr>
                <p14:cNvContentPartPr/>
                <p14:nvPr/>
              </p14:nvContentPartPr>
              <p14:xfrm>
                <a:off x="7082200" y="6446680"/>
                <a:ext cx="57240" cy="198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0AA4CF2-EEA8-4EDE-A8B5-2A20F897EE4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46200" y="6410680"/>
                  <a:ext cx="1288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92D9358-23CE-47E9-8363-A593DBD33094}"/>
                    </a:ext>
                  </a:extLst>
                </p14:cNvPr>
                <p14:cNvContentPartPr/>
                <p14:nvPr/>
              </p14:nvContentPartPr>
              <p14:xfrm>
                <a:off x="8040520" y="6459640"/>
                <a:ext cx="30600" cy="199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92D9358-23CE-47E9-8363-A593DBD3309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004880" y="6424000"/>
                  <a:ext cx="1022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69B8462-371D-4FEB-9326-F26DC0AA4176}"/>
                    </a:ext>
                  </a:extLst>
                </p14:cNvPr>
                <p14:cNvContentPartPr/>
                <p14:nvPr/>
              </p14:nvContentPartPr>
              <p14:xfrm>
                <a:off x="9109720" y="6455680"/>
                <a:ext cx="67680" cy="225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69B8462-371D-4FEB-9326-F26DC0AA417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073720" y="6419680"/>
                  <a:ext cx="1393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6D7B7A4-1F96-4414-AE55-62B1EE6E1503}"/>
                    </a:ext>
                  </a:extLst>
                </p14:cNvPr>
                <p14:cNvContentPartPr/>
                <p14:nvPr/>
              </p14:nvContentPartPr>
              <p14:xfrm>
                <a:off x="9949600" y="6477640"/>
                <a:ext cx="143640" cy="234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6D7B7A4-1F96-4414-AE55-62B1EE6E15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13600" y="6442000"/>
                  <a:ext cx="2152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FE271F1-A1FF-4C70-BE24-5B5E566BCCB9}"/>
                    </a:ext>
                  </a:extLst>
                </p14:cNvPr>
                <p14:cNvContentPartPr/>
                <p14:nvPr/>
              </p14:nvContentPartPr>
              <p14:xfrm>
                <a:off x="6800320" y="4257520"/>
                <a:ext cx="199800" cy="1396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FE271F1-A1FF-4C70-BE24-5B5E566BCCB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764320" y="4221520"/>
                  <a:ext cx="2714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EEE0E89-D26C-47BF-A226-1B917879CF68}"/>
                    </a:ext>
                  </a:extLst>
                </p14:cNvPr>
                <p14:cNvContentPartPr/>
                <p14:nvPr/>
              </p14:nvContentPartPr>
              <p14:xfrm>
                <a:off x="6884920" y="4548400"/>
                <a:ext cx="178560" cy="165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EEE0E89-D26C-47BF-A226-1B917879CF6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48920" y="4512760"/>
                  <a:ext cx="2502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0BA2840-23DE-4CF8-8DA1-6809A5A0B172}"/>
                    </a:ext>
                  </a:extLst>
                </p14:cNvPr>
                <p14:cNvContentPartPr/>
                <p14:nvPr/>
              </p14:nvContentPartPr>
              <p14:xfrm>
                <a:off x="6748120" y="6071200"/>
                <a:ext cx="148680" cy="155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0BA2840-23DE-4CF8-8DA1-6809A5A0B1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12120" y="6035560"/>
                  <a:ext cx="2203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BAB698E-136A-4B69-A562-82AA51B13285}"/>
                    </a:ext>
                  </a:extLst>
                </p14:cNvPr>
                <p14:cNvContentPartPr/>
                <p14:nvPr/>
              </p14:nvContentPartPr>
              <p14:xfrm>
                <a:off x="6803560" y="6509680"/>
                <a:ext cx="151920" cy="123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BAB698E-136A-4B69-A562-82AA51B1328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767920" y="6474040"/>
                  <a:ext cx="223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D3CCED5-291A-4EAE-8EB0-16BD14AAAC23}"/>
                    </a:ext>
                  </a:extLst>
                </p14:cNvPr>
                <p14:cNvContentPartPr/>
                <p14:nvPr/>
              </p14:nvContentPartPr>
              <p14:xfrm>
                <a:off x="6858640" y="6355240"/>
                <a:ext cx="64800" cy="1659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D3CCED5-291A-4EAE-8EB0-16BD14AAAC2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23000" y="6319600"/>
                  <a:ext cx="1364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59CC646-5ED3-4A7B-A9E5-DDCF4E600E87}"/>
                    </a:ext>
                  </a:extLst>
                </p14:cNvPr>
                <p14:cNvContentPartPr/>
                <p14:nvPr/>
              </p14:nvContentPartPr>
              <p14:xfrm>
                <a:off x="6761080" y="5891200"/>
                <a:ext cx="143640" cy="2091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59CC646-5ED3-4A7B-A9E5-DDCF4E600E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725440" y="5855560"/>
                  <a:ext cx="215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91BFEA1-E2C7-4451-BD0F-C738EA05850D}"/>
                    </a:ext>
                  </a:extLst>
                </p14:cNvPr>
                <p14:cNvContentPartPr/>
                <p14:nvPr/>
              </p14:nvContentPartPr>
              <p14:xfrm>
                <a:off x="5930200" y="4347520"/>
                <a:ext cx="921960" cy="953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91BFEA1-E2C7-4451-BD0F-C738EA05850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94200" y="4311880"/>
                  <a:ext cx="993600" cy="10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1945B77-03EE-4ED3-A9CE-91FAE24EA383}"/>
                    </a:ext>
                  </a:extLst>
                </p14:cNvPr>
                <p14:cNvContentPartPr/>
                <p14:nvPr/>
              </p14:nvContentPartPr>
              <p14:xfrm>
                <a:off x="5947120" y="4638760"/>
                <a:ext cx="1060200" cy="7254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1945B77-03EE-4ED3-A9CE-91FAE24EA38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11480" y="4602760"/>
                  <a:ext cx="113184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EB24319-7041-4676-8515-07D70F54FB6F}"/>
                    </a:ext>
                  </a:extLst>
                </p14:cNvPr>
                <p14:cNvContentPartPr/>
                <p14:nvPr/>
              </p14:nvContentPartPr>
              <p14:xfrm>
                <a:off x="5930200" y="5357320"/>
                <a:ext cx="882360" cy="748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EB24319-7041-4676-8515-07D70F54FB6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894560" y="5321680"/>
                  <a:ext cx="954000" cy="82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D34C56B-89E9-4FD2-808C-E447C5D14A46}"/>
                    </a:ext>
                  </a:extLst>
                </p14:cNvPr>
                <p14:cNvContentPartPr/>
                <p14:nvPr/>
              </p14:nvContentPartPr>
              <p14:xfrm>
                <a:off x="5937760" y="5335360"/>
                <a:ext cx="902880" cy="1198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D34C56B-89E9-4FD2-808C-E447C5D14A4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02120" y="5299360"/>
                  <a:ext cx="974520" cy="12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736DC72-4D87-406B-8336-92AE15F41621}"/>
                    </a:ext>
                  </a:extLst>
                </p14:cNvPr>
                <p14:cNvContentPartPr/>
                <p14:nvPr/>
              </p14:nvContentPartPr>
              <p14:xfrm>
                <a:off x="4428280" y="5113960"/>
                <a:ext cx="221040" cy="314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736DC72-4D87-406B-8336-92AE15F4162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92280" y="5078320"/>
                  <a:ext cx="29268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6AEC2C6-6DA3-42F8-A446-C8A2FAFBAFC9}"/>
                    </a:ext>
                  </a:extLst>
                </p14:cNvPr>
                <p14:cNvContentPartPr/>
                <p14:nvPr/>
              </p14:nvContentPartPr>
              <p14:xfrm>
                <a:off x="4729960" y="5273080"/>
                <a:ext cx="98640" cy="133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6AEC2C6-6DA3-42F8-A446-C8A2FAFBAFC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93960" y="5237080"/>
                  <a:ext cx="170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87D1CA3-1EEF-4266-8F50-E8B55A451CBA}"/>
                    </a:ext>
                  </a:extLst>
                </p14:cNvPr>
                <p14:cNvContentPartPr/>
                <p14:nvPr/>
              </p14:nvContentPartPr>
              <p14:xfrm>
                <a:off x="4885840" y="5272720"/>
                <a:ext cx="108360" cy="114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87D1CA3-1EEF-4266-8F50-E8B55A451CB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50200" y="5236720"/>
                  <a:ext cx="1800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7711C0A-632A-47F9-B42B-AD5AF1E95474}"/>
                    </a:ext>
                  </a:extLst>
                </p14:cNvPr>
                <p14:cNvContentPartPr/>
                <p14:nvPr/>
              </p14:nvContentPartPr>
              <p14:xfrm>
                <a:off x="5059000" y="5198560"/>
                <a:ext cx="28800" cy="1710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7711C0A-632A-47F9-B42B-AD5AF1E9547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23360" y="5162560"/>
                  <a:ext cx="100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3E84A5D-C3F4-42A1-8B76-DDDCDC742D65}"/>
                    </a:ext>
                  </a:extLst>
                </p14:cNvPr>
                <p14:cNvContentPartPr/>
                <p14:nvPr/>
              </p14:nvContentPartPr>
              <p14:xfrm>
                <a:off x="5209120" y="5172640"/>
                <a:ext cx="42480" cy="2653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3E84A5D-C3F4-42A1-8B76-DDDCDC742D6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73120" y="5137000"/>
                  <a:ext cx="1141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5E5C277-593A-483D-AA75-C41FAFD374C7}"/>
                    </a:ext>
                  </a:extLst>
                </p14:cNvPr>
                <p14:cNvContentPartPr/>
                <p14:nvPr/>
              </p14:nvContentPartPr>
              <p14:xfrm>
                <a:off x="5149000" y="5295760"/>
                <a:ext cx="100800" cy="28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5E5C277-593A-483D-AA75-C41FAFD374C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13360" y="5260120"/>
                  <a:ext cx="172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7137B61-7787-47FA-9D6D-1776381AB89B}"/>
                    </a:ext>
                  </a:extLst>
                </p14:cNvPr>
                <p14:cNvContentPartPr/>
                <p14:nvPr/>
              </p14:nvContentPartPr>
              <p14:xfrm>
                <a:off x="5377240" y="5165080"/>
                <a:ext cx="25920" cy="243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7137B61-7787-47FA-9D6D-1776381AB89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341240" y="5129440"/>
                  <a:ext cx="975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113484D-A186-4946-8B8A-985E62ED9316}"/>
                    </a:ext>
                  </a:extLst>
                </p14:cNvPr>
                <p14:cNvContentPartPr/>
                <p14:nvPr/>
              </p14:nvContentPartPr>
              <p14:xfrm>
                <a:off x="5482360" y="5271280"/>
                <a:ext cx="71640" cy="1292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113484D-A186-4946-8B8A-985E62ED931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446720" y="5235640"/>
                  <a:ext cx="1432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24A1B31-43F3-40C1-A131-CC0FC0BC7604}"/>
                    </a:ext>
                  </a:extLst>
                </p14:cNvPr>
                <p14:cNvContentPartPr/>
                <p14:nvPr/>
              </p14:nvContentPartPr>
              <p14:xfrm>
                <a:off x="5662000" y="5186680"/>
                <a:ext cx="202320" cy="185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24A1B31-43F3-40C1-A131-CC0FC0BC760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26000" y="5150680"/>
                  <a:ext cx="2739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B21FF01-1726-48B7-A5CB-281D0F91E948}"/>
                    </a:ext>
                  </a:extLst>
                </p14:cNvPr>
                <p14:cNvContentPartPr/>
                <p14:nvPr/>
              </p14:nvContentPartPr>
              <p14:xfrm>
                <a:off x="4538080" y="5621920"/>
                <a:ext cx="123480" cy="270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B21FF01-1726-48B7-A5CB-281D0F91E94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02080" y="5585920"/>
                  <a:ext cx="1951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BD2C389-5594-4E35-ADA2-8E1DE836D7B8}"/>
                    </a:ext>
                  </a:extLst>
                </p14:cNvPr>
                <p14:cNvContentPartPr/>
                <p14:nvPr/>
              </p14:nvContentPartPr>
              <p14:xfrm>
                <a:off x="4730680" y="5634520"/>
                <a:ext cx="98640" cy="1054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BD2C389-5594-4E35-ADA2-8E1DE836D7B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95040" y="5598880"/>
                  <a:ext cx="1702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3CC3144-9944-4FE2-A127-168C5E129ADB}"/>
                    </a:ext>
                  </a:extLst>
                </p14:cNvPr>
                <p14:cNvContentPartPr/>
                <p14:nvPr/>
              </p14:nvContentPartPr>
              <p14:xfrm>
                <a:off x="4880440" y="5589160"/>
                <a:ext cx="93960" cy="144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3CC3144-9944-4FE2-A127-168C5E129A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844800" y="5553160"/>
                  <a:ext cx="1656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A66C89B-40A3-4C43-9645-CCD574DC3322}"/>
                    </a:ext>
                  </a:extLst>
                </p14:cNvPr>
                <p14:cNvContentPartPr/>
                <p14:nvPr/>
              </p14:nvContentPartPr>
              <p14:xfrm>
                <a:off x="5014720" y="5578720"/>
                <a:ext cx="88560" cy="143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A66C89B-40A3-4C43-9645-CCD574DC332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979080" y="5542720"/>
                  <a:ext cx="1602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ACC5085-7149-4513-900B-E29C6E050B5C}"/>
                    </a:ext>
                  </a:extLst>
                </p14:cNvPr>
                <p14:cNvContentPartPr/>
                <p14:nvPr/>
              </p14:nvContentPartPr>
              <p14:xfrm>
                <a:off x="5156920" y="5629840"/>
                <a:ext cx="31680" cy="738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ACC5085-7149-4513-900B-E29C6E050B5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120920" y="5593840"/>
                  <a:ext cx="103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A49AA36-1F2E-447C-82FF-C4F350E7EDB3}"/>
                    </a:ext>
                  </a:extLst>
                </p14:cNvPr>
                <p14:cNvContentPartPr/>
                <p14:nvPr/>
              </p14:nvContentPartPr>
              <p14:xfrm>
                <a:off x="5228200" y="5523280"/>
                <a:ext cx="171000" cy="1958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A49AA36-1F2E-447C-82FF-C4F350E7EDB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192560" y="5487640"/>
                  <a:ext cx="2426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1165307-9CD6-486F-B579-DFA452C421BE}"/>
                    </a:ext>
                  </a:extLst>
                </p14:cNvPr>
                <p14:cNvContentPartPr/>
                <p14:nvPr/>
              </p14:nvContentPartPr>
              <p14:xfrm>
                <a:off x="5434840" y="5535880"/>
                <a:ext cx="59400" cy="1936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1165307-9CD6-486F-B579-DFA452C421B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98840" y="5499880"/>
                  <a:ext cx="1310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37D5E51-F9BF-4BAA-8061-A268953CBC3A}"/>
                    </a:ext>
                  </a:extLst>
                </p14:cNvPr>
                <p14:cNvContentPartPr/>
                <p14:nvPr/>
              </p14:nvContentPartPr>
              <p14:xfrm>
                <a:off x="5577040" y="5576920"/>
                <a:ext cx="110160" cy="1036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37D5E51-F9BF-4BAA-8061-A268953CBC3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541040" y="5541280"/>
                  <a:ext cx="1818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FC55879-0D69-4270-B52C-62D3E49F391C}"/>
                    </a:ext>
                  </a:extLst>
                </p14:cNvPr>
                <p14:cNvContentPartPr/>
                <p14:nvPr/>
              </p14:nvContentPartPr>
              <p14:xfrm>
                <a:off x="5790520" y="5507800"/>
                <a:ext cx="25560" cy="1753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FC55879-0D69-4270-B52C-62D3E49F391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754880" y="5472160"/>
                  <a:ext cx="972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27A4947-B656-4CD1-A710-B364E3D0141C}"/>
                    </a:ext>
                  </a:extLst>
                </p14:cNvPr>
                <p14:cNvContentPartPr/>
                <p14:nvPr/>
              </p14:nvContentPartPr>
              <p14:xfrm>
                <a:off x="5865760" y="5720200"/>
                <a:ext cx="12600" cy="86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27A4947-B656-4CD1-A710-B364E3D014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29760" y="5684560"/>
                  <a:ext cx="84240" cy="8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8163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6A4A-0E7D-4F8D-BC44-11A3BF71E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192" y="476937"/>
            <a:ext cx="7729728" cy="1188720"/>
          </a:xfrm>
        </p:spPr>
        <p:txBody>
          <a:bodyPr/>
          <a:lstStyle/>
          <a:p>
            <a:r>
              <a:rPr lang="en-US" dirty="0"/>
              <a:t>Why Sum-of-products &amp; Karnaugh maps are awesome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ED9D2-D17A-47A4-BDE1-2C6BF09E6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696" y="2008124"/>
            <a:ext cx="7729728" cy="3101983"/>
          </a:xfrm>
        </p:spPr>
        <p:txBody>
          <a:bodyPr/>
          <a:lstStyle/>
          <a:p>
            <a:r>
              <a:rPr lang="en-US" dirty="0"/>
              <a:t>The beauty of K-maps and </a:t>
            </a:r>
            <a:r>
              <a:rPr lang="en-US" dirty="0" err="1"/>
              <a:t>SoPs</a:t>
            </a:r>
            <a:r>
              <a:rPr lang="en-US" dirty="0"/>
              <a:t> is that given any truth table, it can make a Boolean expression!!!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BCD28021-7F93-4FEF-89E3-89B010E090D4}"/>
                  </a:ext>
                </a:extLst>
              </p14:cNvPr>
              <p14:cNvContentPartPr/>
              <p14:nvPr/>
            </p14:nvContentPartPr>
            <p14:xfrm>
              <a:off x="7323672" y="3691280"/>
              <a:ext cx="229680" cy="4010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BCD28021-7F93-4FEF-89E3-89B010E090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87672" y="3655280"/>
                <a:ext cx="30132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1B203C15-2A24-466D-AA51-2D4C130ECC01}"/>
                  </a:ext>
                </a:extLst>
              </p14:cNvPr>
              <p14:cNvContentPartPr/>
              <p14:nvPr/>
            </p14:nvContentPartPr>
            <p14:xfrm>
              <a:off x="5250152" y="6179400"/>
              <a:ext cx="474840" cy="19872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1B203C15-2A24-466D-AA51-2D4C130ECC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14152" y="6143400"/>
                <a:ext cx="54648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ABC5798-E932-48C2-802E-AC3B87179A3D}"/>
                  </a:ext>
                </a:extLst>
              </p14:cNvPr>
              <p14:cNvContentPartPr/>
              <p14:nvPr/>
            </p14:nvContentPartPr>
            <p14:xfrm>
              <a:off x="3434232" y="3717560"/>
              <a:ext cx="243360" cy="2340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ABC5798-E932-48C2-802E-AC3B87179A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98592" y="3681560"/>
                <a:ext cx="31500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D2ED6DE-F467-4C18-B6AD-93B71C5E42DF}"/>
                  </a:ext>
                </a:extLst>
              </p14:cNvPr>
              <p14:cNvContentPartPr/>
              <p14:nvPr/>
            </p14:nvContentPartPr>
            <p14:xfrm>
              <a:off x="3550152" y="4371680"/>
              <a:ext cx="202680" cy="2840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D2ED6DE-F467-4C18-B6AD-93B71C5E42D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14512" y="4335680"/>
                <a:ext cx="274320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227B371-1439-43FB-B7CD-7E85309EE50A}"/>
                  </a:ext>
                </a:extLst>
              </p14:cNvPr>
              <p14:cNvContentPartPr/>
              <p14:nvPr/>
            </p14:nvContentPartPr>
            <p14:xfrm>
              <a:off x="4376712" y="4346840"/>
              <a:ext cx="285840" cy="3060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227B371-1439-43FB-B7CD-7E85309EE5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40712" y="4311200"/>
                <a:ext cx="357480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EDDCF39-A807-49BE-AC5A-FDFA2913DAD1}"/>
                  </a:ext>
                </a:extLst>
              </p14:cNvPr>
              <p14:cNvContentPartPr/>
              <p14:nvPr/>
            </p14:nvContentPartPr>
            <p14:xfrm>
              <a:off x="3728712" y="4970000"/>
              <a:ext cx="66240" cy="2444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EDDCF39-A807-49BE-AC5A-FDFA2913DA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93072" y="4934000"/>
                <a:ext cx="13788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8CA5747-434A-405E-9A5B-1D2364193692}"/>
                  </a:ext>
                </a:extLst>
              </p14:cNvPr>
              <p14:cNvContentPartPr/>
              <p14:nvPr/>
            </p14:nvContentPartPr>
            <p14:xfrm>
              <a:off x="4330272" y="4850120"/>
              <a:ext cx="336600" cy="32364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8CA5747-434A-405E-9A5B-1D236419369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94632" y="4814480"/>
                <a:ext cx="40824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BAA5014-FA56-4CA8-A3F8-86475433AF1E}"/>
                  </a:ext>
                </a:extLst>
              </p14:cNvPr>
              <p14:cNvContentPartPr/>
              <p14:nvPr/>
            </p14:nvContentPartPr>
            <p14:xfrm>
              <a:off x="3757512" y="5452040"/>
              <a:ext cx="280080" cy="2952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BAA5014-FA56-4CA8-A3F8-86475433AF1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21872" y="5416040"/>
                <a:ext cx="3517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C847AC4-AAEA-44A8-BEDA-6FD094C66B9A}"/>
                  </a:ext>
                </a:extLst>
              </p14:cNvPr>
              <p14:cNvContentPartPr/>
              <p14:nvPr/>
            </p14:nvContentPartPr>
            <p14:xfrm>
              <a:off x="4593072" y="5390840"/>
              <a:ext cx="244440" cy="2746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C847AC4-AAEA-44A8-BEDA-6FD094C66B9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57072" y="5354840"/>
                <a:ext cx="31608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7DE54FE-65DC-4F17-A38E-B0725EB4032A}"/>
                  </a:ext>
                </a:extLst>
              </p14:cNvPr>
              <p14:cNvContentPartPr/>
              <p14:nvPr/>
            </p14:nvContentPartPr>
            <p14:xfrm>
              <a:off x="3484992" y="4834640"/>
              <a:ext cx="539640" cy="5670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7DE54FE-65DC-4F17-A38E-B0725EB4032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48992" y="4798640"/>
                <a:ext cx="611280" cy="63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482DAE9-23DA-42CD-877F-C01A72C3DE79}"/>
                  </a:ext>
                </a:extLst>
              </p14:cNvPr>
              <p14:cNvContentPartPr/>
              <p14:nvPr/>
            </p14:nvContentPartPr>
            <p14:xfrm>
              <a:off x="4405152" y="3670400"/>
              <a:ext cx="51840" cy="3636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482DAE9-23DA-42CD-877F-C01A72C3DE7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69512" y="3634400"/>
                <a:ext cx="123480" cy="43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37B2CA9-DE78-4697-A48D-CD04E020C6EF}"/>
                  </a:ext>
                </a:extLst>
              </p14:cNvPr>
              <p14:cNvContentPartPr/>
              <p14:nvPr/>
            </p14:nvContentPartPr>
            <p14:xfrm>
              <a:off x="4197792" y="3607400"/>
              <a:ext cx="518040" cy="5338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37B2CA9-DE78-4697-A48D-CD04E020C6E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62152" y="3571400"/>
                <a:ext cx="589680" cy="60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88FC460-8AA9-445F-BCBF-6CCD0DC05F8D}"/>
                  </a:ext>
                </a:extLst>
              </p14:cNvPr>
              <p14:cNvContentPartPr/>
              <p14:nvPr/>
            </p14:nvContentPartPr>
            <p14:xfrm>
              <a:off x="5074752" y="3816920"/>
              <a:ext cx="780120" cy="30528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88FC460-8AA9-445F-BCBF-6CCD0DC05F8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038752" y="3781280"/>
                <a:ext cx="85176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11BF99C6-8603-45BE-B304-B571AEE81196}"/>
                  </a:ext>
                </a:extLst>
              </p14:cNvPr>
              <p14:cNvContentPartPr/>
              <p14:nvPr/>
            </p14:nvContentPartPr>
            <p14:xfrm>
              <a:off x="4236672" y="2983160"/>
              <a:ext cx="222480" cy="3862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11BF99C6-8603-45BE-B304-B571AEE8119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00672" y="2947160"/>
                <a:ext cx="29412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A3DA2C35-C076-4EEF-BFDB-4A0D4E81C6BD}"/>
                  </a:ext>
                </a:extLst>
              </p14:cNvPr>
              <p14:cNvContentPartPr/>
              <p14:nvPr/>
            </p14:nvContentPartPr>
            <p14:xfrm>
              <a:off x="4469232" y="3229400"/>
              <a:ext cx="86400" cy="1332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A3DA2C35-C076-4EEF-BFDB-4A0D4E81C6B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33232" y="3193760"/>
                <a:ext cx="15804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E6A514E3-1C5C-4558-99F2-343A023855E2}"/>
                  </a:ext>
                </a:extLst>
              </p14:cNvPr>
              <p14:cNvContentPartPr/>
              <p14:nvPr/>
            </p14:nvContentPartPr>
            <p14:xfrm>
              <a:off x="4617192" y="3205280"/>
              <a:ext cx="110160" cy="1108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E6A514E3-1C5C-4558-99F2-343A023855E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581552" y="3169640"/>
                <a:ext cx="18180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7A8257A7-CEDC-4D52-987F-4B5A074F658C}"/>
                  </a:ext>
                </a:extLst>
              </p14:cNvPr>
              <p14:cNvContentPartPr/>
              <p14:nvPr/>
            </p14:nvContentPartPr>
            <p14:xfrm>
              <a:off x="4781712" y="3173600"/>
              <a:ext cx="151200" cy="2952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7A8257A7-CEDC-4D52-987F-4B5A074F658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45712" y="3137960"/>
                <a:ext cx="2228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2CE813B5-2D63-4159-8001-38846ECB22BC}"/>
                  </a:ext>
                </a:extLst>
              </p14:cNvPr>
              <p14:cNvContentPartPr/>
              <p14:nvPr/>
            </p14:nvContentPartPr>
            <p14:xfrm>
              <a:off x="4832832" y="3193760"/>
              <a:ext cx="11160" cy="15048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2CE813B5-2D63-4159-8001-38846ECB22B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797192" y="3157760"/>
                <a:ext cx="828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A973A32-4806-4A5F-8DDD-E551BDC993B5}"/>
                  </a:ext>
                </a:extLst>
              </p14:cNvPr>
              <p14:cNvContentPartPr/>
              <p14:nvPr/>
            </p14:nvContentPartPr>
            <p14:xfrm>
              <a:off x="2315352" y="3586160"/>
              <a:ext cx="209520" cy="45144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A973A32-4806-4A5F-8DDD-E551BDC993B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279712" y="3550160"/>
                <a:ext cx="281160" cy="5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CC6F6F26-9ABB-4202-88E2-D9B878C009E5}"/>
                  </a:ext>
                </a:extLst>
              </p14:cNvPr>
              <p14:cNvContentPartPr/>
              <p14:nvPr/>
            </p14:nvContentPartPr>
            <p14:xfrm>
              <a:off x="2558352" y="3841400"/>
              <a:ext cx="133200" cy="20628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CC6F6F26-9ABB-4202-88E2-D9B878C009E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522352" y="3805400"/>
                <a:ext cx="2048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ACAD1440-7792-469E-8925-ADE1292C1F70}"/>
                  </a:ext>
                </a:extLst>
              </p14:cNvPr>
              <p14:cNvContentPartPr/>
              <p14:nvPr/>
            </p14:nvContentPartPr>
            <p14:xfrm>
              <a:off x="2567352" y="3928520"/>
              <a:ext cx="70920" cy="100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ACAD1440-7792-469E-8925-ADE1292C1F7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531712" y="3892520"/>
                <a:ext cx="1425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59FF265-2CD5-4FB3-93AF-54DA709626D8}"/>
                  </a:ext>
                </a:extLst>
              </p14:cNvPr>
              <p14:cNvContentPartPr/>
              <p14:nvPr/>
            </p14:nvContentPartPr>
            <p14:xfrm>
              <a:off x="2754192" y="3614600"/>
              <a:ext cx="195480" cy="3387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59FF265-2CD5-4FB3-93AF-54DA709626D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718552" y="3578960"/>
                <a:ext cx="26712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9E7AA91-6A54-48A8-B551-1B96D0F45B6B}"/>
                  </a:ext>
                </a:extLst>
              </p14:cNvPr>
              <p14:cNvContentPartPr/>
              <p14:nvPr/>
            </p14:nvContentPartPr>
            <p14:xfrm>
              <a:off x="2920872" y="3799640"/>
              <a:ext cx="139680" cy="1760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9E7AA91-6A54-48A8-B551-1B96D0F45B6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884872" y="3764000"/>
                <a:ext cx="21132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6DA6C7CD-2A95-45C5-8AE0-3231A76DDD7A}"/>
                  </a:ext>
                </a:extLst>
              </p14:cNvPr>
              <p14:cNvContentPartPr/>
              <p14:nvPr/>
            </p14:nvContentPartPr>
            <p14:xfrm>
              <a:off x="3334512" y="3062360"/>
              <a:ext cx="198000" cy="3708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6DA6C7CD-2A95-45C5-8AE0-3231A76DDD7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298512" y="3026720"/>
                <a:ext cx="26964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9B2A3DE5-9664-47D9-886B-3048BDEE9988}"/>
                  </a:ext>
                </a:extLst>
              </p14:cNvPr>
              <p14:cNvContentPartPr/>
              <p14:nvPr/>
            </p14:nvContentPartPr>
            <p14:xfrm>
              <a:off x="3515952" y="3294200"/>
              <a:ext cx="105480" cy="1839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9B2A3DE5-9664-47D9-886B-3048BDEE998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79952" y="3258200"/>
                <a:ext cx="17712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6D0A9026-3D61-432A-99AC-B6E8411FB806}"/>
                  </a:ext>
                </a:extLst>
              </p14:cNvPr>
              <p14:cNvContentPartPr/>
              <p14:nvPr/>
            </p14:nvContentPartPr>
            <p14:xfrm>
              <a:off x="3669672" y="3273320"/>
              <a:ext cx="103320" cy="1587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6D0A9026-3D61-432A-99AC-B6E8411FB80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633672" y="3237320"/>
                <a:ext cx="17496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17EDBD1-728F-42C4-8198-4B61CD37ACF0}"/>
                  </a:ext>
                </a:extLst>
              </p14:cNvPr>
              <p14:cNvContentPartPr/>
              <p14:nvPr/>
            </p14:nvContentPartPr>
            <p14:xfrm>
              <a:off x="3790632" y="3244160"/>
              <a:ext cx="140760" cy="23256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17EDBD1-728F-42C4-8198-4B61CD37ACF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754992" y="3208160"/>
                <a:ext cx="21240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D13EFF00-5703-4500-A1FC-A8C815422BFF}"/>
                  </a:ext>
                </a:extLst>
              </p14:cNvPr>
              <p14:cNvContentPartPr/>
              <p14:nvPr/>
            </p14:nvContentPartPr>
            <p14:xfrm>
              <a:off x="3254232" y="2954720"/>
              <a:ext cx="511920" cy="370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D13EFF00-5703-4500-A1FC-A8C815422BF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218232" y="2919080"/>
                <a:ext cx="583560" cy="10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59376285-EA75-467D-9DB4-ACFB8A7D4811}"/>
                  </a:ext>
                </a:extLst>
              </p14:cNvPr>
              <p14:cNvContentPartPr/>
              <p14:nvPr/>
            </p14:nvContentPartPr>
            <p14:xfrm>
              <a:off x="2250192" y="3404000"/>
              <a:ext cx="639360" cy="615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59376285-EA75-467D-9DB4-ACFB8A7D481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214552" y="3368360"/>
                <a:ext cx="71100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D05F4F5-8D1D-48C1-9557-27CAE90BF986}"/>
                  </a:ext>
                </a:extLst>
              </p14:cNvPr>
              <p14:cNvContentPartPr/>
              <p14:nvPr/>
            </p14:nvContentPartPr>
            <p14:xfrm>
              <a:off x="2423352" y="4408040"/>
              <a:ext cx="236160" cy="4172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D05F4F5-8D1D-48C1-9557-27CAE90BF98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387352" y="4372040"/>
                <a:ext cx="30780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B0C8DEB-1E1E-4922-84A8-FDC08F913F87}"/>
                  </a:ext>
                </a:extLst>
              </p14:cNvPr>
              <p14:cNvContentPartPr/>
              <p14:nvPr/>
            </p14:nvContentPartPr>
            <p14:xfrm>
              <a:off x="2694792" y="4622240"/>
              <a:ext cx="225360" cy="2307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B0C8DEB-1E1E-4922-84A8-FDC08F913F8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659152" y="4586240"/>
                <a:ext cx="29700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6C791E8B-8824-4C77-BCDE-4FE9C4223711}"/>
                  </a:ext>
                </a:extLst>
              </p14:cNvPr>
              <p14:cNvContentPartPr/>
              <p14:nvPr/>
            </p14:nvContentPartPr>
            <p14:xfrm>
              <a:off x="2723232" y="4739240"/>
              <a:ext cx="90360" cy="212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6C791E8B-8824-4C77-BCDE-4FE9C422371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687592" y="4703240"/>
                <a:ext cx="1620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A682212C-7B73-4B7B-AF77-8657AF8E8EC6}"/>
                  </a:ext>
                </a:extLst>
              </p14:cNvPr>
              <p14:cNvContentPartPr/>
              <p14:nvPr/>
            </p14:nvContentPartPr>
            <p14:xfrm>
              <a:off x="2870832" y="4374920"/>
              <a:ext cx="226800" cy="35604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A682212C-7B73-4B7B-AF77-8657AF8E8EC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34832" y="4339280"/>
                <a:ext cx="29844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E1751132-F821-4A0A-ACD0-BE3846A57317}"/>
                  </a:ext>
                </a:extLst>
              </p14:cNvPr>
              <p14:cNvContentPartPr/>
              <p14:nvPr/>
            </p14:nvContentPartPr>
            <p14:xfrm>
              <a:off x="3127152" y="4553480"/>
              <a:ext cx="164880" cy="22284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E1751132-F821-4A0A-ACD0-BE3846A5731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091512" y="4517480"/>
                <a:ext cx="23652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A19D9D7B-F37B-4D55-ABD6-FDDC2E00EA60}"/>
                  </a:ext>
                </a:extLst>
              </p14:cNvPr>
              <p14:cNvContentPartPr/>
              <p14:nvPr/>
            </p14:nvContentPartPr>
            <p14:xfrm>
              <a:off x="2375472" y="4316600"/>
              <a:ext cx="428040" cy="421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A19D9D7B-F37B-4D55-ABD6-FDDC2E00EA6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339472" y="4280600"/>
                <a:ext cx="49968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F8306AD6-27C2-4B2D-8B28-592F97DE09BD}"/>
                  </a:ext>
                </a:extLst>
              </p14:cNvPr>
              <p14:cNvContentPartPr/>
              <p14:nvPr/>
            </p14:nvContentPartPr>
            <p14:xfrm>
              <a:off x="2470512" y="5020760"/>
              <a:ext cx="247320" cy="40140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F8306AD6-27C2-4B2D-8B28-592F97DE09B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34512" y="4985120"/>
                <a:ext cx="318960" cy="47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1D50DAB-3997-491D-8D67-7E9B7A33FF48}"/>
                  </a:ext>
                </a:extLst>
              </p14:cNvPr>
              <p14:cNvContentPartPr/>
              <p14:nvPr/>
            </p14:nvContentPartPr>
            <p14:xfrm>
              <a:off x="2793432" y="5178080"/>
              <a:ext cx="185400" cy="23040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1D50DAB-3997-491D-8D67-7E9B7A33FF4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757792" y="5142080"/>
                <a:ext cx="25704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3926FDA8-0DB8-4AF6-954F-1925075AD717}"/>
                  </a:ext>
                </a:extLst>
              </p14:cNvPr>
              <p14:cNvContentPartPr/>
              <p14:nvPr/>
            </p14:nvContentPartPr>
            <p14:xfrm>
              <a:off x="2735472" y="5256200"/>
              <a:ext cx="213120" cy="489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3926FDA8-0DB8-4AF6-954F-1925075AD71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699832" y="5220200"/>
                <a:ext cx="2847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8AA7EE15-A401-4E3B-8F08-3C288A38A083}"/>
                  </a:ext>
                </a:extLst>
              </p14:cNvPr>
              <p14:cNvContentPartPr/>
              <p14:nvPr/>
            </p14:nvContentPartPr>
            <p14:xfrm>
              <a:off x="2983512" y="4968200"/>
              <a:ext cx="207360" cy="40212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8AA7EE15-A401-4E3B-8F08-3C288A38A08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947512" y="4932200"/>
                <a:ext cx="27900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0F8F6EA7-16D2-4C2E-AEF9-AADF7F4E2AFC}"/>
                  </a:ext>
                </a:extLst>
              </p14:cNvPr>
              <p14:cNvContentPartPr/>
              <p14:nvPr/>
            </p14:nvContentPartPr>
            <p14:xfrm>
              <a:off x="3154872" y="5132000"/>
              <a:ext cx="170280" cy="19980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0F8F6EA7-16D2-4C2E-AEF9-AADF7F4E2AF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119232" y="5096360"/>
                <a:ext cx="2419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954FB83-4BA4-4BD0-8612-6CDFA6154BE0}"/>
                  </a:ext>
                </a:extLst>
              </p14:cNvPr>
              <p14:cNvContentPartPr/>
              <p14:nvPr/>
            </p14:nvContentPartPr>
            <p14:xfrm>
              <a:off x="2584632" y="5517200"/>
              <a:ext cx="217440" cy="3981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954FB83-4BA4-4BD0-8612-6CDFA6154BE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548632" y="5481560"/>
                <a:ext cx="28908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FDC9F79A-52F6-4CA6-9F60-3198DE3A16B2}"/>
                  </a:ext>
                </a:extLst>
              </p14:cNvPr>
              <p14:cNvContentPartPr/>
              <p14:nvPr/>
            </p14:nvContentPartPr>
            <p14:xfrm>
              <a:off x="2841672" y="5651480"/>
              <a:ext cx="177840" cy="2458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FDC9F79A-52F6-4CA6-9F60-3198DE3A16B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805672" y="5615480"/>
                <a:ext cx="24948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1D7EF50-8BD2-427F-B9BB-DAB78E2BA114}"/>
                  </a:ext>
                </a:extLst>
              </p14:cNvPr>
              <p14:cNvContentPartPr/>
              <p14:nvPr/>
            </p14:nvContentPartPr>
            <p14:xfrm>
              <a:off x="2830872" y="5742560"/>
              <a:ext cx="145440" cy="493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1D7EF50-8BD2-427F-B9BB-DAB78E2BA11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794872" y="5706920"/>
                <a:ext cx="2170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D9938CFB-5EC6-4ADC-899E-778FD05E12A0}"/>
                  </a:ext>
                </a:extLst>
              </p14:cNvPr>
              <p14:cNvContentPartPr/>
              <p14:nvPr/>
            </p14:nvContentPartPr>
            <p14:xfrm>
              <a:off x="3165672" y="5598200"/>
              <a:ext cx="360" cy="3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D9938CFB-5EC6-4ADC-899E-778FD05E12A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130032" y="556256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62E94B90-8E50-43A7-847F-E1C1F8A0D94B}"/>
                  </a:ext>
                </a:extLst>
              </p14:cNvPr>
              <p14:cNvContentPartPr/>
              <p14:nvPr/>
            </p14:nvContentPartPr>
            <p14:xfrm>
              <a:off x="3076032" y="5536640"/>
              <a:ext cx="212040" cy="31968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62E94B90-8E50-43A7-847F-E1C1F8A0D94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040392" y="5500640"/>
                <a:ext cx="28368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C4A6997-FF83-4369-9D75-30D01BF0235C}"/>
                  </a:ext>
                </a:extLst>
              </p14:cNvPr>
              <p14:cNvContentPartPr/>
              <p14:nvPr/>
            </p14:nvContentPartPr>
            <p14:xfrm>
              <a:off x="3302832" y="5646800"/>
              <a:ext cx="141840" cy="1900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C4A6997-FF83-4369-9D75-30D01BF0235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266832" y="5610800"/>
                <a:ext cx="21348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E770C6A8-A9C9-4AED-BA8F-1F8C04D0BA1E}"/>
                  </a:ext>
                </a:extLst>
              </p14:cNvPr>
              <p14:cNvContentPartPr/>
              <p14:nvPr/>
            </p14:nvContentPartPr>
            <p14:xfrm>
              <a:off x="3017712" y="5471480"/>
              <a:ext cx="421920" cy="1548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E770C6A8-A9C9-4AED-BA8F-1F8C04D0BA1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981712" y="5435840"/>
                <a:ext cx="4935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A89E8822-E009-4E91-A489-6DF26671714D}"/>
                  </a:ext>
                </a:extLst>
              </p14:cNvPr>
              <p14:cNvContentPartPr/>
              <p14:nvPr/>
            </p14:nvContentPartPr>
            <p14:xfrm>
              <a:off x="6209832" y="3712160"/>
              <a:ext cx="207360" cy="42120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A89E8822-E009-4E91-A489-6DF26671714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174192" y="3676520"/>
                <a:ext cx="27900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A429D16F-B5E4-4FBB-B009-92984798151C}"/>
                  </a:ext>
                </a:extLst>
              </p14:cNvPr>
              <p14:cNvContentPartPr/>
              <p14:nvPr/>
            </p14:nvContentPartPr>
            <p14:xfrm>
              <a:off x="6055392" y="3657440"/>
              <a:ext cx="460440" cy="273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A429D16F-B5E4-4FBB-B009-92984798151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019752" y="3621800"/>
                <a:ext cx="53208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048A0EC-9FB8-42C4-9AFE-8ED879F83439}"/>
                  </a:ext>
                </a:extLst>
              </p14:cNvPr>
              <p14:cNvContentPartPr/>
              <p14:nvPr/>
            </p14:nvContentPartPr>
            <p14:xfrm>
              <a:off x="6398832" y="3631160"/>
              <a:ext cx="446400" cy="4824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048A0EC-9FB8-42C4-9AFE-8ED879F8343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363192" y="3595520"/>
                <a:ext cx="51804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48ADCDD4-C332-402A-9053-856DBED44885}"/>
                  </a:ext>
                </a:extLst>
              </p14:cNvPr>
              <p14:cNvContentPartPr/>
              <p14:nvPr/>
            </p14:nvContentPartPr>
            <p14:xfrm>
              <a:off x="6494952" y="3956240"/>
              <a:ext cx="102600" cy="23868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48ADCDD4-C332-402A-9053-856DBED4488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459312" y="3920240"/>
                <a:ext cx="17424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8646CF8-8700-4E98-B497-9A76DEC0A9A1}"/>
                  </a:ext>
                </a:extLst>
              </p14:cNvPr>
              <p14:cNvContentPartPr/>
              <p14:nvPr/>
            </p14:nvContentPartPr>
            <p14:xfrm>
              <a:off x="6482712" y="4099880"/>
              <a:ext cx="82440" cy="223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8646CF8-8700-4E98-B497-9A76DEC0A9A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446712" y="4063880"/>
                <a:ext cx="1540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3ABE743F-2E3D-471F-B9D2-6ECA6458C456}"/>
                  </a:ext>
                </a:extLst>
              </p14:cNvPr>
              <p14:cNvContentPartPr/>
              <p14:nvPr/>
            </p14:nvContentPartPr>
            <p14:xfrm>
              <a:off x="6672432" y="3712520"/>
              <a:ext cx="203400" cy="3942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3ABE743F-2E3D-471F-B9D2-6ECA6458C45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636432" y="3676520"/>
                <a:ext cx="27504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95496BF-7769-40AA-9928-39D5CA84A7EA}"/>
                  </a:ext>
                </a:extLst>
              </p14:cNvPr>
              <p14:cNvContentPartPr/>
              <p14:nvPr/>
            </p14:nvContentPartPr>
            <p14:xfrm>
              <a:off x="6926592" y="3884960"/>
              <a:ext cx="155160" cy="23508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95496BF-7769-40AA-9928-39D5CA84A7E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890592" y="3849320"/>
                <a:ext cx="22680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841A1FF4-02A3-4C0A-A21A-0589989FA16A}"/>
                  </a:ext>
                </a:extLst>
              </p14:cNvPr>
              <p14:cNvContentPartPr/>
              <p14:nvPr/>
            </p14:nvContentPartPr>
            <p14:xfrm>
              <a:off x="6769632" y="3609200"/>
              <a:ext cx="348480" cy="3888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841A1FF4-02A3-4C0A-A21A-0589989FA16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733632" y="3573200"/>
                <a:ext cx="42012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EE324770-4C50-4F6F-936E-BE32C3A00357}"/>
                  </a:ext>
                </a:extLst>
              </p14:cNvPr>
              <p14:cNvContentPartPr/>
              <p14:nvPr/>
            </p14:nvContentPartPr>
            <p14:xfrm>
              <a:off x="7600152" y="3965600"/>
              <a:ext cx="104760" cy="15624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EE324770-4C50-4F6F-936E-BE32C3A0035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564152" y="3929960"/>
                <a:ext cx="1764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ADAE1E36-73A8-4C9D-97EE-9B20FED7A912}"/>
                  </a:ext>
                </a:extLst>
              </p14:cNvPr>
              <p14:cNvContentPartPr/>
              <p14:nvPr/>
            </p14:nvContentPartPr>
            <p14:xfrm>
              <a:off x="7777992" y="3991880"/>
              <a:ext cx="142560" cy="13176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ADAE1E36-73A8-4C9D-97EE-9B20FED7A912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741992" y="3956240"/>
                <a:ext cx="21420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8AEF646F-A694-49E6-A49A-D04D2318AC34}"/>
                  </a:ext>
                </a:extLst>
              </p14:cNvPr>
              <p14:cNvContentPartPr/>
              <p14:nvPr/>
            </p14:nvContentPartPr>
            <p14:xfrm>
              <a:off x="7950432" y="3936800"/>
              <a:ext cx="102240" cy="1692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8AEF646F-A694-49E6-A49A-D04D2318AC3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914792" y="3900800"/>
                <a:ext cx="17388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3F406547-0859-4EC6-8304-7AC2F5705857}"/>
                  </a:ext>
                </a:extLst>
              </p14:cNvPr>
              <p14:cNvContentPartPr/>
              <p14:nvPr/>
            </p14:nvContentPartPr>
            <p14:xfrm>
              <a:off x="7999752" y="3974600"/>
              <a:ext cx="10800" cy="15300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3F406547-0859-4EC6-8304-7AC2F570585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964112" y="3938960"/>
                <a:ext cx="8244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2C51464-072B-4285-8E72-0F089F055323}"/>
                  </a:ext>
                </a:extLst>
              </p14:cNvPr>
              <p14:cNvContentPartPr/>
              <p14:nvPr/>
            </p14:nvContentPartPr>
            <p14:xfrm>
              <a:off x="8212872" y="3815120"/>
              <a:ext cx="167040" cy="3024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2C51464-072B-4285-8E72-0F089F05532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176872" y="3779120"/>
                <a:ext cx="2386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271B0DEB-A1CF-4970-9192-D702EE9CB5C1}"/>
                  </a:ext>
                </a:extLst>
              </p14:cNvPr>
              <p14:cNvContentPartPr/>
              <p14:nvPr/>
            </p14:nvContentPartPr>
            <p14:xfrm>
              <a:off x="8269032" y="3773000"/>
              <a:ext cx="27360" cy="2203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271B0DEB-A1CF-4970-9192-D702EE9CB5C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233032" y="3737000"/>
                <a:ext cx="9900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E2BBD1F8-822B-4D47-B155-9BF7F3F727F2}"/>
                  </a:ext>
                </a:extLst>
              </p14:cNvPr>
              <p14:cNvContentPartPr/>
              <p14:nvPr/>
            </p14:nvContentPartPr>
            <p14:xfrm>
              <a:off x="8654592" y="3512360"/>
              <a:ext cx="217800" cy="48564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E2BBD1F8-822B-4D47-B155-9BF7F3F727F2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618592" y="3476720"/>
                <a:ext cx="289440" cy="5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394B4049-5A4F-4DA5-AF8B-EE08003043A5}"/>
                  </a:ext>
                </a:extLst>
              </p14:cNvPr>
              <p14:cNvContentPartPr/>
              <p14:nvPr/>
            </p14:nvContentPartPr>
            <p14:xfrm>
              <a:off x="8884632" y="3842120"/>
              <a:ext cx="159840" cy="17244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394B4049-5A4F-4DA5-AF8B-EE08003043A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848992" y="3806480"/>
                <a:ext cx="2314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A59161EA-05A4-421B-8613-C8AC4A7A6453}"/>
                  </a:ext>
                </a:extLst>
              </p14:cNvPr>
              <p14:cNvContentPartPr/>
              <p14:nvPr/>
            </p14:nvContentPartPr>
            <p14:xfrm>
              <a:off x="8921712" y="3949040"/>
              <a:ext cx="81000" cy="2376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A59161EA-05A4-421B-8613-C8AC4A7A645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8885712" y="3913400"/>
                <a:ext cx="1526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E200EFA3-AAAF-4E2F-9B6E-876F7CC3F915}"/>
                  </a:ext>
                </a:extLst>
              </p14:cNvPr>
              <p14:cNvContentPartPr/>
              <p14:nvPr/>
            </p14:nvContentPartPr>
            <p14:xfrm>
              <a:off x="9124032" y="3535400"/>
              <a:ext cx="225720" cy="52524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E200EFA3-AAAF-4E2F-9B6E-876F7CC3F91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088032" y="3499400"/>
                <a:ext cx="29736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A66F4A51-0582-42D2-A5D8-58E38A5F6113}"/>
                  </a:ext>
                </a:extLst>
              </p14:cNvPr>
              <p14:cNvContentPartPr/>
              <p14:nvPr/>
            </p14:nvContentPartPr>
            <p14:xfrm>
              <a:off x="9368472" y="3808280"/>
              <a:ext cx="163440" cy="2523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A66F4A51-0582-42D2-A5D8-58E38A5F611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332832" y="3772280"/>
                <a:ext cx="23508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C4863F4B-E1B4-4A03-B182-61436D0C81B4}"/>
                  </a:ext>
                </a:extLst>
              </p14:cNvPr>
              <p14:cNvContentPartPr/>
              <p14:nvPr/>
            </p14:nvContentPartPr>
            <p14:xfrm>
              <a:off x="9641712" y="3524240"/>
              <a:ext cx="244800" cy="49752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C4863F4B-E1B4-4A03-B182-61436D0C81B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606072" y="3488600"/>
                <a:ext cx="316440" cy="56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0789E04C-180E-42E4-B3F6-7756806587A5}"/>
                  </a:ext>
                </a:extLst>
              </p14:cNvPr>
              <p14:cNvContentPartPr/>
              <p14:nvPr/>
            </p14:nvContentPartPr>
            <p14:xfrm>
              <a:off x="9934392" y="3855440"/>
              <a:ext cx="97560" cy="14364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0789E04C-180E-42E4-B3F6-7756806587A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898752" y="3819800"/>
                <a:ext cx="1692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B300A864-2CCF-4BFC-BD16-BE892FEC1D06}"/>
                  </a:ext>
                </a:extLst>
              </p14:cNvPr>
              <p14:cNvContentPartPr/>
              <p14:nvPr/>
            </p14:nvContentPartPr>
            <p14:xfrm>
              <a:off x="10085592" y="3828800"/>
              <a:ext cx="154440" cy="13752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B300A864-2CCF-4BFC-BD16-BE892FEC1D06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0049592" y="3792800"/>
                <a:ext cx="2260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DF0DE429-9B20-420D-AC80-EDDE25E74AFE}"/>
                  </a:ext>
                </a:extLst>
              </p14:cNvPr>
              <p14:cNvContentPartPr/>
              <p14:nvPr/>
            </p14:nvContentPartPr>
            <p14:xfrm>
              <a:off x="10263792" y="3814040"/>
              <a:ext cx="138240" cy="18648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DF0DE429-9B20-420D-AC80-EDDE25E74AF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0228152" y="3778400"/>
                <a:ext cx="20988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DCA133F2-8CE8-4C69-8165-E74146F0918E}"/>
                  </a:ext>
                </a:extLst>
              </p14:cNvPr>
              <p14:cNvContentPartPr/>
              <p14:nvPr/>
            </p14:nvContentPartPr>
            <p14:xfrm>
              <a:off x="9654672" y="3427400"/>
              <a:ext cx="646560" cy="6948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DCA133F2-8CE8-4C69-8165-E74146F0918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9618672" y="3391400"/>
                <a:ext cx="71820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EC02EA15-29DD-4A9F-AB2F-7898E1A3B3DB}"/>
                  </a:ext>
                </a:extLst>
              </p14:cNvPr>
              <p14:cNvContentPartPr/>
              <p14:nvPr/>
            </p14:nvContentPartPr>
            <p14:xfrm>
              <a:off x="4053992" y="4185120"/>
              <a:ext cx="1877400" cy="114588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EC02EA15-29DD-4A9F-AB2F-7898E1A3B3DB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017992" y="4149120"/>
                <a:ext cx="1949040" cy="121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9" name="Group 368">
            <a:extLst>
              <a:ext uri="{FF2B5EF4-FFF2-40B4-BE49-F238E27FC236}">
                <a16:creationId xmlns:a16="http://schemas.microsoft.com/office/drawing/2014/main" id="{0ADBCE96-6929-4E70-86AE-F2E657D447D6}"/>
              </a:ext>
            </a:extLst>
          </p:cNvPr>
          <p:cNvGrpSpPr/>
          <p:nvPr/>
        </p:nvGrpSpPr>
        <p:grpSpPr>
          <a:xfrm>
            <a:off x="6464164" y="2777027"/>
            <a:ext cx="3032280" cy="532800"/>
            <a:chOff x="6924960" y="2371120"/>
            <a:chExt cx="3032280" cy="53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57E37BBF-7273-442E-90C6-F687D5D37298}"/>
                    </a:ext>
                  </a:extLst>
                </p14:cNvPr>
                <p14:cNvContentPartPr/>
                <p14:nvPr/>
              </p14:nvContentPartPr>
              <p14:xfrm>
                <a:off x="6924960" y="2385160"/>
                <a:ext cx="169920" cy="3902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57E37BBF-7273-442E-90C6-F687D5D3729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888960" y="2349160"/>
                  <a:ext cx="2415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AF8BEDA5-5E93-4418-B4E3-9D47C7EE0B16}"/>
                    </a:ext>
                  </a:extLst>
                </p14:cNvPr>
                <p14:cNvContentPartPr/>
                <p14:nvPr/>
              </p14:nvContentPartPr>
              <p14:xfrm>
                <a:off x="7200720" y="2606560"/>
                <a:ext cx="177480" cy="13896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AF8BEDA5-5E93-4418-B4E3-9D47C7EE0B1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164720" y="2570920"/>
                  <a:ext cx="249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D646828B-6E04-483A-BAF9-76BF0BAFA2D6}"/>
                    </a:ext>
                  </a:extLst>
                </p14:cNvPr>
                <p14:cNvContentPartPr/>
                <p14:nvPr/>
              </p14:nvContentPartPr>
              <p14:xfrm>
                <a:off x="7425720" y="2566600"/>
                <a:ext cx="275400" cy="15120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D646828B-6E04-483A-BAF9-76BF0BAFA2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389720" y="2530600"/>
                  <a:ext cx="3470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4B5FFAA8-F4BD-46B7-AA50-EA228231CCF7}"/>
                    </a:ext>
                  </a:extLst>
                </p14:cNvPr>
                <p14:cNvContentPartPr/>
                <p14:nvPr/>
              </p14:nvContentPartPr>
              <p14:xfrm>
                <a:off x="7842240" y="2541040"/>
                <a:ext cx="123120" cy="12816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4B5FFAA8-F4BD-46B7-AA50-EA228231CCF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806240" y="2505040"/>
                  <a:ext cx="1947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6C969543-5B1D-4881-9839-390072E0B217}"/>
                    </a:ext>
                  </a:extLst>
                </p14:cNvPr>
                <p14:cNvContentPartPr/>
                <p14:nvPr/>
              </p14:nvContentPartPr>
              <p14:xfrm>
                <a:off x="8029080" y="2519440"/>
                <a:ext cx="60480" cy="1717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6C969543-5B1D-4881-9839-390072E0B21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93440" y="2483800"/>
                  <a:ext cx="1321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4B90C50-F9C1-4A30-8BC2-B40A04907EEA}"/>
                    </a:ext>
                  </a:extLst>
                </p14:cNvPr>
                <p14:cNvContentPartPr/>
                <p14:nvPr/>
              </p14:nvContentPartPr>
              <p14:xfrm>
                <a:off x="8037720" y="2467600"/>
                <a:ext cx="158400" cy="12204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4B90C50-F9C1-4A30-8BC2-B40A04907EE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01720" y="2431960"/>
                  <a:ext cx="2300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D1DDA1AE-6E5F-4988-B4B5-2376F20696AE}"/>
                    </a:ext>
                  </a:extLst>
                </p14:cNvPr>
                <p14:cNvContentPartPr/>
                <p14:nvPr/>
              </p14:nvContentPartPr>
              <p14:xfrm>
                <a:off x="8389080" y="2392720"/>
                <a:ext cx="158400" cy="3099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D1DDA1AE-6E5F-4988-B4B5-2376F20696A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353080" y="2357080"/>
                  <a:ext cx="2300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CA75E65F-6891-40EC-8BD5-108A690C8B54}"/>
                    </a:ext>
                  </a:extLst>
                </p14:cNvPr>
                <p14:cNvContentPartPr/>
                <p14:nvPr/>
              </p14:nvContentPartPr>
              <p14:xfrm>
                <a:off x="8596080" y="2494240"/>
                <a:ext cx="228600" cy="1839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CA75E65F-6891-40EC-8BD5-108A690C8B5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560080" y="2458240"/>
                  <a:ext cx="3002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A48956FC-9A34-41C2-A704-86FB94FAE82A}"/>
                    </a:ext>
                  </a:extLst>
                </p14:cNvPr>
                <p14:cNvContentPartPr/>
                <p14:nvPr/>
              </p14:nvContentPartPr>
              <p14:xfrm>
                <a:off x="8784000" y="2500720"/>
                <a:ext cx="101520" cy="15156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A48956FC-9A34-41C2-A704-86FB94FAE82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748000" y="2464720"/>
                  <a:ext cx="1731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F5ADFF9A-35AF-4E18-9B6A-26E61A4E1E46}"/>
                    </a:ext>
                  </a:extLst>
                </p14:cNvPr>
                <p14:cNvContentPartPr/>
                <p14:nvPr/>
              </p14:nvContentPartPr>
              <p14:xfrm>
                <a:off x="8920080" y="2476960"/>
                <a:ext cx="115920" cy="1760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F5ADFF9A-35AF-4E18-9B6A-26E61A4E1E4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884080" y="2441320"/>
                  <a:ext cx="1875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81002A9-B44B-455D-BA26-7911ED572870}"/>
                    </a:ext>
                  </a:extLst>
                </p14:cNvPr>
                <p14:cNvContentPartPr/>
                <p14:nvPr/>
              </p14:nvContentPartPr>
              <p14:xfrm>
                <a:off x="9097560" y="2468320"/>
                <a:ext cx="164880" cy="1468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81002A9-B44B-455D-BA26-7911ED57287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061560" y="2432680"/>
                  <a:ext cx="236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2997CB1C-857E-4AB4-9A71-69A03CA4BE46}"/>
                    </a:ext>
                  </a:extLst>
                </p14:cNvPr>
                <p14:cNvContentPartPr/>
                <p14:nvPr/>
              </p14:nvContentPartPr>
              <p14:xfrm>
                <a:off x="9320400" y="2439160"/>
                <a:ext cx="129960" cy="13644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2997CB1C-857E-4AB4-9A71-69A03CA4BE4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284760" y="2403520"/>
                  <a:ext cx="201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FC27AD3-EB0F-4320-93B6-FCB3A3AB1774}"/>
                    </a:ext>
                  </a:extLst>
                </p14:cNvPr>
                <p14:cNvContentPartPr/>
                <p14:nvPr/>
              </p14:nvContentPartPr>
              <p14:xfrm>
                <a:off x="9473040" y="2421880"/>
                <a:ext cx="122400" cy="1224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FC27AD3-EB0F-4320-93B6-FCB3A3AB177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437040" y="2386240"/>
                  <a:ext cx="194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D2F92FCF-1C38-4E3F-BDA3-0B40981B0604}"/>
                    </a:ext>
                  </a:extLst>
                </p14:cNvPr>
                <p14:cNvContentPartPr/>
                <p14:nvPr/>
              </p14:nvContentPartPr>
              <p14:xfrm>
                <a:off x="9567720" y="2371120"/>
                <a:ext cx="200520" cy="21996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D2F92FCF-1C38-4E3F-BDA3-0B40981B060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532080" y="2335120"/>
                  <a:ext cx="2721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54D487E-E9A7-41F5-8422-579863F5EEBB}"/>
                    </a:ext>
                  </a:extLst>
                </p14:cNvPr>
                <p14:cNvContentPartPr/>
                <p14:nvPr/>
              </p14:nvContentPartPr>
              <p14:xfrm>
                <a:off x="7018200" y="2682520"/>
                <a:ext cx="2939040" cy="22140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54D487E-E9A7-41F5-8422-579863F5EEB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982200" y="2646880"/>
                  <a:ext cx="30106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0443A325-29C0-4AE1-B3F5-76B61DC63746}"/>
                    </a:ext>
                  </a:extLst>
                </p14:cNvPr>
                <p14:cNvContentPartPr/>
                <p14:nvPr/>
              </p14:nvContentPartPr>
              <p14:xfrm>
                <a:off x="9847080" y="2388760"/>
                <a:ext cx="29520" cy="169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0443A325-29C0-4AE1-B3F5-76B61DC6374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811080" y="2353120"/>
                  <a:ext cx="101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5B0FD21B-A8D4-4DD3-8CBB-943E9D74FDB0}"/>
                    </a:ext>
                  </a:extLst>
                </p14:cNvPr>
                <p14:cNvContentPartPr/>
                <p14:nvPr/>
              </p14:nvContentPartPr>
              <p14:xfrm>
                <a:off x="9873000" y="2534560"/>
                <a:ext cx="16560" cy="140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5B0FD21B-A8D4-4DD3-8CBB-943E9D74FDB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837360" y="2498920"/>
                  <a:ext cx="8820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B93EDA77-677E-4723-B53D-7A6276E375B6}"/>
              </a:ext>
            </a:extLst>
          </p:cNvPr>
          <p:cNvGrpSpPr/>
          <p:nvPr/>
        </p:nvGrpSpPr>
        <p:grpSpPr>
          <a:xfrm>
            <a:off x="5405952" y="4374920"/>
            <a:ext cx="5888240" cy="2100760"/>
            <a:chOff x="5405952" y="4374920"/>
            <a:chExt cx="5888240" cy="210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23D0FC3-37E8-4703-B564-D25E32C17A25}"/>
                    </a:ext>
                  </a:extLst>
                </p14:cNvPr>
                <p14:cNvContentPartPr/>
                <p14:nvPr/>
              </p14:nvContentPartPr>
              <p14:xfrm>
                <a:off x="5425752" y="4574000"/>
                <a:ext cx="114120" cy="122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23D0FC3-37E8-4703-B564-D25E32C17A2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390112" y="4538000"/>
                  <a:ext cx="185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DB33F6F-E587-476B-90B0-017BF169101E}"/>
                    </a:ext>
                  </a:extLst>
                </p14:cNvPr>
                <p14:cNvContentPartPr/>
                <p14:nvPr/>
              </p14:nvContentPartPr>
              <p14:xfrm>
                <a:off x="5448072" y="4592000"/>
                <a:ext cx="78840" cy="1303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DB33F6F-E587-476B-90B0-017BF169101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412432" y="4556000"/>
                  <a:ext cx="1504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5069E7C7-9CB8-4A67-A5E2-06E9D3FB49E9}"/>
                    </a:ext>
                  </a:extLst>
                </p14:cNvPr>
                <p14:cNvContentPartPr/>
                <p14:nvPr/>
              </p14:nvContentPartPr>
              <p14:xfrm>
                <a:off x="5405952" y="4582280"/>
                <a:ext cx="224640" cy="1598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5069E7C7-9CB8-4A67-A5E2-06E9D3FB49E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369952" y="4546280"/>
                  <a:ext cx="2962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7CE3184-B59D-44CC-B13A-96340ABF0541}"/>
                    </a:ext>
                  </a:extLst>
                </p14:cNvPr>
                <p14:cNvContentPartPr/>
                <p14:nvPr/>
              </p14:nvContentPartPr>
              <p14:xfrm>
                <a:off x="5761632" y="4589480"/>
                <a:ext cx="237240" cy="2368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7CE3184-B59D-44CC-B13A-96340ABF054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725992" y="4553480"/>
                  <a:ext cx="3088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6D48C9C-00C2-4303-B131-2B435E668A4A}"/>
                    </a:ext>
                  </a:extLst>
                </p14:cNvPr>
                <p14:cNvContentPartPr/>
                <p14:nvPr/>
              </p14:nvContentPartPr>
              <p14:xfrm>
                <a:off x="5869632" y="4616840"/>
                <a:ext cx="440280" cy="511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6D48C9C-00C2-4303-B131-2B435E668A4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33992" y="4580840"/>
                  <a:ext cx="5119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9DA050E-ADAA-4DDB-ACAE-260D219DF825}"/>
                    </a:ext>
                  </a:extLst>
                </p14:cNvPr>
                <p14:cNvContentPartPr/>
                <p14:nvPr/>
              </p14:nvContentPartPr>
              <p14:xfrm>
                <a:off x="5962512" y="4689920"/>
                <a:ext cx="303840" cy="2160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9DA050E-ADAA-4DDB-ACAE-260D219DF82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926512" y="4654280"/>
                  <a:ext cx="3754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A1BC892D-21B4-4953-BED6-F179D3B2BD78}"/>
                    </a:ext>
                  </a:extLst>
                </p14:cNvPr>
                <p14:cNvContentPartPr/>
                <p14:nvPr/>
              </p14:nvContentPartPr>
              <p14:xfrm>
                <a:off x="6254472" y="4535120"/>
                <a:ext cx="154800" cy="2728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A1BC892D-21B4-4953-BED6-F179D3B2BD7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218832" y="4499120"/>
                  <a:ext cx="22644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7C7AF97-632B-4045-9F87-BFDF2BE0B882}"/>
                    </a:ext>
                  </a:extLst>
                </p14:cNvPr>
                <p14:cNvContentPartPr/>
                <p14:nvPr/>
              </p14:nvContentPartPr>
              <p14:xfrm>
                <a:off x="6623112" y="4522160"/>
                <a:ext cx="194400" cy="336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7C7AF97-632B-4045-9F87-BFDF2BE0B88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587472" y="4486160"/>
                  <a:ext cx="2660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952CEE6-DFFC-4A24-BA6D-0DF48CDE0BBA}"/>
                    </a:ext>
                  </a:extLst>
                </p14:cNvPr>
                <p14:cNvContentPartPr/>
                <p14:nvPr/>
              </p14:nvContentPartPr>
              <p14:xfrm>
                <a:off x="6991752" y="4756880"/>
                <a:ext cx="69480" cy="903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952CEE6-DFFC-4A24-BA6D-0DF48CDE0BB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956112" y="4721240"/>
                  <a:ext cx="141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E3467CB-27F6-4067-BA31-B5FD0E1265D4}"/>
                    </a:ext>
                  </a:extLst>
                </p14:cNvPr>
                <p14:cNvContentPartPr/>
                <p14:nvPr/>
              </p14:nvContentPartPr>
              <p14:xfrm>
                <a:off x="7252032" y="4612880"/>
                <a:ext cx="216000" cy="75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E3467CB-27F6-4067-BA31-B5FD0E1265D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216392" y="4577240"/>
                  <a:ext cx="2876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5E22C43-0C33-4097-BC10-F182550B9CDC}"/>
                    </a:ext>
                  </a:extLst>
                </p14:cNvPr>
                <p14:cNvContentPartPr/>
                <p14:nvPr/>
              </p14:nvContentPartPr>
              <p14:xfrm>
                <a:off x="7361112" y="4566800"/>
                <a:ext cx="11160" cy="1634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5E22C43-0C33-4097-BC10-F182550B9CD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325112" y="4531160"/>
                  <a:ext cx="828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180CF89-E52C-4C03-96C5-94DEB95F6A79}"/>
                    </a:ext>
                  </a:extLst>
                </p14:cNvPr>
                <p14:cNvContentPartPr/>
                <p14:nvPr/>
              </p14:nvContentPartPr>
              <p14:xfrm>
                <a:off x="7723992" y="4491560"/>
                <a:ext cx="157320" cy="1814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180CF89-E52C-4C03-96C5-94DEB95F6A7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687992" y="4455920"/>
                  <a:ext cx="228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7959FE3-8EFB-4652-84F0-9DA48CB606CE}"/>
                    </a:ext>
                  </a:extLst>
                </p14:cNvPr>
                <p14:cNvContentPartPr/>
                <p14:nvPr/>
              </p14:nvContentPartPr>
              <p14:xfrm>
                <a:off x="7838832" y="4523960"/>
                <a:ext cx="250560" cy="352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7959FE3-8EFB-4652-84F0-9DA48CB606C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03192" y="4488320"/>
                  <a:ext cx="322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D01B3C1-FAF3-45AB-9710-E6A0D2C799BC}"/>
                    </a:ext>
                  </a:extLst>
                </p14:cNvPr>
                <p14:cNvContentPartPr/>
                <p14:nvPr/>
              </p14:nvContentPartPr>
              <p14:xfrm>
                <a:off x="7866552" y="4592720"/>
                <a:ext cx="280080" cy="291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D01B3C1-FAF3-45AB-9710-E6A0D2C799B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830552" y="4557080"/>
                  <a:ext cx="3517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0A8EED6-920B-4782-85B6-511DBADC0634}"/>
                    </a:ext>
                  </a:extLst>
                </p14:cNvPr>
                <p14:cNvContentPartPr/>
                <p14:nvPr/>
              </p14:nvContentPartPr>
              <p14:xfrm>
                <a:off x="8103792" y="4482560"/>
                <a:ext cx="167400" cy="2181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0A8EED6-920B-4782-85B6-511DBADC063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068152" y="4446920"/>
                  <a:ext cx="2390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4B33E42-57E0-43D8-8039-21DAC7CCB9BE}"/>
                    </a:ext>
                  </a:extLst>
                </p14:cNvPr>
                <p14:cNvContentPartPr/>
                <p14:nvPr/>
              </p14:nvContentPartPr>
              <p14:xfrm>
                <a:off x="8441832" y="4413800"/>
                <a:ext cx="237600" cy="2433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4B33E42-57E0-43D8-8039-21DAC7CCB9B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405832" y="4378160"/>
                  <a:ext cx="3092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407D888-F992-42F9-AFB9-EBC6F2729215}"/>
                    </a:ext>
                  </a:extLst>
                </p14:cNvPr>
                <p14:cNvContentPartPr/>
                <p14:nvPr/>
              </p14:nvContentPartPr>
              <p14:xfrm>
                <a:off x="7369752" y="4963520"/>
                <a:ext cx="34200" cy="32184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407D888-F992-42F9-AFB9-EBC6F272921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333752" y="4927880"/>
                  <a:ext cx="10584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4599962-4016-4B56-93C9-176140D0819D}"/>
                    </a:ext>
                  </a:extLst>
                </p14:cNvPr>
                <p14:cNvContentPartPr/>
                <p14:nvPr/>
              </p14:nvContentPartPr>
              <p14:xfrm>
                <a:off x="7516992" y="4939400"/>
                <a:ext cx="22680" cy="3416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4599962-4016-4B56-93C9-176140D0819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481352" y="4903400"/>
                  <a:ext cx="943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B019357-2780-4C67-9854-C116850D51FC}"/>
                    </a:ext>
                  </a:extLst>
                </p14:cNvPr>
                <p14:cNvContentPartPr/>
                <p14:nvPr/>
              </p14:nvContentPartPr>
              <p14:xfrm>
                <a:off x="7277592" y="5276720"/>
                <a:ext cx="341280" cy="1454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B019357-2780-4C67-9854-C116850D51F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241592" y="5241080"/>
                  <a:ext cx="4129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F15C541-ABAA-4B25-87C4-2AAF3B4E5477}"/>
                    </a:ext>
                  </a:extLst>
                </p14:cNvPr>
                <p14:cNvContentPartPr/>
                <p14:nvPr/>
              </p14:nvContentPartPr>
              <p14:xfrm>
                <a:off x="5641752" y="5688560"/>
                <a:ext cx="243000" cy="1152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F15C541-ABAA-4B25-87C4-2AAF3B4E547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605752" y="5652920"/>
                  <a:ext cx="314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7404EA6-9197-47C4-8538-AA8B490A0C3F}"/>
                    </a:ext>
                  </a:extLst>
                </p14:cNvPr>
                <p14:cNvContentPartPr/>
                <p14:nvPr/>
              </p14:nvContentPartPr>
              <p14:xfrm>
                <a:off x="8739912" y="4608560"/>
                <a:ext cx="131400" cy="1828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7404EA6-9197-47C4-8538-AA8B490A0C3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703912" y="4572560"/>
                  <a:ext cx="2030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EBB747A-8123-4635-B41C-3C450263EF49}"/>
                    </a:ext>
                  </a:extLst>
                </p14:cNvPr>
                <p14:cNvContentPartPr/>
                <p14:nvPr/>
              </p14:nvContentPartPr>
              <p14:xfrm>
                <a:off x="9030432" y="4374920"/>
                <a:ext cx="571320" cy="320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EBB747A-8123-4635-B41C-3C450263EF4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94432" y="4338920"/>
                  <a:ext cx="642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BAA9C06-6E4F-40B4-99C0-C760181BA7B3}"/>
                    </a:ext>
                  </a:extLst>
                </p14:cNvPr>
                <p14:cNvContentPartPr/>
                <p14:nvPr/>
              </p14:nvContentPartPr>
              <p14:xfrm>
                <a:off x="9612552" y="4398320"/>
                <a:ext cx="185040" cy="2430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BAA9C06-6E4F-40B4-99C0-C760181BA7B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576552" y="4362320"/>
                  <a:ext cx="2566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806F52B-67A5-4A87-98DF-FE0DDCDD2868}"/>
                    </a:ext>
                  </a:extLst>
                </p14:cNvPr>
                <p14:cNvContentPartPr/>
                <p14:nvPr/>
              </p14:nvContentPartPr>
              <p14:xfrm>
                <a:off x="9731712" y="4507760"/>
                <a:ext cx="267120" cy="165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806F52B-67A5-4A87-98DF-FE0DDCDD286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696072" y="4472120"/>
                  <a:ext cx="338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9505ED7-269D-455D-A586-8A06B9447890}"/>
                    </a:ext>
                  </a:extLst>
                </p14:cNvPr>
                <p14:cNvContentPartPr/>
                <p14:nvPr/>
              </p14:nvContentPartPr>
              <p14:xfrm>
                <a:off x="9739632" y="4568960"/>
                <a:ext cx="275400" cy="288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9505ED7-269D-455D-A586-8A06B944789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703632" y="4533320"/>
                  <a:ext cx="347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04E2245-46AD-4520-B201-76AB82ECCCB2}"/>
                    </a:ext>
                  </a:extLst>
                </p14:cNvPr>
                <p14:cNvContentPartPr/>
                <p14:nvPr/>
              </p14:nvContentPartPr>
              <p14:xfrm>
                <a:off x="9974712" y="4457000"/>
                <a:ext cx="131760" cy="211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04E2245-46AD-4520-B201-76AB82ECCCB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938712" y="4421360"/>
                  <a:ext cx="203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375AC3D-AC4A-4EEB-B25E-A47A2F0D69A2}"/>
                    </a:ext>
                  </a:extLst>
                </p14:cNvPr>
                <p14:cNvContentPartPr/>
                <p14:nvPr/>
              </p14:nvContentPartPr>
              <p14:xfrm>
                <a:off x="10178832" y="4503080"/>
                <a:ext cx="306720" cy="1069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375AC3D-AC4A-4EEB-B25E-A47A2F0D69A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143192" y="4467440"/>
                  <a:ext cx="3783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4876081B-27FD-4F1B-914B-3B38B19FDFD4}"/>
                    </a:ext>
                  </a:extLst>
                </p14:cNvPr>
                <p14:cNvContentPartPr/>
                <p14:nvPr/>
              </p14:nvContentPartPr>
              <p14:xfrm>
                <a:off x="5995632" y="5499200"/>
                <a:ext cx="169200" cy="3873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4876081B-27FD-4F1B-914B-3B38B19FDFD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959992" y="5463200"/>
                  <a:ext cx="24084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40201EE-E19D-4BDA-AFD1-23400423E012}"/>
                    </a:ext>
                  </a:extLst>
                </p14:cNvPr>
                <p14:cNvContentPartPr/>
                <p14:nvPr/>
              </p14:nvContentPartPr>
              <p14:xfrm>
                <a:off x="6222432" y="5669120"/>
                <a:ext cx="151560" cy="2599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40201EE-E19D-4BDA-AFD1-23400423E01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186792" y="5633120"/>
                  <a:ext cx="2232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22EA387-3224-464E-9EBE-AA36D30C06DE}"/>
                    </a:ext>
                  </a:extLst>
                </p14:cNvPr>
                <p14:cNvContentPartPr/>
                <p14:nvPr/>
              </p14:nvContentPartPr>
              <p14:xfrm>
                <a:off x="6267432" y="5795840"/>
                <a:ext cx="57960" cy="46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22EA387-3224-464E-9EBE-AA36D30C06D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231792" y="5759840"/>
                  <a:ext cx="1296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6795595-FDE5-4DCE-B2F6-E48A6753CCA6}"/>
                    </a:ext>
                  </a:extLst>
                </p14:cNvPr>
                <p14:cNvContentPartPr/>
                <p14:nvPr/>
              </p14:nvContentPartPr>
              <p14:xfrm>
                <a:off x="6506472" y="5594600"/>
                <a:ext cx="180000" cy="2530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6795595-FDE5-4DCE-B2F6-E48A6753CCA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470472" y="5558960"/>
                  <a:ext cx="2516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C61BC87-C946-4678-B006-8C74203A4801}"/>
                    </a:ext>
                  </a:extLst>
                </p14:cNvPr>
                <p14:cNvContentPartPr/>
                <p14:nvPr/>
              </p14:nvContentPartPr>
              <p14:xfrm>
                <a:off x="6751632" y="5606480"/>
                <a:ext cx="172800" cy="892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C61BC87-C946-4678-B006-8C74203A480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715992" y="5570480"/>
                  <a:ext cx="2444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8C60D0D-C800-465F-8314-B7994A2733F9}"/>
                    </a:ext>
                  </a:extLst>
                </p14:cNvPr>
                <p14:cNvContentPartPr/>
                <p14:nvPr/>
              </p14:nvContentPartPr>
              <p14:xfrm>
                <a:off x="7054752" y="5427920"/>
                <a:ext cx="86400" cy="3772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8C60D0D-C800-465F-8314-B7994A2733F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018752" y="5392280"/>
                  <a:ext cx="1580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C340045-488C-4DF9-83EC-66824B2E769E}"/>
                    </a:ext>
                  </a:extLst>
                </p14:cNvPr>
                <p14:cNvContentPartPr/>
                <p14:nvPr/>
              </p14:nvContentPartPr>
              <p14:xfrm>
                <a:off x="7248072" y="5614400"/>
                <a:ext cx="153000" cy="2242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C340045-488C-4DF9-83EC-66824B2E769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212072" y="5578400"/>
                  <a:ext cx="2246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F6B9B78-ED4E-433A-B40C-8CACBAEC7610}"/>
                    </a:ext>
                  </a:extLst>
                </p14:cNvPr>
                <p14:cNvContentPartPr/>
                <p14:nvPr/>
              </p14:nvContentPartPr>
              <p14:xfrm>
                <a:off x="5468952" y="5380760"/>
                <a:ext cx="269280" cy="6004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F6B9B78-ED4E-433A-B40C-8CACBAEC761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432952" y="5345120"/>
                  <a:ext cx="34092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120878B-EEE1-4005-B2B5-B05588E87B67}"/>
                    </a:ext>
                  </a:extLst>
                </p14:cNvPr>
                <p14:cNvContentPartPr/>
                <p14:nvPr/>
              </p14:nvContentPartPr>
              <p14:xfrm>
                <a:off x="7571712" y="5522960"/>
                <a:ext cx="203040" cy="2797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120878B-EEE1-4005-B2B5-B05588E87B6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536072" y="5486960"/>
                  <a:ext cx="2746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750A1CF-048A-4D88-8004-61BA977D9C7F}"/>
                    </a:ext>
                  </a:extLst>
                </p14:cNvPr>
                <p14:cNvContentPartPr/>
                <p14:nvPr/>
              </p14:nvContentPartPr>
              <p14:xfrm>
                <a:off x="7867632" y="5407400"/>
                <a:ext cx="191160" cy="3747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750A1CF-048A-4D88-8004-61BA977D9C7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831632" y="5371400"/>
                  <a:ext cx="26280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685F0A1-5554-4D6D-9C3D-4C9A3B337D00}"/>
                    </a:ext>
                  </a:extLst>
                </p14:cNvPr>
                <p14:cNvContentPartPr/>
                <p14:nvPr/>
              </p14:nvContentPartPr>
              <p14:xfrm>
                <a:off x="8107392" y="5600720"/>
                <a:ext cx="102600" cy="1893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685F0A1-5554-4D6D-9C3D-4C9A3B337D0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071752" y="5565080"/>
                  <a:ext cx="1742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35DF6AD-C4EB-487C-8710-3E31F663E1AD}"/>
                    </a:ext>
                  </a:extLst>
                </p14:cNvPr>
                <p14:cNvContentPartPr/>
                <p14:nvPr/>
              </p14:nvContentPartPr>
              <p14:xfrm>
                <a:off x="8269032" y="5594600"/>
                <a:ext cx="105480" cy="1911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35DF6AD-C4EB-487C-8710-3E31F663E1A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233032" y="5558960"/>
                  <a:ext cx="1771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309D8DA-3DDD-4D4F-B459-ABF103BEF77F}"/>
                    </a:ext>
                  </a:extLst>
                </p14:cNvPr>
                <p14:cNvContentPartPr/>
                <p14:nvPr/>
              </p14:nvContentPartPr>
              <p14:xfrm>
                <a:off x="8410152" y="5567960"/>
                <a:ext cx="127080" cy="309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309D8DA-3DDD-4D4F-B459-ABF103BEF77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374512" y="5532320"/>
                  <a:ext cx="1987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3A0A71C-8916-49DA-911A-1C4B55B089E4}"/>
                    </a:ext>
                  </a:extLst>
                </p14:cNvPr>
                <p14:cNvContentPartPr/>
                <p14:nvPr/>
              </p14:nvContentPartPr>
              <p14:xfrm>
                <a:off x="8487192" y="5627720"/>
                <a:ext cx="23760" cy="1530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3A0A71C-8916-49DA-911A-1C4B55B089E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451552" y="5592080"/>
                  <a:ext cx="95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96BF554-ED46-4532-BD3A-66EB439D32FD}"/>
                    </a:ext>
                  </a:extLst>
                </p14:cNvPr>
                <p14:cNvContentPartPr/>
                <p14:nvPr/>
              </p14:nvContentPartPr>
              <p14:xfrm>
                <a:off x="8568552" y="5331440"/>
                <a:ext cx="102960" cy="5367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96BF554-ED46-4532-BD3A-66EB439D32F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532552" y="5295440"/>
                  <a:ext cx="17460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6975F1E-AE71-40C6-B2B2-821CDB1B2F79}"/>
                    </a:ext>
                  </a:extLst>
                </p14:cNvPr>
                <p14:cNvContentPartPr/>
                <p14:nvPr/>
              </p14:nvContentPartPr>
              <p14:xfrm>
                <a:off x="8819472" y="5467520"/>
                <a:ext cx="173160" cy="3178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6975F1E-AE71-40C6-B2B2-821CDB1B2F7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783832" y="5431520"/>
                  <a:ext cx="24480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1798F7D7-D1A4-4F49-8627-C5D15AB166EB}"/>
                    </a:ext>
                  </a:extLst>
                </p14:cNvPr>
                <p14:cNvContentPartPr/>
                <p14:nvPr/>
              </p14:nvContentPartPr>
              <p14:xfrm>
                <a:off x="9155712" y="5223440"/>
                <a:ext cx="231840" cy="5338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1798F7D7-D1A4-4F49-8627-C5D15AB166E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19712" y="5187440"/>
                  <a:ext cx="30348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21CC276-2EFB-4DDB-AF06-24BA0DB0DA4D}"/>
                    </a:ext>
                  </a:extLst>
                </p14:cNvPr>
                <p14:cNvContentPartPr/>
                <p14:nvPr/>
              </p14:nvContentPartPr>
              <p14:xfrm>
                <a:off x="9408072" y="5269520"/>
                <a:ext cx="141480" cy="3740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21CC276-2EFB-4DDB-AF06-24BA0DB0DA4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372072" y="5233520"/>
                  <a:ext cx="21312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57E222C9-2425-451D-9B31-03A69D07C02A}"/>
                    </a:ext>
                  </a:extLst>
                </p14:cNvPr>
                <p14:cNvContentPartPr/>
                <p14:nvPr/>
              </p14:nvContentPartPr>
              <p14:xfrm>
                <a:off x="9575472" y="5486960"/>
                <a:ext cx="133200" cy="2235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57E222C9-2425-451D-9B31-03A69D07C02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539472" y="5450960"/>
                  <a:ext cx="20484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7CE79DE-ED21-44DB-8823-8D4C0CE88BD5}"/>
                    </a:ext>
                  </a:extLst>
                </p14:cNvPr>
                <p14:cNvContentPartPr/>
                <p14:nvPr/>
              </p14:nvContentPartPr>
              <p14:xfrm>
                <a:off x="9588432" y="5586320"/>
                <a:ext cx="106200" cy="198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7CE79DE-ED21-44DB-8823-8D4C0CE88BD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552432" y="5550680"/>
                  <a:ext cx="1778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D5D9DD3-5C70-4D1D-BDC3-1497645380AA}"/>
                    </a:ext>
                  </a:extLst>
                </p14:cNvPr>
                <p14:cNvContentPartPr/>
                <p14:nvPr/>
              </p14:nvContentPartPr>
              <p14:xfrm>
                <a:off x="9989832" y="5215160"/>
                <a:ext cx="156600" cy="4428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D5D9DD3-5C70-4D1D-BDC3-1497645380A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953832" y="5179520"/>
                  <a:ext cx="22824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9ACC30A-A5A3-441D-8791-EBD1578E970E}"/>
                    </a:ext>
                  </a:extLst>
                </p14:cNvPr>
                <p14:cNvContentPartPr/>
                <p14:nvPr/>
              </p14:nvContentPartPr>
              <p14:xfrm>
                <a:off x="10170552" y="5446280"/>
                <a:ext cx="93240" cy="2199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9ACC30A-A5A3-441D-8791-EBD1578E970E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134552" y="5410280"/>
                  <a:ext cx="1648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8C89FCC-B5D2-4F30-9D63-C95DD8E80524}"/>
                    </a:ext>
                  </a:extLst>
                </p14:cNvPr>
                <p14:cNvContentPartPr/>
                <p14:nvPr/>
              </p14:nvContentPartPr>
              <p14:xfrm>
                <a:off x="10512552" y="5355560"/>
                <a:ext cx="172080" cy="16956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8C89FCC-B5D2-4F30-9D63-C95DD8E8052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476552" y="5319560"/>
                  <a:ext cx="243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755D695-73EF-45E6-84BF-0E8A9720F30B}"/>
                    </a:ext>
                  </a:extLst>
                </p14:cNvPr>
                <p14:cNvContentPartPr/>
                <p14:nvPr/>
              </p14:nvContentPartPr>
              <p14:xfrm>
                <a:off x="10673472" y="5267360"/>
                <a:ext cx="143640" cy="3920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755D695-73EF-45E6-84BF-0E8A9720F30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637472" y="5231360"/>
                  <a:ext cx="21528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4002E253-E559-448C-BB64-779E225C51AE}"/>
                    </a:ext>
                  </a:extLst>
                </p14:cNvPr>
                <p14:cNvContentPartPr/>
                <p14:nvPr/>
              </p14:nvContentPartPr>
              <p14:xfrm>
                <a:off x="10797672" y="5550680"/>
                <a:ext cx="139680" cy="1404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4002E253-E559-448C-BB64-779E225C51A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762032" y="5514680"/>
                  <a:ext cx="2113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9EBB027-4CCC-42EB-B3FD-8A42CF2A42CC}"/>
                    </a:ext>
                  </a:extLst>
                </p14:cNvPr>
                <p14:cNvContentPartPr/>
                <p14:nvPr/>
              </p14:nvContentPartPr>
              <p14:xfrm>
                <a:off x="10979112" y="5555360"/>
                <a:ext cx="144360" cy="1530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9EBB027-4CCC-42EB-B3FD-8A42CF2A42CC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943472" y="5519720"/>
                  <a:ext cx="216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1856648E-6A55-4B13-A30E-98D89CBEB301}"/>
                    </a:ext>
                  </a:extLst>
                </p14:cNvPr>
                <p14:cNvContentPartPr/>
                <p14:nvPr/>
              </p14:nvContentPartPr>
              <p14:xfrm>
                <a:off x="11097192" y="5580200"/>
                <a:ext cx="109440" cy="270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1856648E-6A55-4B13-A30E-98D89CBEB30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061552" y="5544560"/>
                  <a:ext cx="1810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97C2436-1020-4C5B-8AB5-F77C83662CAE}"/>
                    </a:ext>
                  </a:extLst>
                </p14:cNvPr>
                <p14:cNvContentPartPr/>
                <p14:nvPr/>
              </p14:nvContentPartPr>
              <p14:xfrm>
                <a:off x="11164592" y="5610080"/>
                <a:ext cx="20520" cy="1184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97C2436-1020-4C5B-8AB5-F77C83662CA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128592" y="5574080"/>
                  <a:ext cx="921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2989F65B-CFFF-4035-862E-1B88A686DB07}"/>
                    </a:ext>
                  </a:extLst>
                </p14:cNvPr>
                <p14:cNvContentPartPr/>
                <p14:nvPr/>
              </p14:nvContentPartPr>
              <p14:xfrm>
                <a:off x="11126792" y="5223440"/>
                <a:ext cx="167400" cy="6098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2989F65B-CFFF-4035-862E-1B88A686DB0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090792" y="5187800"/>
                  <a:ext cx="23904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E74FD33-5183-4A68-8CE6-948BCF8ED52A}"/>
                    </a:ext>
                  </a:extLst>
                </p14:cNvPr>
                <p14:cNvContentPartPr/>
                <p14:nvPr/>
              </p14:nvContentPartPr>
              <p14:xfrm>
                <a:off x="6036392" y="6045120"/>
                <a:ext cx="33120" cy="3805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E74FD33-5183-4A68-8CE6-948BCF8ED52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000752" y="6009480"/>
                  <a:ext cx="10476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7DD8FD9-D04D-4DF6-BACC-51816DE11F11}"/>
                    </a:ext>
                  </a:extLst>
                </p14:cNvPr>
                <p14:cNvContentPartPr/>
                <p14:nvPr/>
              </p14:nvContentPartPr>
              <p14:xfrm>
                <a:off x="6792752" y="6184800"/>
                <a:ext cx="116280" cy="2188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7DD8FD9-D04D-4DF6-BACC-51816DE11F1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757112" y="6148800"/>
                  <a:ext cx="1879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5AD7D377-E432-43FB-B91F-001F4FF69D77}"/>
                    </a:ext>
                  </a:extLst>
                </p14:cNvPr>
                <p14:cNvContentPartPr/>
                <p14:nvPr/>
              </p14:nvContentPartPr>
              <p14:xfrm>
                <a:off x="6965192" y="6197400"/>
                <a:ext cx="118800" cy="1911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5AD7D377-E432-43FB-B91F-001F4FF69D77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929192" y="6161400"/>
                  <a:ext cx="190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BDC44ED-E4FE-49E8-92A0-1D852D5BA429}"/>
                    </a:ext>
                  </a:extLst>
                </p14:cNvPr>
                <p14:cNvContentPartPr/>
                <p14:nvPr/>
              </p14:nvContentPartPr>
              <p14:xfrm>
                <a:off x="7131872" y="6217200"/>
                <a:ext cx="118440" cy="1713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BDC44ED-E4FE-49E8-92A0-1D852D5BA42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095872" y="6181200"/>
                  <a:ext cx="1900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B3D5327-F035-4F2B-B8BD-56DA5BF7E124}"/>
                    </a:ext>
                  </a:extLst>
                </p14:cNvPr>
                <p14:cNvContentPartPr/>
                <p14:nvPr/>
              </p14:nvContentPartPr>
              <p14:xfrm>
                <a:off x="7275872" y="6157080"/>
                <a:ext cx="122400" cy="2282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B3D5327-F035-4F2B-B8BD-56DA5BF7E12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240232" y="6121440"/>
                  <a:ext cx="1940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C7800D32-1358-489E-926C-1FED7A7FCC9E}"/>
                    </a:ext>
                  </a:extLst>
                </p14:cNvPr>
                <p14:cNvContentPartPr/>
                <p14:nvPr/>
              </p14:nvContentPartPr>
              <p14:xfrm>
                <a:off x="7470272" y="6114600"/>
                <a:ext cx="46800" cy="3610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C7800D32-1358-489E-926C-1FED7A7FCC9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434272" y="6078960"/>
                  <a:ext cx="11844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29D1CE6-B201-4B11-80F2-C3235A650216}"/>
                    </a:ext>
                  </a:extLst>
                </p14:cNvPr>
                <p14:cNvContentPartPr/>
                <p14:nvPr/>
              </p14:nvContentPartPr>
              <p14:xfrm>
                <a:off x="7403672" y="6204960"/>
                <a:ext cx="140040" cy="954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29D1CE6-B201-4B11-80F2-C3235A65021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367672" y="6168960"/>
                  <a:ext cx="211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F50C2650-19A7-4B23-A4E2-360DF8AB0920}"/>
                    </a:ext>
                  </a:extLst>
                </p14:cNvPr>
                <p14:cNvContentPartPr/>
                <p14:nvPr/>
              </p14:nvContentPartPr>
              <p14:xfrm>
                <a:off x="7552352" y="6148800"/>
                <a:ext cx="202320" cy="2422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F50C2650-19A7-4B23-A4E2-360DF8AB0920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516712" y="6112800"/>
                  <a:ext cx="2739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6DF3E795-3FBE-426D-8CD0-901AF855F18E}"/>
                    </a:ext>
                  </a:extLst>
                </p14:cNvPr>
                <p14:cNvContentPartPr/>
                <p14:nvPr/>
              </p14:nvContentPartPr>
              <p14:xfrm>
                <a:off x="7840352" y="6231240"/>
                <a:ext cx="164880" cy="1242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6DF3E795-3FBE-426D-8CD0-901AF855F18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804712" y="6195240"/>
                  <a:ext cx="2365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E3168912-F045-46AA-86F7-1CACF836C240}"/>
                    </a:ext>
                  </a:extLst>
                </p14:cNvPr>
                <p14:cNvContentPartPr/>
                <p14:nvPr/>
              </p14:nvContentPartPr>
              <p14:xfrm>
                <a:off x="8102432" y="6308640"/>
                <a:ext cx="29520" cy="1303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E3168912-F045-46AA-86F7-1CACF836C240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066432" y="6272640"/>
                  <a:ext cx="1011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3C39CD43-2E5B-4212-83B5-C71D1BD0885D}"/>
                    </a:ext>
                  </a:extLst>
                </p14:cNvPr>
                <p14:cNvContentPartPr/>
                <p14:nvPr/>
              </p14:nvContentPartPr>
              <p14:xfrm>
                <a:off x="6408992" y="6186240"/>
                <a:ext cx="11160" cy="1778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3C39CD43-2E5B-4212-83B5-C71D1BD0885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373352" y="6150240"/>
                  <a:ext cx="828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227A67B7-6770-4ABD-94F9-C4ABB1393B79}"/>
                    </a:ext>
                  </a:extLst>
                </p14:cNvPr>
                <p14:cNvContentPartPr/>
                <p14:nvPr/>
              </p14:nvContentPartPr>
              <p14:xfrm>
                <a:off x="6444992" y="6075720"/>
                <a:ext cx="360" cy="180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227A67B7-6770-4ABD-94F9-C4ABB1393B7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409352" y="6039720"/>
                  <a:ext cx="72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93C238F9-045C-4408-BC8F-9E858BC5F356}"/>
                    </a:ext>
                  </a:extLst>
                </p14:cNvPr>
                <p14:cNvContentPartPr/>
                <p14:nvPr/>
              </p14:nvContentPartPr>
              <p14:xfrm>
                <a:off x="6582512" y="6061320"/>
                <a:ext cx="32760" cy="2980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93C238F9-045C-4408-BC8F-9E858BC5F35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546872" y="6025680"/>
                  <a:ext cx="1044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65E9ACB1-19BB-474D-B61F-D5E26FF363FE}"/>
                    </a:ext>
                  </a:extLst>
                </p14:cNvPr>
                <p14:cNvContentPartPr/>
                <p14:nvPr/>
              </p14:nvContentPartPr>
              <p14:xfrm>
                <a:off x="6554792" y="6120000"/>
                <a:ext cx="186120" cy="921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65E9ACB1-19BB-474D-B61F-D5E26FF363F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519152" y="6084000"/>
                  <a:ext cx="2577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6323686C-0CDB-4E00-94E5-9B85CB42440F}"/>
                    </a:ext>
                  </a:extLst>
                </p14:cNvPr>
                <p14:cNvContentPartPr/>
                <p14:nvPr/>
              </p14:nvContentPartPr>
              <p14:xfrm>
                <a:off x="8318072" y="5952960"/>
                <a:ext cx="188640" cy="41940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6323686C-0CDB-4E00-94E5-9B85CB42440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282432" y="5916960"/>
                  <a:ext cx="2602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29A3CAF7-BA91-4AE5-990C-73420EB8A679}"/>
                    </a:ext>
                  </a:extLst>
                </p14:cNvPr>
                <p14:cNvContentPartPr/>
                <p14:nvPr/>
              </p14:nvContentPartPr>
              <p14:xfrm>
                <a:off x="8655512" y="6103200"/>
                <a:ext cx="79200" cy="1569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29A3CAF7-BA91-4AE5-990C-73420EB8A67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619512" y="6067200"/>
                  <a:ext cx="150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8DB929FE-DFBB-410C-9205-D74FF90A11C1}"/>
                    </a:ext>
                  </a:extLst>
                </p14:cNvPr>
                <p14:cNvContentPartPr/>
                <p14:nvPr/>
              </p14:nvContentPartPr>
              <p14:xfrm>
                <a:off x="8819312" y="6035160"/>
                <a:ext cx="42480" cy="2376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8DB929FE-DFBB-410C-9205-D74FF90A11C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783672" y="5999520"/>
                  <a:ext cx="1141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0B2D6805-A4E1-4709-8D73-756467A8BA24}"/>
                    </a:ext>
                  </a:extLst>
                </p14:cNvPr>
                <p14:cNvContentPartPr/>
                <p14:nvPr/>
              </p14:nvContentPartPr>
              <p14:xfrm>
                <a:off x="8766392" y="6108600"/>
                <a:ext cx="182520" cy="417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0B2D6805-A4E1-4709-8D73-756467A8BA2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730752" y="6072600"/>
                  <a:ext cx="254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3D673FD2-7A7D-4BE7-9C34-F3E3A8675D50}"/>
                    </a:ext>
                  </a:extLst>
                </p14:cNvPr>
                <p14:cNvContentPartPr/>
                <p14:nvPr/>
              </p14:nvContentPartPr>
              <p14:xfrm>
                <a:off x="8985632" y="6039480"/>
                <a:ext cx="309600" cy="21060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3D673FD2-7A7D-4BE7-9C34-F3E3A8675D5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949632" y="6003480"/>
                  <a:ext cx="3812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61A2EFDD-C32D-47BE-A129-A813D59031F6}"/>
                    </a:ext>
                  </a:extLst>
                </p14:cNvPr>
                <p14:cNvContentPartPr/>
                <p14:nvPr/>
              </p14:nvContentPartPr>
              <p14:xfrm>
                <a:off x="9333032" y="6102480"/>
                <a:ext cx="93960" cy="12096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61A2EFDD-C32D-47BE-A129-A813D59031F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297392" y="6066480"/>
                  <a:ext cx="1656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54E9F19E-8667-4EFA-9209-53EE2B602604}"/>
                    </a:ext>
                  </a:extLst>
                </p14:cNvPr>
                <p14:cNvContentPartPr/>
                <p14:nvPr/>
              </p14:nvContentPartPr>
              <p14:xfrm>
                <a:off x="9486752" y="6106080"/>
                <a:ext cx="184680" cy="13032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54E9F19E-8667-4EFA-9209-53EE2B60260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451112" y="6070440"/>
                  <a:ext cx="2563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28BD0C03-C8C0-4293-A010-9AECD0F15A6D}"/>
                    </a:ext>
                  </a:extLst>
                </p14:cNvPr>
                <p14:cNvContentPartPr/>
                <p14:nvPr/>
              </p14:nvContentPartPr>
              <p14:xfrm>
                <a:off x="9774752" y="6080160"/>
                <a:ext cx="92520" cy="12600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28BD0C03-C8C0-4293-A010-9AECD0F15A6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739112" y="6044520"/>
                  <a:ext cx="1641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FBBF701D-76D3-4CB8-BE94-A6C9DEAA4F89}"/>
                    </a:ext>
                  </a:extLst>
                </p14:cNvPr>
                <p14:cNvContentPartPr/>
                <p14:nvPr/>
              </p14:nvContentPartPr>
              <p14:xfrm>
                <a:off x="9914432" y="6043080"/>
                <a:ext cx="270000" cy="14940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FBBF701D-76D3-4CB8-BE94-A6C9DEAA4F8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878432" y="6007080"/>
                  <a:ext cx="341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48DE382B-E47D-46A7-955B-B07A20D8DE8F}"/>
                    </a:ext>
                  </a:extLst>
                </p14:cNvPr>
                <p14:cNvContentPartPr/>
                <p14:nvPr/>
              </p14:nvContentPartPr>
              <p14:xfrm>
                <a:off x="10531112" y="5970360"/>
                <a:ext cx="14040" cy="1836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48DE382B-E47D-46A7-955B-B07A20D8DE8F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495472" y="5934360"/>
                  <a:ext cx="856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90B96A88-981C-43EF-9AC5-575ED5D3F9F3}"/>
                    </a:ext>
                  </a:extLst>
                </p14:cNvPr>
                <p14:cNvContentPartPr/>
                <p14:nvPr/>
              </p14:nvContentPartPr>
              <p14:xfrm>
                <a:off x="10531112" y="6141000"/>
                <a:ext cx="3600" cy="396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90B96A88-981C-43EF-9AC5-575ED5D3F9F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495472" y="6105360"/>
                  <a:ext cx="752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F91C7E1B-C62F-49F9-83CC-865BBF1928B8}"/>
                    </a:ext>
                  </a:extLst>
                </p14:cNvPr>
                <p14:cNvContentPartPr/>
                <p14:nvPr/>
              </p14:nvContentPartPr>
              <p14:xfrm>
                <a:off x="10722992" y="5922840"/>
                <a:ext cx="123480" cy="26748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F91C7E1B-C62F-49F9-83CC-865BBF1928B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687352" y="5887200"/>
                  <a:ext cx="1951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B2D0AE77-8A99-4979-AD99-ADB623825BC5}"/>
                    </a:ext>
                  </a:extLst>
                </p14:cNvPr>
                <p14:cNvContentPartPr/>
                <p14:nvPr/>
              </p14:nvContentPartPr>
              <p14:xfrm>
                <a:off x="9756640" y="5361280"/>
                <a:ext cx="166680" cy="22572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B2D0AE77-8A99-4979-AD99-ADB623825BC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720640" y="5325280"/>
                  <a:ext cx="2383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E18F732B-8A6B-4742-A21F-AD54C0499A6D}"/>
                    </a:ext>
                  </a:extLst>
                </p14:cNvPr>
                <p14:cNvContentPartPr/>
                <p14:nvPr/>
              </p14:nvContentPartPr>
              <p14:xfrm>
                <a:off x="10299160" y="5317000"/>
                <a:ext cx="171360" cy="24444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E18F732B-8A6B-4742-A21F-AD54C0499A6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263160" y="5281360"/>
                  <a:ext cx="243000" cy="31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1594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58E27-171A-4F24-BC15-331C5EF56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would this look like as a circuit?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4924168E-11F6-4AAF-847F-F85FAFAE410A}"/>
                  </a:ext>
                </a:extLst>
              </p14:cNvPr>
              <p14:cNvContentPartPr/>
              <p14:nvPr/>
            </p14:nvContentPartPr>
            <p14:xfrm>
              <a:off x="3711780" y="5031000"/>
              <a:ext cx="1557720" cy="2116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4924168E-11F6-4AAF-847F-F85FAFAE41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6140" y="4995360"/>
                <a:ext cx="16293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5EB9682-320A-415B-A623-98E69C4E8B8F}"/>
                  </a:ext>
                </a:extLst>
              </p14:cNvPr>
              <p14:cNvContentPartPr/>
              <p14:nvPr/>
            </p14:nvContentPartPr>
            <p14:xfrm>
              <a:off x="3744180" y="5342040"/>
              <a:ext cx="1516320" cy="1699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5EB9682-320A-415B-A623-98E69C4E8B8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08180" y="5306040"/>
                <a:ext cx="158796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C26E26D4-9BF7-407E-B5D9-0EB839F77278}"/>
                  </a:ext>
                </a:extLst>
              </p14:cNvPr>
              <p14:cNvContentPartPr/>
              <p14:nvPr/>
            </p14:nvContentPartPr>
            <p14:xfrm>
              <a:off x="5598540" y="3269160"/>
              <a:ext cx="1720440" cy="5356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C26E26D4-9BF7-407E-B5D9-0EB839F772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62540" y="3233160"/>
                <a:ext cx="1792080" cy="60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160D463-1714-4E29-96EC-0802B7A4BF04}"/>
              </a:ext>
            </a:extLst>
          </p:cNvPr>
          <p:cNvGrpSpPr/>
          <p:nvPr/>
        </p:nvGrpSpPr>
        <p:grpSpPr>
          <a:xfrm>
            <a:off x="3035700" y="2458080"/>
            <a:ext cx="5796720" cy="3657600"/>
            <a:chOff x="3035700" y="2458080"/>
            <a:chExt cx="5796720" cy="365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A4E5C2C-8E13-4993-A5C2-3995A62DA6B7}"/>
                    </a:ext>
                  </a:extLst>
                </p14:cNvPr>
                <p14:cNvContentPartPr/>
                <p14:nvPr/>
              </p14:nvContentPartPr>
              <p14:xfrm>
                <a:off x="3266460" y="5812560"/>
                <a:ext cx="135720" cy="3031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A4E5C2C-8E13-4993-A5C2-3995A62DA6B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30820" y="5776920"/>
                  <a:ext cx="2073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E5F370B-E352-431A-8F78-E3D6003DCF86}"/>
                    </a:ext>
                  </a:extLst>
                </p14:cNvPr>
                <p14:cNvContentPartPr/>
                <p14:nvPr/>
              </p14:nvContentPartPr>
              <p14:xfrm>
                <a:off x="3446100" y="5997600"/>
                <a:ext cx="65880" cy="117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E5F370B-E352-431A-8F78-E3D6003DCF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10460" y="5961960"/>
                  <a:ext cx="1375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5AA38D9-550E-47C3-804A-F30A17F843DC}"/>
                    </a:ext>
                  </a:extLst>
                </p14:cNvPr>
                <p14:cNvContentPartPr/>
                <p14:nvPr/>
              </p14:nvContentPartPr>
              <p14:xfrm>
                <a:off x="3578940" y="5985720"/>
                <a:ext cx="121680" cy="90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5AA38D9-550E-47C3-804A-F30A17F843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42940" y="5950080"/>
                  <a:ext cx="193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3AF38AB-6F43-4CAD-B7A4-DDC9362A7729}"/>
                    </a:ext>
                  </a:extLst>
                </p14:cNvPr>
                <p14:cNvContentPartPr/>
                <p14:nvPr/>
              </p14:nvContentPartPr>
              <p14:xfrm>
                <a:off x="3733380" y="5953680"/>
                <a:ext cx="74160" cy="131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3AF38AB-6F43-4CAD-B7A4-DDC9362A772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97380" y="5918040"/>
                  <a:ext cx="145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69C9C34-24CD-42E1-9575-D508FAA5A05F}"/>
                    </a:ext>
                  </a:extLst>
                </p14:cNvPr>
                <p14:cNvContentPartPr/>
                <p14:nvPr/>
              </p14:nvContentPartPr>
              <p14:xfrm>
                <a:off x="3234060" y="5727240"/>
                <a:ext cx="563760" cy="40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69C9C34-24CD-42E1-9575-D508FAA5A05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98420" y="5691240"/>
                  <a:ext cx="6354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937DE65-3CB8-4202-A51F-AC83E799C29D}"/>
                    </a:ext>
                  </a:extLst>
                </p14:cNvPr>
                <p14:cNvContentPartPr/>
                <p14:nvPr/>
              </p14:nvContentPartPr>
              <p14:xfrm>
                <a:off x="3161340" y="4830120"/>
                <a:ext cx="146880" cy="285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937DE65-3CB8-4202-A51F-AC83E799C29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125700" y="4794480"/>
                  <a:ext cx="2185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30C5610-ACAD-4761-89E5-45C2A465646D}"/>
                    </a:ext>
                  </a:extLst>
                </p14:cNvPr>
                <p14:cNvContentPartPr/>
                <p14:nvPr/>
              </p14:nvContentPartPr>
              <p14:xfrm>
                <a:off x="3424860" y="4974840"/>
                <a:ext cx="119160" cy="164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30C5610-ACAD-4761-89E5-45C2A46564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88860" y="4939200"/>
                  <a:ext cx="1908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DB8828E-D892-47C2-BF91-54709E640C36}"/>
                    </a:ext>
                  </a:extLst>
                </p14:cNvPr>
                <p14:cNvContentPartPr/>
                <p14:nvPr/>
              </p14:nvContentPartPr>
              <p14:xfrm>
                <a:off x="3454380" y="5070240"/>
                <a:ext cx="51120" cy="90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DB8828E-D892-47C2-BF91-54709E640C3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18740" y="5034600"/>
                  <a:ext cx="122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D99C458-86EC-43BA-98BB-9C709A7AB321}"/>
                    </a:ext>
                  </a:extLst>
                </p14:cNvPr>
                <p14:cNvContentPartPr/>
                <p14:nvPr/>
              </p14:nvContentPartPr>
              <p14:xfrm>
                <a:off x="3208500" y="5337000"/>
                <a:ext cx="126360" cy="258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D99C458-86EC-43BA-98BB-9C709A7AB32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72500" y="5301360"/>
                  <a:ext cx="1980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4DE6C6D-325E-4A7B-B48E-3E316B054A7F}"/>
                    </a:ext>
                  </a:extLst>
                </p14:cNvPr>
                <p14:cNvContentPartPr/>
                <p14:nvPr/>
              </p14:nvContentPartPr>
              <p14:xfrm>
                <a:off x="3435300" y="5425200"/>
                <a:ext cx="152280" cy="204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4DE6C6D-325E-4A7B-B48E-3E316B054A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99660" y="5389560"/>
                  <a:ext cx="2239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1A68168-3A87-43A7-8887-F2DC202FC8CF}"/>
                    </a:ext>
                  </a:extLst>
                </p14:cNvPr>
                <p14:cNvContentPartPr/>
                <p14:nvPr/>
              </p14:nvContentPartPr>
              <p14:xfrm>
                <a:off x="5336100" y="5013360"/>
                <a:ext cx="24480" cy="517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1A68168-3A87-43A7-8887-F2DC202FC8C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00100" y="4977360"/>
                  <a:ext cx="9612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5D2FC07-DC9D-4719-926A-C5F8622A139A}"/>
                    </a:ext>
                  </a:extLst>
                </p14:cNvPr>
                <p14:cNvContentPartPr/>
                <p14:nvPr/>
              </p14:nvContentPartPr>
              <p14:xfrm>
                <a:off x="5360220" y="5033520"/>
                <a:ext cx="408600" cy="529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5D2FC07-DC9D-4719-926A-C5F8622A139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24580" y="4997520"/>
                  <a:ext cx="48024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C6AA070-F7D9-48DE-B448-022116A4D240}"/>
                    </a:ext>
                  </a:extLst>
                </p14:cNvPr>
                <p14:cNvContentPartPr/>
                <p14:nvPr/>
              </p14:nvContentPartPr>
              <p14:xfrm>
                <a:off x="3951540" y="5489280"/>
                <a:ext cx="1351440" cy="529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C6AA070-F7D9-48DE-B448-022116A4D24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15540" y="5453280"/>
                  <a:ext cx="142308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7250F4A-13E1-4F18-B3AB-715531E53B4D}"/>
                    </a:ext>
                  </a:extLst>
                </p14:cNvPr>
                <p14:cNvContentPartPr/>
                <p14:nvPr/>
              </p14:nvContentPartPr>
              <p14:xfrm>
                <a:off x="3138660" y="3999600"/>
                <a:ext cx="171000" cy="322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7250F4A-13E1-4F18-B3AB-715531E53B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03020" y="3963960"/>
                  <a:ext cx="2426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AC5B2A-705E-42C5-BFBC-46C15A2F17B0}"/>
                    </a:ext>
                  </a:extLst>
                </p14:cNvPr>
                <p14:cNvContentPartPr/>
                <p14:nvPr/>
              </p14:nvContentPartPr>
              <p14:xfrm>
                <a:off x="3346020" y="4187160"/>
                <a:ext cx="62640" cy="1324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AC5B2A-705E-42C5-BFBC-46C15A2F17B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0380" y="4151160"/>
                  <a:ext cx="1342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358B11C-7990-467E-94B9-40DA64CC1E8F}"/>
                    </a:ext>
                  </a:extLst>
                </p14:cNvPr>
                <p14:cNvContentPartPr/>
                <p14:nvPr/>
              </p14:nvContentPartPr>
              <p14:xfrm>
                <a:off x="3453660" y="4187520"/>
                <a:ext cx="127080" cy="135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358B11C-7990-467E-94B9-40DA64CC1E8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18020" y="4151880"/>
                  <a:ext cx="198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814F383-8F24-4E44-99C5-09F1C3383DA7}"/>
                    </a:ext>
                  </a:extLst>
                </p14:cNvPr>
                <p14:cNvContentPartPr/>
                <p14:nvPr/>
              </p14:nvContentPartPr>
              <p14:xfrm>
                <a:off x="3571740" y="4170960"/>
                <a:ext cx="95040" cy="61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814F383-8F24-4E44-99C5-09F1C3383DA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36100" y="4135320"/>
                  <a:ext cx="1666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E74AE34-ECCE-4813-A8C0-F0603EDD7BFB}"/>
                    </a:ext>
                  </a:extLst>
                </p14:cNvPr>
                <p14:cNvContentPartPr/>
                <p14:nvPr/>
              </p14:nvContentPartPr>
              <p14:xfrm>
                <a:off x="3644460" y="4193280"/>
                <a:ext cx="24480" cy="144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E74AE34-ECCE-4813-A8C0-F0603EDD7BF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08460" y="4157280"/>
                  <a:ext cx="96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22348DA-1373-4951-A1A3-67DC532A93D2}"/>
                    </a:ext>
                  </a:extLst>
                </p14:cNvPr>
                <p14:cNvContentPartPr/>
                <p14:nvPr/>
              </p14:nvContentPartPr>
              <p14:xfrm>
                <a:off x="3972780" y="4126320"/>
                <a:ext cx="758520" cy="24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22348DA-1373-4951-A1A3-67DC532A93D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37140" y="4090680"/>
                  <a:ext cx="8301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FC18862-0AB9-447C-A087-D76C1EE946B3}"/>
                    </a:ext>
                  </a:extLst>
                </p14:cNvPr>
                <p14:cNvContentPartPr/>
                <p14:nvPr/>
              </p14:nvContentPartPr>
              <p14:xfrm>
                <a:off x="3038580" y="2558160"/>
                <a:ext cx="183240" cy="381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FC18862-0AB9-447C-A087-D76C1EE946B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02580" y="2522160"/>
                  <a:ext cx="25488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529B574-91EC-4943-AB48-D6F03D465B2E}"/>
                    </a:ext>
                  </a:extLst>
                </p14:cNvPr>
                <p14:cNvContentPartPr/>
                <p14:nvPr/>
              </p14:nvContentPartPr>
              <p14:xfrm>
                <a:off x="3281220" y="2765880"/>
                <a:ext cx="143280" cy="163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529B574-91EC-4943-AB48-D6F03D465B2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45220" y="2729880"/>
                  <a:ext cx="2149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9DFA24F-0FAA-43A0-8914-A960F80B5C3B}"/>
                    </a:ext>
                  </a:extLst>
                </p14:cNvPr>
                <p14:cNvContentPartPr/>
                <p14:nvPr/>
              </p14:nvContentPartPr>
              <p14:xfrm>
                <a:off x="3270780" y="2862000"/>
                <a:ext cx="111960" cy="15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9DFA24F-0FAA-43A0-8914-A960F80B5C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34780" y="2826360"/>
                  <a:ext cx="183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FAAE43B-41BD-426E-8791-051D0CB6DD31}"/>
                    </a:ext>
                  </a:extLst>
                </p14:cNvPr>
                <p14:cNvContentPartPr/>
                <p14:nvPr/>
              </p14:nvContentPartPr>
              <p14:xfrm>
                <a:off x="3035700" y="2458080"/>
                <a:ext cx="304560" cy="14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FAAE43B-41BD-426E-8791-051D0CB6DD3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99700" y="2422440"/>
                  <a:ext cx="376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8A3718E-2671-4202-A855-4C08A00D922D}"/>
                    </a:ext>
                  </a:extLst>
                </p14:cNvPr>
                <p14:cNvContentPartPr/>
                <p14:nvPr/>
              </p14:nvContentPartPr>
              <p14:xfrm>
                <a:off x="3107340" y="3382920"/>
                <a:ext cx="175320" cy="352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8A3718E-2671-4202-A855-4C08A00D92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71700" y="3347280"/>
                  <a:ext cx="24696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B577CC2-61F4-44C2-BF00-5C6674E0F99C}"/>
                    </a:ext>
                  </a:extLst>
                </p14:cNvPr>
                <p14:cNvContentPartPr/>
                <p14:nvPr/>
              </p14:nvContentPartPr>
              <p14:xfrm>
                <a:off x="3292020" y="3571200"/>
                <a:ext cx="145080" cy="154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B577CC2-61F4-44C2-BF00-5C6674E0F99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56380" y="3535200"/>
                  <a:ext cx="216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0F79CE9-AE44-479D-AED0-DC01BAA972A9}"/>
                    </a:ext>
                  </a:extLst>
                </p14:cNvPr>
                <p14:cNvContentPartPr/>
                <p14:nvPr/>
              </p14:nvContentPartPr>
              <p14:xfrm>
                <a:off x="3084660" y="3322800"/>
                <a:ext cx="292320" cy="12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0F79CE9-AE44-479D-AED0-DC01BAA972A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48660" y="3287160"/>
                  <a:ext cx="3639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50E1536-30E4-4961-A406-43179C6FC0F0}"/>
                    </a:ext>
                  </a:extLst>
                </p14:cNvPr>
                <p14:cNvContentPartPr/>
                <p14:nvPr/>
              </p14:nvContentPartPr>
              <p14:xfrm>
                <a:off x="3739500" y="2772000"/>
                <a:ext cx="645480" cy="234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50E1536-30E4-4961-A406-43179C6FC0F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03860" y="2736360"/>
                  <a:ext cx="717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0E0A26B-9C2F-43D7-B0A1-0CF55DE1147D}"/>
                    </a:ext>
                  </a:extLst>
                </p14:cNvPr>
                <p14:cNvContentPartPr/>
                <p14:nvPr/>
              </p14:nvContentPartPr>
              <p14:xfrm>
                <a:off x="3684780" y="3515040"/>
                <a:ext cx="792000" cy="558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0E0A26B-9C2F-43D7-B0A1-0CF55DE1147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49140" y="3479040"/>
                  <a:ext cx="8636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5F27211-64AB-4886-8C09-47CF8F9F919D}"/>
                    </a:ext>
                  </a:extLst>
                </p14:cNvPr>
                <p14:cNvContentPartPr/>
                <p14:nvPr/>
              </p14:nvContentPartPr>
              <p14:xfrm>
                <a:off x="5109300" y="3009600"/>
                <a:ext cx="44640" cy="554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5F27211-64AB-4886-8C09-47CF8F9F919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73660" y="2973600"/>
                  <a:ext cx="11628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5CD37AC-FDB0-4597-BF03-BD594CAA5BA5}"/>
                    </a:ext>
                  </a:extLst>
                </p14:cNvPr>
                <p14:cNvContentPartPr/>
                <p14:nvPr/>
              </p14:nvContentPartPr>
              <p14:xfrm>
                <a:off x="5187420" y="2989440"/>
                <a:ext cx="410760" cy="5893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5CD37AC-FDB0-4597-BF03-BD594CAA5BA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51780" y="2953800"/>
                  <a:ext cx="48240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85200D4-5228-41A9-B656-11233C610B2B}"/>
                    </a:ext>
                  </a:extLst>
                </p14:cNvPr>
                <p14:cNvContentPartPr/>
                <p14:nvPr/>
              </p14:nvContentPartPr>
              <p14:xfrm>
                <a:off x="4417380" y="2784240"/>
                <a:ext cx="680760" cy="428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85200D4-5228-41A9-B656-11233C610B2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381740" y="2748600"/>
                  <a:ext cx="75240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CE9CE66-DCF0-4310-82AE-17C22413E877}"/>
                    </a:ext>
                  </a:extLst>
                </p14:cNvPr>
                <p14:cNvContentPartPr/>
                <p14:nvPr/>
              </p14:nvContentPartPr>
              <p14:xfrm>
                <a:off x="4464540" y="3344400"/>
                <a:ext cx="549720" cy="196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CE9CE66-DCF0-4310-82AE-17C22413E87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428900" y="3308400"/>
                  <a:ext cx="6213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B3C7449-544A-430E-A29E-5C65B34C7498}"/>
                    </a:ext>
                  </a:extLst>
                </p14:cNvPr>
                <p14:cNvContentPartPr/>
                <p14:nvPr/>
              </p14:nvContentPartPr>
              <p14:xfrm>
                <a:off x="4703580" y="3541680"/>
                <a:ext cx="410760" cy="598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B3C7449-544A-430E-A29E-5C65B34C749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67580" y="3506040"/>
                  <a:ext cx="48240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B34D942-0545-4D68-A177-49E19DD2FFD7}"/>
                    </a:ext>
                  </a:extLst>
                </p14:cNvPr>
                <p14:cNvContentPartPr/>
                <p14:nvPr/>
              </p14:nvContentPartPr>
              <p14:xfrm>
                <a:off x="4921020" y="3376080"/>
                <a:ext cx="177120" cy="6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B34D942-0545-4D68-A177-49E19DD2FFD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885020" y="3340440"/>
                  <a:ext cx="2487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317E988-568E-49BB-B732-0DD97F0F3659}"/>
                    </a:ext>
                  </a:extLst>
                </p14:cNvPr>
                <p14:cNvContentPartPr/>
                <p14:nvPr/>
              </p14:nvContentPartPr>
              <p14:xfrm>
                <a:off x="7201620" y="3549960"/>
                <a:ext cx="217080" cy="846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317E988-568E-49BB-B732-0DD97F0F365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65980" y="3514320"/>
                  <a:ext cx="288720" cy="9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9D31DEF-BB1B-44F1-BFF3-EA32EA97B45B}"/>
                    </a:ext>
                  </a:extLst>
                </p14:cNvPr>
                <p14:cNvContentPartPr/>
                <p14:nvPr/>
              </p14:nvContentPartPr>
              <p14:xfrm>
                <a:off x="7249140" y="3541320"/>
                <a:ext cx="705240" cy="9064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9D31DEF-BB1B-44F1-BFF3-EA32EA97B45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213140" y="3505320"/>
                  <a:ext cx="776880" cy="9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BDA9DA7-4C39-4BDC-A98D-E3F7DFD8DCE0}"/>
                    </a:ext>
                  </a:extLst>
                </p14:cNvPr>
                <p14:cNvContentPartPr/>
                <p14:nvPr/>
              </p14:nvContentPartPr>
              <p14:xfrm>
                <a:off x="5745420" y="5264640"/>
                <a:ext cx="40320" cy="14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BDA9DA7-4C39-4BDC-A98D-E3F7DFD8DCE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709420" y="5229000"/>
                  <a:ext cx="111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9C4BEFC-9C07-4A95-BCDF-4E02F362E7E5}"/>
                    </a:ext>
                  </a:extLst>
                </p14:cNvPr>
                <p14:cNvContentPartPr/>
                <p14:nvPr/>
              </p14:nvContentPartPr>
              <p14:xfrm>
                <a:off x="5769900" y="4305960"/>
                <a:ext cx="1466640" cy="1011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9C4BEFC-9C07-4A95-BCDF-4E02F362E7E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34260" y="4269960"/>
                  <a:ext cx="1538280" cy="10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12950C5-2B43-4846-B48F-4D07C845E029}"/>
                    </a:ext>
                  </a:extLst>
                </p14:cNvPr>
                <p14:cNvContentPartPr/>
                <p14:nvPr/>
              </p14:nvContentPartPr>
              <p14:xfrm>
                <a:off x="7991460" y="3970440"/>
                <a:ext cx="840960" cy="37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12950C5-2B43-4846-B48F-4D07C845E02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55460" y="3934800"/>
                  <a:ext cx="912600" cy="109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2184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097D-D0D5-4385-85BE-8EDCC66B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A510A-6F3A-4A6E-A95B-020972532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Hm… now we have a way to check if there’s overflow in addition!</a:t>
            </a:r>
          </a:p>
          <a:p>
            <a:r>
              <a:rPr lang="en-US" dirty="0"/>
              <a:t>a</a:t>
            </a:r>
            <a:r>
              <a:rPr lang="en-US"/>
              <a:t>nd</a:t>
            </a:r>
            <a:r>
              <a:rPr lang="en-US" dirty="0"/>
              <a:t>… we have a nice Boolean expression too!</a:t>
            </a:r>
          </a:p>
          <a:p>
            <a:pPr marL="0" indent="0">
              <a:buNone/>
            </a:pPr>
            <a:r>
              <a:rPr lang="en-US" dirty="0"/>
              <a:t>How would I get the signs?</a:t>
            </a:r>
          </a:p>
          <a:p>
            <a:r>
              <a:rPr lang="en-US" dirty="0"/>
              <a:t>Yup, just shift over by 31…</a:t>
            </a:r>
          </a:p>
          <a:p>
            <a:r>
              <a:rPr lang="en-US" dirty="0"/>
              <a:t>Logical negation might help…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03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606F0-0107-4C09-B02F-C6BD88CD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is Equal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808152-27E6-45A6-B5D1-D248911F6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31136" y="2638044"/>
                <a:ext cx="7729728" cy="3996436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Do we care about the signed bit?</a:t>
                </a:r>
              </a:p>
              <a:p>
                <a:r>
                  <a:rPr lang="en-US" dirty="0"/>
                  <a:t>Nope…</a:t>
                </a:r>
              </a:p>
              <a:p>
                <a:pPr marL="0" indent="0">
                  <a:buNone/>
                </a:pPr>
                <a:r>
                  <a:rPr lang="en-US" dirty="0"/>
                  <a:t>Let’s extract the relevant bits!</a:t>
                </a:r>
              </a:p>
              <a:p>
                <a:r>
                  <a:rPr lang="en-US" dirty="0"/>
                  <a:t>For a 32-bit int, what would a mask be ignoring the first bit?</a:t>
                </a:r>
              </a:p>
              <a:p>
                <a:r>
                  <a:rPr lang="en-US" dirty="0"/>
                  <a:t>0x7FFFFFFF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Edge Cases:</a:t>
                </a:r>
              </a:p>
              <a:p>
                <a:r>
                  <a:rPr lang="en-US" dirty="0"/>
                  <a:t>If both are zero, return 1</a:t>
                </a:r>
              </a:p>
              <a:p>
                <a:r>
                  <a:rPr lang="en-US" dirty="0"/>
                  <a:t>If the exponent bits is 0xFF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it’s </a:t>
                </a:r>
                <a:r>
                  <a:rPr lang="en-US" dirty="0" err="1"/>
                  <a:t>NaN</a:t>
                </a:r>
                <a:endParaRPr lang="en-US" dirty="0"/>
              </a:p>
              <a:p>
                <a:r>
                  <a:rPr lang="en-US" dirty="0"/>
                  <a:t>If the fractional bits are zero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it’s infinity</a:t>
                </a:r>
              </a:p>
              <a:p>
                <a:r>
                  <a:rPr lang="en-US" dirty="0"/>
                  <a:t>You can’t have a number have exponent bits of 0xFF and zero, it’s impossible!</a:t>
                </a:r>
              </a:p>
              <a:p>
                <a:pPr marL="0" indent="0">
                  <a:buNone/>
                </a:pPr>
                <a:r>
                  <a:rPr lang="en-US" dirty="0"/>
                  <a:t>If you hit anyone of the last 3 bulleted points, return 0. </a:t>
                </a:r>
              </a:p>
              <a:p>
                <a:pPr marL="0" indent="0">
                  <a:buNone/>
                </a:pPr>
                <a:r>
                  <a:rPr lang="en-US" dirty="0"/>
                  <a:t>Otherwise, just return </a:t>
                </a:r>
                <a:r>
                  <a:rPr lang="en-US" dirty="0" err="1"/>
                  <a:t>uf</a:t>
                </a:r>
                <a:r>
                  <a:rPr lang="en-US" dirty="0"/>
                  <a:t>==ug;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808152-27E6-45A6-B5D1-D248911F6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1136" y="2638044"/>
                <a:ext cx="7729728" cy="3996436"/>
              </a:xfrm>
              <a:blipFill>
                <a:blip r:embed="rId2"/>
                <a:stretch>
                  <a:fillRect l="-315" t="-1374" b="-16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63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2538-BEB8-4E36-B1E9-8DEC9181B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I’ll leave the rest to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AD6EA-2297-421B-AFA7-F8081B567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you have more questions, don’t hesitate to send me an email, schedule office hours, and I’d be happy to help you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04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994E-AFA2-4BC4-AA44-1E1C2C55B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Structs &amp; Lab 2 Hints Next Time!</a:t>
            </a:r>
          </a:p>
        </p:txBody>
      </p:sp>
    </p:spTree>
    <p:extLst>
      <p:ext uri="{BB962C8B-B14F-4D97-AF65-F5344CB8AC3E}">
        <p14:creationId xmlns:p14="http://schemas.microsoft.com/office/powerpoint/2010/main" val="127683209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1505</TotalTime>
  <Words>1808</Words>
  <Application>Microsoft Office PowerPoint</Application>
  <PresentationFormat>Widescreen</PresentationFormat>
  <Paragraphs>322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</vt:lpstr>
      <vt:lpstr>Cambria Math</vt:lpstr>
      <vt:lpstr>Gill Sans MT</vt:lpstr>
      <vt:lpstr>Parcel</vt:lpstr>
      <vt:lpstr>CS 449 Recitation 2</vt:lpstr>
      <vt:lpstr>Repeat after me</vt:lpstr>
      <vt:lpstr>Memory</vt:lpstr>
      <vt:lpstr>Memory</vt:lpstr>
      <vt:lpstr>The sizeof() function</vt:lpstr>
      <vt:lpstr>Pointers: An Analogy</vt:lpstr>
      <vt:lpstr>Lockers</vt:lpstr>
      <vt:lpstr>Locker Rooms</vt:lpstr>
      <vt:lpstr>Pointers!!!</vt:lpstr>
      <vt:lpstr>Pointers</vt:lpstr>
      <vt:lpstr>What is a Pointer?</vt:lpstr>
      <vt:lpstr>Another thing… Arrays don’t Exist in C!</vt:lpstr>
      <vt:lpstr>Address-OF (&amp;) Operator</vt:lpstr>
      <vt:lpstr>Pointers Example</vt:lpstr>
      <vt:lpstr>Pointers Example</vt:lpstr>
      <vt:lpstr>Pointers and Arrays</vt:lpstr>
      <vt:lpstr>Pointers and Arrays</vt:lpstr>
      <vt:lpstr>Arrays Example</vt:lpstr>
      <vt:lpstr>Accessing the Value at a pointer</vt:lpstr>
      <vt:lpstr>The value-at (Dereference) operator</vt:lpstr>
      <vt:lpstr>Pointer Example</vt:lpstr>
      <vt:lpstr>Array-Indexing operators</vt:lpstr>
      <vt:lpstr>The array indexing operator</vt:lpstr>
      <vt:lpstr>What the Brackets Actually do</vt:lpstr>
      <vt:lpstr>Scaling</vt:lpstr>
      <vt:lpstr>Pointer Arithmetic &amp; Void Pointers</vt:lpstr>
      <vt:lpstr>Memory Addresses are just Numbers</vt:lpstr>
      <vt:lpstr>Strings in C</vt:lpstr>
      <vt:lpstr>Strings are just char arrays</vt:lpstr>
      <vt:lpstr>Strings in C</vt:lpstr>
      <vt:lpstr>Basic String Functions</vt:lpstr>
      <vt:lpstr>String Manipulation Example</vt:lpstr>
      <vt:lpstr>Lab 1 hints</vt:lpstr>
      <vt:lpstr>Who likes bit manipulation?</vt:lpstr>
      <vt:lpstr>Bitwise and</vt:lpstr>
      <vt:lpstr>Bit XOR</vt:lpstr>
      <vt:lpstr>Biconditional</vt:lpstr>
      <vt:lpstr>Notice anything?</vt:lpstr>
      <vt:lpstr>Derivation of Boolean expression for XOR</vt:lpstr>
      <vt:lpstr>Detecting signed Overflow in hardware (brief review)</vt:lpstr>
      <vt:lpstr>Signed Overflow Detection</vt:lpstr>
      <vt:lpstr>Why Sum-of-products &amp; Karnaugh maps are awesome</vt:lpstr>
      <vt:lpstr>What would this look like as a circuit?</vt:lpstr>
      <vt:lpstr>Add OK</vt:lpstr>
      <vt:lpstr>Float is Equal</vt:lpstr>
      <vt:lpstr>I’ll leave the rest to you!</vt:lpstr>
      <vt:lpstr>Structs &amp; Lab 2 Hints Next Time!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449 Recitation 2</dc:title>
  <dc:creator>Lu, Gordon</dc:creator>
  <cp:lastModifiedBy>Lu, Gordon</cp:lastModifiedBy>
  <cp:revision>29</cp:revision>
  <dcterms:created xsi:type="dcterms:W3CDTF">2020-09-01T03:28:31Z</dcterms:created>
  <dcterms:modified xsi:type="dcterms:W3CDTF">2020-09-02T04:34:07Z</dcterms:modified>
</cp:coreProperties>
</file>