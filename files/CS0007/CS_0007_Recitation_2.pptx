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C3826FC1-02DD-4AF1-9EED-661883BA072A}" type="datetimeFigureOut">
              <a:rPr lang="en-US" smtClean="0"/>
              <a:t>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F08DD01-94A9-4F55-8414-7B0F2B8C555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859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26FC1-02DD-4AF1-9EED-661883BA072A}" type="datetimeFigureOut">
              <a:rPr lang="en-US" smtClean="0"/>
              <a:t>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DD01-94A9-4F55-8414-7B0F2B8C5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79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26FC1-02DD-4AF1-9EED-661883BA072A}" type="datetimeFigureOut">
              <a:rPr lang="en-US" smtClean="0"/>
              <a:t>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DD01-94A9-4F55-8414-7B0F2B8C555D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507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26FC1-02DD-4AF1-9EED-661883BA072A}" type="datetimeFigureOut">
              <a:rPr lang="en-US" smtClean="0"/>
              <a:t>1/22/2020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DD01-94A9-4F55-8414-7B0F2B8C5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55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26FC1-02DD-4AF1-9EED-661883BA072A}" type="datetimeFigureOut">
              <a:rPr lang="en-US" smtClean="0"/>
              <a:t>1/22/2020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DD01-94A9-4F55-8414-7B0F2B8C555D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790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26FC1-02DD-4AF1-9EED-661883BA072A}" type="datetimeFigureOut">
              <a:rPr lang="en-US" smtClean="0"/>
              <a:t>1/22/2020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DD01-94A9-4F55-8414-7B0F2B8C555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0859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26FC1-02DD-4AF1-9EED-661883BA072A}" type="datetimeFigureOut">
              <a:rPr lang="en-US" smtClean="0"/>
              <a:t>1/22/2020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DD01-94A9-4F55-8414-7B0F2B8C5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363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26FC1-02DD-4AF1-9EED-661883BA072A}" type="datetimeFigureOut">
              <a:rPr lang="en-US" smtClean="0"/>
              <a:t>1/22/2020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DD01-94A9-4F55-8414-7B0F2B8C555D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93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26FC1-02DD-4AF1-9EED-661883BA072A}" type="datetimeFigureOut">
              <a:rPr lang="en-US" smtClean="0"/>
              <a:t>1/22/2020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DD01-94A9-4F55-8414-7B0F2B8C5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608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26FC1-02DD-4AF1-9EED-661883BA072A}" type="datetimeFigureOut">
              <a:rPr lang="en-US" smtClean="0"/>
              <a:t>1/22/2020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DD01-94A9-4F55-8414-7B0F2B8C5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476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26FC1-02DD-4AF1-9EED-661883BA072A}" type="datetimeFigureOut">
              <a:rPr lang="en-US" smtClean="0"/>
              <a:t>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DD01-94A9-4F55-8414-7B0F2B8C555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9929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26FC1-02DD-4AF1-9EED-661883BA072A}" type="datetimeFigureOut">
              <a:rPr lang="en-US" smtClean="0"/>
              <a:t>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DD01-94A9-4F55-8414-7B0F2B8C555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9877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26FC1-02DD-4AF1-9EED-661883BA072A}" type="datetimeFigureOut">
              <a:rPr lang="en-US" smtClean="0"/>
              <a:t>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DD01-94A9-4F55-8414-7B0F2B8C5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94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26FC1-02DD-4AF1-9EED-661883BA072A}" type="datetimeFigureOut">
              <a:rPr lang="en-US" smtClean="0"/>
              <a:t>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DD01-94A9-4F55-8414-7B0F2B8C555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31063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26FC1-02DD-4AF1-9EED-661883BA072A}" type="datetimeFigureOut">
              <a:rPr lang="en-US" smtClean="0"/>
              <a:t>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DD01-94A9-4F55-8414-7B0F2B8C555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36544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26FC1-02DD-4AF1-9EED-661883BA072A}" type="datetimeFigureOut">
              <a:rPr lang="en-US" smtClean="0"/>
              <a:t>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DD01-94A9-4F55-8414-7B0F2B8C555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7577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26FC1-02DD-4AF1-9EED-661883BA072A}" type="datetimeFigureOut">
              <a:rPr lang="en-US" smtClean="0"/>
              <a:t>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DD01-94A9-4F55-8414-7B0F2B8C555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043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3826FC1-02DD-4AF1-9EED-661883BA072A}" type="datetimeFigureOut">
              <a:rPr lang="en-US" smtClean="0"/>
              <a:t>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F08DD01-94A9-4F55-8414-7B0F2B8C5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48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1F5D3-C8B3-41F4-A700-352CB9FA0F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 0007 Recitation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B339A8-9808-4D10-AC20-74E3FD4FE8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Gordon Lu</a:t>
            </a:r>
          </a:p>
        </p:txBody>
      </p:sp>
    </p:spTree>
    <p:extLst>
      <p:ext uri="{BB962C8B-B14F-4D97-AF65-F5344CB8AC3E}">
        <p14:creationId xmlns:p14="http://schemas.microsoft.com/office/powerpoint/2010/main" val="3934624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3F9AE-E407-4A76-9493-E01F67AA2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‘Beautifying Output’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E9472-0583-4209-BFF6-131D53E56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Imagine I have the following code:</a:t>
            </a:r>
          </a:p>
          <a:p>
            <a:pPr marL="0" indent="0">
              <a:buNone/>
            </a:pPr>
            <a:r>
              <a:rPr lang="en-US" dirty="0"/>
              <a:t>int radius = 3;</a:t>
            </a:r>
          </a:p>
          <a:p>
            <a:pPr marL="0" indent="0">
              <a:buNone/>
            </a:pPr>
            <a:r>
              <a:rPr lang="en-US" dirty="0"/>
              <a:t>double </a:t>
            </a:r>
            <a:r>
              <a:rPr lang="en-US" dirty="0" err="1"/>
              <a:t>area_of_circle</a:t>
            </a:r>
            <a:r>
              <a:rPr lang="en-US" dirty="0"/>
              <a:t> =  </a:t>
            </a:r>
            <a:r>
              <a:rPr lang="en-US" dirty="0" err="1"/>
              <a:t>Math.PI</a:t>
            </a:r>
            <a:r>
              <a:rPr lang="en-US" dirty="0"/>
              <a:t> * </a:t>
            </a:r>
            <a:r>
              <a:rPr lang="en-US" dirty="0" err="1"/>
              <a:t>Math.pow</a:t>
            </a:r>
            <a:r>
              <a:rPr lang="en-US" dirty="0"/>
              <a:t>(radius, 2);</a:t>
            </a:r>
          </a:p>
          <a:p>
            <a:r>
              <a:rPr lang="en-US" dirty="0"/>
              <a:t>If I try to print out </a:t>
            </a:r>
            <a:r>
              <a:rPr lang="en-US" b="1" dirty="0" err="1"/>
              <a:t>area_of_circle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area_of_circle</a:t>
            </a:r>
            <a:r>
              <a:rPr lang="en-US" dirty="0"/>
              <a:t>);</a:t>
            </a:r>
          </a:p>
          <a:p>
            <a:r>
              <a:rPr lang="en-US" dirty="0"/>
              <a:t>I’ll get the following:</a:t>
            </a:r>
          </a:p>
          <a:p>
            <a:pPr marL="0" indent="0">
              <a:buNone/>
            </a:pPr>
            <a:r>
              <a:rPr lang="en-US" b="1" dirty="0"/>
              <a:t>28.274333882308138</a:t>
            </a:r>
          </a:p>
          <a:p>
            <a:r>
              <a:rPr lang="en-US" dirty="0"/>
              <a:t>But what if we only wanted to print out up to </a:t>
            </a:r>
            <a:r>
              <a:rPr lang="en-US" b="1" dirty="0"/>
              <a:t>3 decimal places</a:t>
            </a:r>
            <a:endParaRPr lang="en-US" dirty="0"/>
          </a:p>
          <a:p>
            <a:r>
              <a:rPr lang="en-US" b="1" dirty="0"/>
              <a:t>Format Specifiers!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System.out.printf</a:t>
            </a:r>
            <a:r>
              <a:rPr lang="en-US" dirty="0"/>
              <a:t>(“%.3f\n”, </a:t>
            </a:r>
            <a:r>
              <a:rPr lang="en-US" dirty="0" err="1"/>
              <a:t>area_of_circle</a:t>
            </a:r>
            <a:r>
              <a:rPr lang="en-US" dirty="0"/>
              <a:t>); //This will print out </a:t>
            </a:r>
            <a:r>
              <a:rPr lang="en-US" dirty="0" err="1"/>
              <a:t>area_of_circle</a:t>
            </a:r>
            <a:r>
              <a:rPr lang="en-US" dirty="0"/>
              <a:t> up to 3 decimal places</a:t>
            </a:r>
          </a:p>
          <a:p>
            <a:r>
              <a:rPr lang="en-US" dirty="0"/>
              <a:t>Now we get:</a:t>
            </a:r>
          </a:p>
          <a:p>
            <a:pPr marL="0" indent="0">
              <a:buNone/>
            </a:pPr>
            <a:r>
              <a:rPr lang="en-US" b="1" dirty="0"/>
              <a:t>28.274</a:t>
            </a:r>
          </a:p>
        </p:txBody>
      </p:sp>
    </p:spTree>
    <p:extLst>
      <p:ext uri="{BB962C8B-B14F-4D97-AF65-F5344CB8AC3E}">
        <p14:creationId xmlns:p14="http://schemas.microsoft.com/office/powerpoint/2010/main" val="267775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FBECF-F864-409B-97C1-84D91C319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Fetching User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7B265-88D9-449D-9F97-3B5533945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In order to fetch user input, we invoke a </a:t>
            </a:r>
            <a:r>
              <a:rPr lang="en-US" b="1" dirty="0"/>
              <a:t>Scanner</a:t>
            </a:r>
            <a:r>
              <a:rPr lang="en-US" dirty="0"/>
              <a:t>:</a:t>
            </a:r>
          </a:p>
          <a:p>
            <a:r>
              <a:rPr lang="en-US" dirty="0"/>
              <a:t>But in order to fetch input, we need to prompt the user the enter something!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To invoke a scanner, first, we need to import the Scanner object:</a:t>
            </a:r>
          </a:p>
          <a:p>
            <a:pPr marL="0" indent="0">
              <a:buNone/>
            </a:pPr>
            <a:r>
              <a:rPr lang="en-US" dirty="0"/>
              <a:t>At the top of your Java file before </a:t>
            </a:r>
            <a:r>
              <a:rPr lang="en-US" b="1" dirty="0"/>
              <a:t>public class </a:t>
            </a:r>
            <a:r>
              <a:rPr lang="en-US" b="1" dirty="0" err="1"/>
              <a:t>someName</a:t>
            </a:r>
            <a:r>
              <a:rPr lang="en-US" b="1" dirty="0"/>
              <a:t>{</a:t>
            </a:r>
            <a:r>
              <a:rPr lang="en-US" dirty="0"/>
              <a:t>, insert the following line:</a:t>
            </a:r>
            <a:br>
              <a:rPr lang="en-US" dirty="0"/>
            </a:br>
            <a:r>
              <a:rPr lang="en-US" b="1" dirty="0"/>
              <a:t>import </a:t>
            </a:r>
            <a:r>
              <a:rPr lang="en-US" b="1" dirty="0" err="1"/>
              <a:t>java.util.Scanner</a:t>
            </a:r>
            <a:r>
              <a:rPr lang="en-US" b="1" dirty="0"/>
              <a:t>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Now that we’ve imported our Scanner, we need to invoke it, to do so, insert the following:</a:t>
            </a:r>
            <a:br>
              <a:rPr lang="en-US" dirty="0"/>
            </a:br>
            <a:r>
              <a:rPr lang="en-US" b="1" dirty="0"/>
              <a:t>Scanner </a:t>
            </a:r>
            <a:r>
              <a:rPr lang="en-US" b="1" dirty="0" err="1"/>
              <a:t>kbd</a:t>
            </a:r>
            <a:r>
              <a:rPr lang="en-US" b="1" dirty="0"/>
              <a:t> = new Scanner(System.in);</a:t>
            </a:r>
            <a:endParaRPr lang="en-US" dirty="0"/>
          </a:p>
          <a:p>
            <a:r>
              <a:rPr lang="en-US" dirty="0"/>
              <a:t>Think about </a:t>
            </a:r>
            <a:r>
              <a:rPr lang="en-US" b="1" dirty="0"/>
              <a:t>System.in </a:t>
            </a:r>
            <a:r>
              <a:rPr lang="en-US" dirty="0"/>
              <a:t>like your keyboard!</a:t>
            </a:r>
          </a:p>
          <a:p>
            <a:r>
              <a:rPr lang="en-US" dirty="0"/>
              <a:t>After creating our Scanner, we need to prompt the user:</a:t>
            </a:r>
          </a:p>
          <a:p>
            <a:pPr marL="0" indent="0">
              <a:buNone/>
            </a:pPr>
            <a:r>
              <a:rPr lang="en-US" b="1" dirty="0" err="1"/>
              <a:t>System.out.println</a:t>
            </a:r>
            <a:r>
              <a:rPr lang="en-US" b="1" dirty="0"/>
              <a:t>(“Hi there! What’s your name?”);</a:t>
            </a:r>
          </a:p>
          <a:p>
            <a:r>
              <a:rPr lang="en-US" dirty="0"/>
              <a:t>To fetch the line as a String, insert the following:</a:t>
            </a:r>
          </a:p>
          <a:p>
            <a:pPr marL="0" indent="0">
              <a:buNone/>
            </a:pPr>
            <a:r>
              <a:rPr lang="en-US" b="1" dirty="0"/>
              <a:t>String name = </a:t>
            </a:r>
            <a:r>
              <a:rPr lang="en-US" b="1" dirty="0" err="1"/>
              <a:t>kbd.nextLine</a:t>
            </a:r>
            <a:r>
              <a:rPr lang="en-US" b="1" dirty="0"/>
              <a:t>();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36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6422D-AE84-44CA-BC2A-72F7F046B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we want a number?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3DFA4-E2D7-45F2-9180-0212B063A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want to parse the user’s input as a number, there are two options:</a:t>
            </a:r>
            <a:br>
              <a:rPr lang="en-US" dirty="0"/>
            </a:br>
            <a:endParaRPr lang="en-US" dirty="0"/>
          </a:p>
          <a:p>
            <a:r>
              <a:rPr lang="en-US" dirty="0"/>
              <a:t>Invoke </a:t>
            </a:r>
            <a:r>
              <a:rPr lang="en-US" b="1" dirty="0" err="1"/>
              <a:t>Integer.parseInt</a:t>
            </a:r>
            <a:r>
              <a:rPr lang="en-US" dirty="0"/>
              <a:t>() on the line that the user entered!</a:t>
            </a:r>
          </a:p>
          <a:p>
            <a:endParaRPr lang="en-US" dirty="0"/>
          </a:p>
          <a:p>
            <a:r>
              <a:rPr lang="en-US" dirty="0"/>
              <a:t>Invoke </a:t>
            </a:r>
            <a:r>
              <a:rPr lang="en-US" b="1" dirty="0"/>
              <a:t>.</a:t>
            </a:r>
            <a:r>
              <a:rPr lang="en-US" b="1" dirty="0" err="1"/>
              <a:t>nextInt</a:t>
            </a:r>
            <a:r>
              <a:rPr lang="en-US" b="1" dirty="0"/>
              <a:t>() </a:t>
            </a:r>
            <a:r>
              <a:rPr lang="en-US" dirty="0"/>
              <a:t>on the line the user entered!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7081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19</TotalTime>
  <Words>331</Words>
  <Application>Microsoft Office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Garamond</vt:lpstr>
      <vt:lpstr>Organic</vt:lpstr>
      <vt:lpstr>CS 0007 Recitation 2</vt:lpstr>
      <vt:lpstr>‘Beautifying Output’</vt:lpstr>
      <vt:lpstr>Fetching User Input</vt:lpstr>
      <vt:lpstr>What if we want a number?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0007 Recitation 2</dc:title>
  <dc:creator>Lu, Gordon</dc:creator>
  <cp:lastModifiedBy>Lu, Gordon</cp:lastModifiedBy>
  <cp:revision>3</cp:revision>
  <dcterms:created xsi:type="dcterms:W3CDTF">2020-01-23T03:26:59Z</dcterms:created>
  <dcterms:modified xsi:type="dcterms:W3CDTF">2020-01-23T03:46:03Z</dcterms:modified>
</cp:coreProperties>
</file>