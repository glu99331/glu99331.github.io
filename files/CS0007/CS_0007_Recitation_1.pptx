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9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, Gordon" initials="LG" lastIdx="1" clrIdx="0">
    <p:extLst>
      <p:ext uri="{19B8F6BF-5375-455C-9EA6-DF929625EA0E}">
        <p15:presenceInfo xmlns:p15="http://schemas.microsoft.com/office/powerpoint/2012/main" userId="S::GOL6@pitt.edu::e710532b-6806-4494-85e3-2c4046244dc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8-25T11:56:03.140" idx="1">
    <p:pos x="10" y="10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65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60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8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8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64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96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01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94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2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05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058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099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57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120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909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366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8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4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lu99331.github.io/index.html" TargetMode="External"/><Relationship Id="rId2" Type="http://schemas.openxmlformats.org/officeDocument/2006/relationships/hyperlink" Target="mailto:gol6@pit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openjdk.net/?variant=openjdk13&amp;jvmVariant=hotspot" TargetMode="External"/><Relationship Id="rId2" Type="http://schemas.openxmlformats.org/officeDocument/2006/relationships/hyperlink" Target="https://www.oracle.com/technetwork/java/javase/downloads/jdk13-downloads-5672538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3E7A-6581-496E-876D-ADFEDBDC8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802" y="1466757"/>
            <a:ext cx="7604449" cy="1515533"/>
          </a:xfrm>
        </p:spPr>
        <p:txBody>
          <a:bodyPr/>
          <a:lstStyle/>
          <a:p>
            <a:r>
              <a:rPr lang="en-US" sz="4400" dirty="0"/>
              <a:t>Welcome to CS 0007 Recitation</a:t>
            </a:r>
          </a:p>
        </p:txBody>
      </p:sp>
    </p:spTree>
    <p:extLst>
      <p:ext uri="{BB962C8B-B14F-4D97-AF65-F5344CB8AC3E}">
        <p14:creationId xmlns:p14="http://schemas.microsoft.com/office/powerpoint/2010/main" val="318510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97AA-C935-44AD-A7E5-3D464F35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55FC-6AD4-4522-B54D-485F977ED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Gordon Lu										Office Hours: Fri. 4 – 6 </a:t>
            </a:r>
          </a:p>
          <a:p>
            <a:r>
              <a:rPr lang="en-US" sz="2600" dirty="0"/>
              <a:t>Recitation: Thursday 12:00 – 12:50 PM		Email: </a:t>
            </a:r>
            <a:r>
              <a:rPr lang="en-US" sz="2600" dirty="0">
                <a:hlinkClick r:id="rId2"/>
              </a:rPr>
              <a:t>gol6@pitt.edu</a:t>
            </a:r>
            <a:r>
              <a:rPr lang="en-US" sz="2600" dirty="0"/>
              <a:t>	</a:t>
            </a:r>
          </a:p>
          <a:p>
            <a:pPr>
              <a:buFontTx/>
              <a:buChar char="-"/>
            </a:pPr>
            <a:r>
              <a:rPr lang="en-US" sz="2600" dirty="0"/>
              <a:t>You can also set up an appointment by navigating to the </a:t>
            </a:r>
            <a:r>
              <a:rPr lang="en-US" sz="2600" b="1" dirty="0"/>
              <a:t>Contact </a:t>
            </a:r>
            <a:r>
              <a:rPr lang="en-US" sz="2600" dirty="0"/>
              <a:t>section of my website: </a:t>
            </a:r>
            <a:r>
              <a:rPr lang="en-US" sz="2800" dirty="0">
                <a:hlinkClick r:id="rId3"/>
              </a:rPr>
              <a:t>https://glu99331.github.io/index.html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					Contact me if you have any questions!!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447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AAA8-2725-40A7-90C4-2CF52FFAF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Java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72D2-2608-4F62-9C0C-870143B24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You’ll need:</a:t>
            </a:r>
          </a:p>
          <a:p>
            <a:pPr marL="457200" indent="-457200">
              <a:buAutoNum type="arabicParenR"/>
            </a:pPr>
            <a:r>
              <a:rPr lang="en-US" dirty="0"/>
              <a:t>Java Development Kit (JDK)</a:t>
            </a:r>
          </a:p>
          <a:p>
            <a:pPr>
              <a:buFontTx/>
              <a:buChar char="-"/>
            </a:pPr>
            <a:r>
              <a:rPr lang="en-US" dirty="0"/>
              <a:t>You can find the download link here: </a:t>
            </a:r>
            <a:r>
              <a:rPr lang="en-US" dirty="0">
                <a:hlinkClick r:id="rId2"/>
              </a:rPr>
              <a:t>https://www.oracle.com/technetwork/java/javase/downloads/jdk13-downloads-5672538.html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 you can use the following link:</a:t>
            </a:r>
            <a:br>
              <a:rPr lang="en-US" dirty="0"/>
            </a:br>
            <a:r>
              <a:rPr lang="en-US" dirty="0">
                <a:hlinkClick r:id="rId3"/>
              </a:rPr>
              <a:t>https://adoptopenjdk.net/?variant=openjdk13&amp;jvmVariant=hotspot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79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BF7F-81FD-4FBD-B72A-C4AC6574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OpenJDK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CD29C-2D11-4123-820E-A8330B6F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you downloaded with the first link, this doesn’t apply to you.</a:t>
            </a:r>
          </a:p>
          <a:p>
            <a:r>
              <a:rPr lang="en-US" dirty="0"/>
              <a:t>Once OpenJDK has been downloaded to your computer, </a:t>
            </a:r>
            <a:r>
              <a:rPr lang="en-US" b="1" dirty="0"/>
              <a:t>run the installer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Make sure that the </a:t>
            </a:r>
            <a:r>
              <a:rPr lang="en-US" b="1" dirty="0"/>
              <a:t>Add the installation to the PATH environment variable option is checked </a:t>
            </a:r>
            <a:r>
              <a:rPr lang="en-US" dirty="0"/>
              <a:t>while you’re following the prompts!</a:t>
            </a:r>
          </a:p>
          <a:p>
            <a:r>
              <a:rPr lang="en-US" dirty="0"/>
              <a:t>Run the command </a:t>
            </a:r>
            <a:r>
              <a:rPr lang="en-US" b="1" dirty="0" err="1"/>
              <a:t>javac</a:t>
            </a:r>
            <a:r>
              <a:rPr lang="en-US" b="1" dirty="0"/>
              <a:t> –version 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If you get something like this:</a:t>
            </a:r>
          </a:p>
          <a:p>
            <a:pPr>
              <a:buFontTx/>
              <a:buChar char="-"/>
            </a:pPr>
            <a:r>
              <a:rPr lang="en-US" dirty="0" err="1"/>
              <a:t>Ya</a:t>
            </a:r>
            <a:r>
              <a:rPr lang="en-US" dirty="0"/>
              <a:t> did it right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F1080-90D7-4772-8920-ABD9439F3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36" y="4846763"/>
            <a:ext cx="278130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341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7567B-1302-4C38-B725-DA2F8BC97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Adding Java to the PATH (if you used the first link)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AA94-8C24-4716-BFCD-62311E3CB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Mac Users</a:t>
            </a:r>
            <a:r>
              <a:rPr lang="en-US" dirty="0"/>
              <a:t>: You’re fine, run the command </a:t>
            </a:r>
            <a:r>
              <a:rPr lang="en-US" b="1" dirty="0"/>
              <a:t>java –version 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If something pops up and it’s not something like “</a:t>
            </a:r>
            <a:r>
              <a:rPr lang="en-US" b="1" dirty="0"/>
              <a:t>unrecognized command</a:t>
            </a:r>
            <a:r>
              <a:rPr lang="en-US" dirty="0"/>
              <a:t>”, you’ve done it right!</a:t>
            </a:r>
          </a:p>
          <a:p>
            <a:pPr marL="0" indent="0">
              <a:buNone/>
            </a:pPr>
            <a:r>
              <a:rPr lang="en-US" b="1" dirty="0"/>
              <a:t>Windows Users: </a:t>
            </a:r>
            <a:r>
              <a:rPr lang="en-US" dirty="0"/>
              <a:t>You need to add Java as an environment variable.</a:t>
            </a:r>
          </a:p>
          <a:p>
            <a:pPr marL="457200" indent="-457200">
              <a:buAutoNum type="arabicParenR"/>
            </a:pPr>
            <a:r>
              <a:rPr lang="en-US" dirty="0"/>
              <a:t>Navigate to </a:t>
            </a:r>
            <a:r>
              <a:rPr lang="en-US" b="1" dirty="0"/>
              <a:t>Environment Variables</a:t>
            </a:r>
            <a:r>
              <a:rPr lang="en-US" dirty="0"/>
              <a:t>. </a:t>
            </a:r>
          </a:p>
          <a:p>
            <a:pPr marL="457200" indent="-457200">
              <a:buAutoNum type="arabicParenR"/>
            </a:pPr>
            <a:r>
              <a:rPr lang="en-US" dirty="0"/>
              <a:t>Click the </a:t>
            </a:r>
            <a:r>
              <a:rPr lang="en-US" b="1" dirty="0"/>
              <a:t>Edit </a:t>
            </a:r>
            <a:r>
              <a:rPr lang="en-US" dirty="0"/>
              <a:t>while the </a:t>
            </a:r>
            <a:r>
              <a:rPr lang="en-US" b="1" dirty="0"/>
              <a:t>Path </a:t>
            </a:r>
            <a:r>
              <a:rPr lang="en-US" dirty="0"/>
              <a:t>system variable is highlighted.</a:t>
            </a:r>
          </a:p>
          <a:p>
            <a:pPr marL="457200" indent="-457200">
              <a:buAutoNum type="arabicParenR"/>
            </a:pPr>
            <a:r>
              <a:rPr lang="en-US" dirty="0"/>
              <a:t>Click </a:t>
            </a:r>
            <a:r>
              <a:rPr lang="en-US" b="1" dirty="0"/>
              <a:t>New</a:t>
            </a:r>
            <a:r>
              <a:rPr lang="en-US" dirty="0"/>
              <a:t> and add the following: </a:t>
            </a:r>
            <a:r>
              <a:rPr lang="en-US" b="1" dirty="0"/>
              <a:t>C:\Program Files\Java\jdk-13.0.2\bin</a:t>
            </a:r>
          </a:p>
          <a:p>
            <a:pPr marL="0" indent="0">
              <a:buNone/>
            </a:pPr>
            <a:r>
              <a:rPr lang="pt-BR" dirty="0"/>
              <a:t>Now try to run the command </a:t>
            </a:r>
            <a:r>
              <a:rPr lang="pt-BR" b="1" dirty="0"/>
              <a:t>for %i in (java.exe) do @echo %!$PATH:i</a:t>
            </a:r>
          </a:p>
          <a:p>
            <a:pPr>
              <a:buFontTx/>
              <a:buChar char="-"/>
            </a:pPr>
            <a:r>
              <a:rPr lang="en-US" dirty="0"/>
              <a:t>If you get the following: </a:t>
            </a:r>
            <a:r>
              <a:rPr lang="en-US" b="1" dirty="0"/>
              <a:t>C:\Program Files\Java\jdk-13.0.2\bin\javac.exe</a:t>
            </a:r>
            <a:r>
              <a:rPr lang="en-US" dirty="0"/>
              <a:t>, you’ve done it right!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85873-4923-453C-8D2A-7673E0342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661" y="5222876"/>
            <a:ext cx="61626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47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214F-2CBA-405B-B7E3-1FC9280D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Program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2B5B57-9072-4BB8-96A0-E4ED2FEFA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use a simple program </a:t>
            </a:r>
            <a:r>
              <a:rPr lang="en-US" b="1" dirty="0"/>
              <a:t>Hello.java</a:t>
            </a:r>
          </a:p>
          <a:p>
            <a:r>
              <a:rPr lang="en-US" dirty="0"/>
              <a:t>Compile the program first, like so: </a:t>
            </a:r>
            <a:r>
              <a:rPr lang="en-US" b="1" dirty="0" err="1"/>
              <a:t>javac</a:t>
            </a:r>
            <a:r>
              <a:rPr lang="en-US" b="1" dirty="0"/>
              <a:t> Hello.java</a:t>
            </a:r>
          </a:p>
          <a:p>
            <a:pPr marL="0" indent="0">
              <a:buNone/>
            </a:pPr>
            <a:r>
              <a:rPr lang="en-US" dirty="0"/>
              <a:t>This creates an executable file</a:t>
            </a:r>
          </a:p>
          <a:p>
            <a:r>
              <a:rPr lang="en-US" dirty="0"/>
              <a:t>Now we can run the program, like so: </a:t>
            </a:r>
            <a:r>
              <a:rPr lang="en-US" b="1" dirty="0"/>
              <a:t>java Hello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85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1E491-37B1-4190-896D-7746B272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8BB5-6796-4F85-95A3-42C924B1D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when you get an error like:</a:t>
            </a:r>
            <a:br>
              <a:rPr lang="en-US" dirty="0"/>
            </a:br>
            <a:r>
              <a:rPr lang="en-US" b="1" dirty="0"/>
              <a:t>AssignmentOne.java:25: error: ';' expected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System.out.println</a:t>
            </a:r>
            <a:r>
              <a:rPr lang="en-US" b="1" dirty="0"/>
              <a:t>("What is your name?")</a:t>
            </a:r>
          </a:p>
          <a:p>
            <a:r>
              <a:rPr lang="en-US" dirty="0"/>
              <a:t>This is a </a:t>
            </a:r>
            <a:r>
              <a:rPr lang="en-US" b="1" dirty="0"/>
              <a:t>syntax error;</a:t>
            </a:r>
            <a:r>
              <a:rPr lang="en-US" dirty="0"/>
              <a:t> Java will tell you which line is causing the error</a:t>
            </a:r>
          </a:p>
          <a:p>
            <a:r>
              <a:rPr lang="en-US" dirty="0"/>
              <a:t>Navigate to the designated line, and usually, Java will say “Oh you’re missing this”</a:t>
            </a:r>
          </a:p>
        </p:txBody>
      </p:sp>
    </p:spTree>
    <p:extLst>
      <p:ext uri="{BB962C8B-B14F-4D97-AF65-F5344CB8AC3E}">
        <p14:creationId xmlns:p14="http://schemas.microsoft.com/office/powerpoint/2010/main" val="3561499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834</TotalTime>
  <Words>456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Welcome to CS 0007 Recitation</vt:lpstr>
      <vt:lpstr>Contact Information</vt:lpstr>
      <vt:lpstr>Downloading Java </vt:lpstr>
      <vt:lpstr>OpenJDK</vt:lpstr>
      <vt:lpstr>Adding Java to the PATH (if you used the first link)</vt:lpstr>
      <vt:lpstr>Running a Program</vt:lpstr>
      <vt:lpstr>Debugging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 0401 Recitation!!</dc:title>
  <dc:creator>Lu, Gordon</dc:creator>
  <cp:lastModifiedBy>Lu, Gordon</cp:lastModifiedBy>
  <cp:revision>24</cp:revision>
  <dcterms:created xsi:type="dcterms:W3CDTF">2019-08-25T15:27:39Z</dcterms:created>
  <dcterms:modified xsi:type="dcterms:W3CDTF">2020-01-16T00:10:46Z</dcterms:modified>
</cp:coreProperties>
</file>